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71" r:id="rId10"/>
    <p:sldId id="263" r:id="rId11"/>
    <p:sldId id="272" r:id="rId12"/>
    <p:sldId id="273" r:id="rId13"/>
    <p:sldId id="274" r:id="rId14"/>
    <p:sldId id="275" r:id="rId15"/>
    <p:sldId id="278" r:id="rId16"/>
    <p:sldId id="283" r:id="rId17"/>
    <p:sldId id="264" r:id="rId18"/>
    <p:sldId id="281" r:id="rId19"/>
    <p:sldId id="282" r:id="rId20"/>
    <p:sldId id="279" r:id="rId21"/>
    <p:sldId id="265" r:id="rId22"/>
    <p:sldId id="284" r:id="rId23"/>
    <p:sldId id="285" r:id="rId24"/>
    <p:sldId id="286" r:id="rId25"/>
    <p:sldId id="287" r:id="rId26"/>
    <p:sldId id="280" r:id="rId27"/>
    <p:sldId id="266" r:id="rId28"/>
    <p:sldId id="288" r:id="rId29"/>
    <p:sldId id="289" r:id="rId30"/>
    <p:sldId id="260" r:id="rId31"/>
    <p:sldId id="291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0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3EC669-B652-43FD-8384-4A804CD0CAEF}" v="24" dt="2024-12-11T00:43:02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37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504843" y="4357396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957849" y="3594059"/>
            <a:ext cx="7067959" cy="55797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题目：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哈希散列表的设计之实现电话号码查找系统</a:t>
            </a:r>
          </a:p>
        </p:txBody>
      </p:sp>
      <p:sp>
        <p:nvSpPr>
          <p:cNvPr id="7" name="矩形 6"/>
          <p:cNvSpPr/>
          <p:nvPr/>
        </p:nvSpPr>
        <p:spPr>
          <a:xfrm>
            <a:off x="3879251" y="2556805"/>
            <a:ext cx="8448214" cy="83869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000" b="1" dirty="0">
                <a:solidFill>
                  <a:srgbClr val="1C50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数据结构课程与设计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3957850" y="3546200"/>
            <a:ext cx="7279718" cy="0"/>
          </a:xfrm>
          <a:prstGeom prst="line">
            <a:avLst/>
          </a:prstGeom>
          <a:ln w="28575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-1" y="1085407"/>
            <a:ext cx="2591077" cy="4151873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1C50A2"/>
          </a:solidFill>
          <a:ln w="5" cap="flat">
            <a:solidFill>
              <a:srgbClr val="24211D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Freeform 6"/>
          <p:cNvSpPr>
            <a:spLocks noEditPoints="1"/>
          </p:cNvSpPr>
          <p:nvPr/>
        </p:nvSpPr>
        <p:spPr bwMode="auto">
          <a:xfrm>
            <a:off x="2491892" y="2588618"/>
            <a:ext cx="198368" cy="2451143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969180" y="4281273"/>
            <a:ext cx="2260239" cy="370765"/>
            <a:chOff x="4654427" y="4718860"/>
            <a:chExt cx="1688201" cy="276971"/>
          </a:xfrm>
        </p:grpSpPr>
        <p:grpSp>
          <p:nvGrpSpPr>
            <p:cNvPr id="23" name="组合 22"/>
            <p:cNvGrpSpPr/>
            <p:nvPr/>
          </p:nvGrpSpPr>
          <p:grpSpPr>
            <a:xfrm>
              <a:off x="4654427" y="4718860"/>
              <a:ext cx="276971" cy="276971"/>
              <a:chOff x="3725237" y="4930504"/>
              <a:chExt cx="531780" cy="531780"/>
            </a:xfrm>
          </p:grpSpPr>
          <p:sp>
            <p:nvSpPr>
              <p:cNvPr id="25" name="圆角矩形 2"/>
              <p:cNvSpPr/>
              <p:nvPr/>
            </p:nvSpPr>
            <p:spPr>
              <a:xfrm>
                <a:off x="3725237" y="4930504"/>
                <a:ext cx="531780" cy="531780"/>
              </a:xfrm>
              <a:prstGeom prst="ellipse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student-graduation-cap-shape_52041"/>
              <p:cNvSpPr>
                <a:spLocks noChangeAspect="1"/>
              </p:cNvSpPr>
              <p:nvPr/>
            </p:nvSpPr>
            <p:spPr bwMode="auto">
              <a:xfrm>
                <a:off x="3875605" y="5054575"/>
                <a:ext cx="219840" cy="264806"/>
              </a:xfrm>
              <a:custGeom>
                <a:avLst/>
                <a:gdLst>
                  <a:gd name="connsiteX0" fmla="*/ 56671 w 279400"/>
                  <a:gd name="connsiteY0" fmla="*/ 192087 h 336550"/>
                  <a:gd name="connsiteX1" fmla="*/ 224047 w 279400"/>
                  <a:gd name="connsiteY1" fmla="*/ 192087 h 336550"/>
                  <a:gd name="connsiteX2" fmla="*/ 279400 w 279400"/>
                  <a:gd name="connsiteY2" fmla="*/ 247752 h 336550"/>
                  <a:gd name="connsiteX3" fmla="*/ 279400 w 279400"/>
                  <a:gd name="connsiteY3" fmla="*/ 336550 h 336550"/>
                  <a:gd name="connsiteX4" fmla="*/ 176602 w 279400"/>
                  <a:gd name="connsiteY4" fmla="*/ 336550 h 336550"/>
                  <a:gd name="connsiteX5" fmla="*/ 158151 w 279400"/>
                  <a:gd name="connsiteY5" fmla="*/ 245101 h 336550"/>
                  <a:gd name="connsiteX6" fmla="*/ 151562 w 279400"/>
                  <a:gd name="connsiteY6" fmla="*/ 239800 h 336550"/>
                  <a:gd name="connsiteX7" fmla="*/ 167377 w 279400"/>
                  <a:gd name="connsiteY7" fmla="*/ 213293 h 336550"/>
                  <a:gd name="connsiteX8" fmla="*/ 167377 w 279400"/>
                  <a:gd name="connsiteY8" fmla="*/ 209317 h 336550"/>
                  <a:gd name="connsiteX9" fmla="*/ 163423 w 279400"/>
                  <a:gd name="connsiteY9" fmla="*/ 207991 h 336550"/>
                  <a:gd name="connsiteX10" fmla="*/ 121249 w 279400"/>
                  <a:gd name="connsiteY10" fmla="*/ 207991 h 336550"/>
                  <a:gd name="connsiteX11" fmla="*/ 118613 w 279400"/>
                  <a:gd name="connsiteY11" fmla="*/ 209317 h 336550"/>
                  <a:gd name="connsiteX12" fmla="*/ 118613 w 279400"/>
                  <a:gd name="connsiteY12" fmla="*/ 213293 h 336550"/>
                  <a:gd name="connsiteX13" fmla="*/ 134429 w 279400"/>
                  <a:gd name="connsiteY13" fmla="*/ 239800 h 336550"/>
                  <a:gd name="connsiteX14" fmla="*/ 126521 w 279400"/>
                  <a:gd name="connsiteY14" fmla="*/ 245101 h 336550"/>
                  <a:gd name="connsiteX15" fmla="*/ 110706 w 279400"/>
                  <a:gd name="connsiteY15" fmla="*/ 336550 h 336550"/>
                  <a:gd name="connsiteX16" fmla="*/ 0 w 279400"/>
                  <a:gd name="connsiteY16" fmla="*/ 336550 h 336550"/>
                  <a:gd name="connsiteX17" fmla="*/ 0 w 279400"/>
                  <a:gd name="connsiteY17" fmla="*/ 247752 h 336550"/>
                  <a:gd name="connsiteX18" fmla="*/ 56671 w 279400"/>
                  <a:gd name="connsiteY18" fmla="*/ 192087 h 336550"/>
                  <a:gd name="connsiteX19" fmla="*/ 138907 w 279400"/>
                  <a:gd name="connsiteY19" fmla="*/ 0 h 336550"/>
                  <a:gd name="connsiteX20" fmla="*/ 219076 w 279400"/>
                  <a:gd name="connsiteY20" fmla="*/ 80169 h 336550"/>
                  <a:gd name="connsiteX21" fmla="*/ 138907 w 279400"/>
                  <a:gd name="connsiteY21" fmla="*/ 160338 h 336550"/>
                  <a:gd name="connsiteX22" fmla="*/ 58738 w 279400"/>
                  <a:gd name="connsiteY22" fmla="*/ 80169 h 336550"/>
                  <a:gd name="connsiteX23" fmla="*/ 138907 w 279400"/>
                  <a:gd name="connsiteY23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9400" h="336550">
                    <a:moveTo>
                      <a:pt x="56671" y="192087"/>
                    </a:moveTo>
                    <a:cubicBezTo>
                      <a:pt x="56671" y="192087"/>
                      <a:pt x="56671" y="192087"/>
                      <a:pt x="224047" y="192087"/>
                    </a:cubicBezTo>
                    <a:cubicBezTo>
                      <a:pt x="254360" y="192087"/>
                      <a:pt x="279400" y="217269"/>
                      <a:pt x="279400" y="247752"/>
                    </a:cubicBezTo>
                    <a:cubicBezTo>
                      <a:pt x="279400" y="247752"/>
                      <a:pt x="279400" y="247752"/>
                      <a:pt x="279400" y="336550"/>
                    </a:cubicBezTo>
                    <a:cubicBezTo>
                      <a:pt x="279400" y="336550"/>
                      <a:pt x="279400" y="336550"/>
                      <a:pt x="176602" y="336550"/>
                    </a:cubicBezTo>
                    <a:cubicBezTo>
                      <a:pt x="176602" y="336550"/>
                      <a:pt x="176602" y="336550"/>
                      <a:pt x="158151" y="245101"/>
                    </a:cubicBezTo>
                    <a:cubicBezTo>
                      <a:pt x="158151" y="242450"/>
                      <a:pt x="154197" y="239800"/>
                      <a:pt x="151562" y="239800"/>
                    </a:cubicBezTo>
                    <a:cubicBezTo>
                      <a:pt x="151562" y="239800"/>
                      <a:pt x="151562" y="239800"/>
                      <a:pt x="167377" y="213293"/>
                    </a:cubicBezTo>
                    <a:cubicBezTo>
                      <a:pt x="167377" y="211967"/>
                      <a:pt x="167377" y="210642"/>
                      <a:pt x="167377" y="209317"/>
                    </a:cubicBezTo>
                    <a:cubicBezTo>
                      <a:pt x="166059" y="207991"/>
                      <a:pt x="164741" y="207991"/>
                      <a:pt x="163423" y="207991"/>
                    </a:cubicBezTo>
                    <a:cubicBezTo>
                      <a:pt x="163423" y="207991"/>
                      <a:pt x="163423" y="207991"/>
                      <a:pt x="121249" y="207991"/>
                    </a:cubicBezTo>
                    <a:cubicBezTo>
                      <a:pt x="119931" y="207991"/>
                      <a:pt x="118613" y="207991"/>
                      <a:pt x="118613" y="209317"/>
                    </a:cubicBezTo>
                    <a:cubicBezTo>
                      <a:pt x="117296" y="210642"/>
                      <a:pt x="117296" y="211967"/>
                      <a:pt x="118613" y="213293"/>
                    </a:cubicBezTo>
                    <a:cubicBezTo>
                      <a:pt x="118613" y="213293"/>
                      <a:pt x="118613" y="213293"/>
                      <a:pt x="134429" y="239800"/>
                    </a:cubicBezTo>
                    <a:cubicBezTo>
                      <a:pt x="130475" y="239800"/>
                      <a:pt x="127839" y="242450"/>
                      <a:pt x="126521" y="245101"/>
                    </a:cubicBezTo>
                    <a:cubicBezTo>
                      <a:pt x="126521" y="245101"/>
                      <a:pt x="126521" y="245101"/>
                      <a:pt x="110706" y="336550"/>
                    </a:cubicBezTo>
                    <a:cubicBezTo>
                      <a:pt x="110706" y="336550"/>
                      <a:pt x="110706" y="336550"/>
                      <a:pt x="0" y="336550"/>
                    </a:cubicBezTo>
                    <a:cubicBezTo>
                      <a:pt x="0" y="336550"/>
                      <a:pt x="0" y="336550"/>
                      <a:pt x="0" y="247752"/>
                    </a:cubicBezTo>
                    <a:cubicBezTo>
                      <a:pt x="0" y="217269"/>
                      <a:pt x="25040" y="192087"/>
                      <a:pt x="56671" y="192087"/>
                    </a:cubicBezTo>
                    <a:close/>
                    <a:moveTo>
                      <a:pt x="138907" y="0"/>
                    </a:moveTo>
                    <a:cubicBezTo>
                      <a:pt x="183183" y="0"/>
                      <a:pt x="219076" y="35893"/>
                      <a:pt x="219076" y="80169"/>
                    </a:cubicBezTo>
                    <a:cubicBezTo>
                      <a:pt x="219076" y="124445"/>
                      <a:pt x="183183" y="160338"/>
                      <a:pt x="138907" y="160338"/>
                    </a:cubicBezTo>
                    <a:cubicBezTo>
                      <a:pt x="94631" y="160338"/>
                      <a:pt x="58738" y="124445"/>
                      <a:pt x="58738" y="80169"/>
                    </a:cubicBezTo>
                    <a:cubicBezTo>
                      <a:pt x="58738" y="35893"/>
                      <a:pt x="94631" y="0"/>
                      <a:pt x="13890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4" name="文本框 22"/>
            <p:cNvSpPr txBox="1"/>
            <p:nvPr/>
          </p:nvSpPr>
          <p:spPr>
            <a:xfrm>
              <a:off x="4949955" y="4733682"/>
              <a:ext cx="1392673" cy="252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汇报人：丁郭欣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506327" y="4276398"/>
            <a:ext cx="2798044" cy="370959"/>
            <a:chOff x="6395842" y="4718860"/>
            <a:chExt cx="2089822" cy="276971"/>
          </a:xfrm>
        </p:grpSpPr>
        <p:grpSp>
          <p:nvGrpSpPr>
            <p:cNvPr id="19" name="组合 18"/>
            <p:cNvGrpSpPr/>
            <p:nvPr/>
          </p:nvGrpSpPr>
          <p:grpSpPr>
            <a:xfrm>
              <a:off x="6395842" y="4718860"/>
              <a:ext cx="276971" cy="276971"/>
              <a:chOff x="6392770" y="4930504"/>
              <a:chExt cx="531780" cy="531780"/>
            </a:xfrm>
          </p:grpSpPr>
          <p:sp>
            <p:nvSpPr>
              <p:cNvPr id="21" name="圆角矩形 2"/>
              <p:cNvSpPr/>
              <p:nvPr/>
            </p:nvSpPr>
            <p:spPr>
              <a:xfrm>
                <a:off x="6392770" y="4930504"/>
                <a:ext cx="531780" cy="531780"/>
              </a:xfrm>
              <a:prstGeom prst="ellipse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student-graduation-cap-shape_52041"/>
              <p:cNvSpPr>
                <a:spLocks noChangeAspect="1"/>
              </p:cNvSpPr>
              <p:nvPr/>
            </p:nvSpPr>
            <p:spPr bwMode="auto">
              <a:xfrm>
                <a:off x="6527005" y="5064598"/>
                <a:ext cx="256066" cy="264808"/>
              </a:xfrm>
              <a:custGeom>
                <a:avLst/>
                <a:gdLst>
                  <a:gd name="connsiteX0" fmla="*/ 233363 w 325438"/>
                  <a:gd name="connsiteY0" fmla="*/ 249238 h 336550"/>
                  <a:gd name="connsiteX1" fmla="*/ 279401 w 325438"/>
                  <a:gd name="connsiteY1" fmla="*/ 249238 h 336550"/>
                  <a:gd name="connsiteX2" fmla="*/ 279401 w 325438"/>
                  <a:gd name="connsiteY2" fmla="*/ 290513 h 336550"/>
                  <a:gd name="connsiteX3" fmla="*/ 233363 w 325438"/>
                  <a:gd name="connsiteY3" fmla="*/ 290513 h 336550"/>
                  <a:gd name="connsiteX4" fmla="*/ 171450 w 325438"/>
                  <a:gd name="connsiteY4" fmla="*/ 249238 h 336550"/>
                  <a:gd name="connsiteX5" fmla="*/ 217488 w 325438"/>
                  <a:gd name="connsiteY5" fmla="*/ 249238 h 336550"/>
                  <a:gd name="connsiteX6" fmla="*/ 217488 w 325438"/>
                  <a:gd name="connsiteY6" fmla="*/ 290513 h 336550"/>
                  <a:gd name="connsiteX7" fmla="*/ 171450 w 325438"/>
                  <a:gd name="connsiteY7" fmla="*/ 290513 h 336550"/>
                  <a:gd name="connsiteX8" fmla="*/ 107950 w 325438"/>
                  <a:gd name="connsiteY8" fmla="*/ 249238 h 336550"/>
                  <a:gd name="connsiteX9" fmla="*/ 155575 w 325438"/>
                  <a:gd name="connsiteY9" fmla="*/ 249238 h 336550"/>
                  <a:gd name="connsiteX10" fmla="*/ 155575 w 325438"/>
                  <a:gd name="connsiteY10" fmla="*/ 290513 h 336550"/>
                  <a:gd name="connsiteX11" fmla="*/ 107950 w 325438"/>
                  <a:gd name="connsiteY11" fmla="*/ 290513 h 336550"/>
                  <a:gd name="connsiteX12" fmla="*/ 46038 w 325438"/>
                  <a:gd name="connsiteY12" fmla="*/ 249238 h 336550"/>
                  <a:gd name="connsiteX13" fmla="*/ 93663 w 325438"/>
                  <a:gd name="connsiteY13" fmla="*/ 249238 h 336550"/>
                  <a:gd name="connsiteX14" fmla="*/ 93663 w 325438"/>
                  <a:gd name="connsiteY14" fmla="*/ 290513 h 336550"/>
                  <a:gd name="connsiteX15" fmla="*/ 46038 w 325438"/>
                  <a:gd name="connsiteY15" fmla="*/ 290513 h 336550"/>
                  <a:gd name="connsiteX16" fmla="*/ 233363 w 325438"/>
                  <a:gd name="connsiteY16" fmla="*/ 195263 h 336550"/>
                  <a:gd name="connsiteX17" fmla="*/ 279401 w 325438"/>
                  <a:gd name="connsiteY17" fmla="*/ 195263 h 336550"/>
                  <a:gd name="connsiteX18" fmla="*/ 279401 w 325438"/>
                  <a:gd name="connsiteY18" fmla="*/ 234951 h 336550"/>
                  <a:gd name="connsiteX19" fmla="*/ 233363 w 325438"/>
                  <a:gd name="connsiteY19" fmla="*/ 234951 h 336550"/>
                  <a:gd name="connsiteX20" fmla="*/ 171450 w 325438"/>
                  <a:gd name="connsiteY20" fmla="*/ 195263 h 336550"/>
                  <a:gd name="connsiteX21" fmla="*/ 217488 w 325438"/>
                  <a:gd name="connsiteY21" fmla="*/ 195263 h 336550"/>
                  <a:gd name="connsiteX22" fmla="*/ 217488 w 325438"/>
                  <a:gd name="connsiteY22" fmla="*/ 234951 h 336550"/>
                  <a:gd name="connsiteX23" fmla="*/ 171450 w 325438"/>
                  <a:gd name="connsiteY23" fmla="*/ 234951 h 336550"/>
                  <a:gd name="connsiteX24" fmla="*/ 107950 w 325438"/>
                  <a:gd name="connsiteY24" fmla="*/ 195263 h 336550"/>
                  <a:gd name="connsiteX25" fmla="*/ 155575 w 325438"/>
                  <a:gd name="connsiteY25" fmla="*/ 195263 h 336550"/>
                  <a:gd name="connsiteX26" fmla="*/ 155575 w 325438"/>
                  <a:gd name="connsiteY26" fmla="*/ 234951 h 336550"/>
                  <a:gd name="connsiteX27" fmla="*/ 107950 w 325438"/>
                  <a:gd name="connsiteY27" fmla="*/ 234951 h 336550"/>
                  <a:gd name="connsiteX28" fmla="*/ 46038 w 325438"/>
                  <a:gd name="connsiteY28" fmla="*/ 195263 h 336550"/>
                  <a:gd name="connsiteX29" fmla="*/ 93663 w 325438"/>
                  <a:gd name="connsiteY29" fmla="*/ 195263 h 336550"/>
                  <a:gd name="connsiteX30" fmla="*/ 93663 w 325438"/>
                  <a:gd name="connsiteY30" fmla="*/ 234951 h 336550"/>
                  <a:gd name="connsiteX31" fmla="*/ 46038 w 325438"/>
                  <a:gd name="connsiteY31" fmla="*/ 234951 h 336550"/>
                  <a:gd name="connsiteX32" fmla="*/ 233363 w 325438"/>
                  <a:gd name="connsiteY32" fmla="*/ 139700 h 336550"/>
                  <a:gd name="connsiteX33" fmla="*/ 279401 w 325438"/>
                  <a:gd name="connsiteY33" fmla="*/ 139700 h 336550"/>
                  <a:gd name="connsiteX34" fmla="*/ 279401 w 325438"/>
                  <a:gd name="connsiteY34" fmla="*/ 180975 h 336550"/>
                  <a:gd name="connsiteX35" fmla="*/ 233363 w 325438"/>
                  <a:gd name="connsiteY35" fmla="*/ 180975 h 336550"/>
                  <a:gd name="connsiteX36" fmla="*/ 171450 w 325438"/>
                  <a:gd name="connsiteY36" fmla="*/ 139700 h 336550"/>
                  <a:gd name="connsiteX37" fmla="*/ 217488 w 325438"/>
                  <a:gd name="connsiteY37" fmla="*/ 139700 h 336550"/>
                  <a:gd name="connsiteX38" fmla="*/ 217488 w 325438"/>
                  <a:gd name="connsiteY38" fmla="*/ 180975 h 336550"/>
                  <a:gd name="connsiteX39" fmla="*/ 171450 w 325438"/>
                  <a:gd name="connsiteY39" fmla="*/ 180975 h 336550"/>
                  <a:gd name="connsiteX40" fmla="*/ 107950 w 325438"/>
                  <a:gd name="connsiteY40" fmla="*/ 139700 h 336550"/>
                  <a:gd name="connsiteX41" fmla="*/ 155575 w 325438"/>
                  <a:gd name="connsiteY41" fmla="*/ 139700 h 336550"/>
                  <a:gd name="connsiteX42" fmla="*/ 155575 w 325438"/>
                  <a:gd name="connsiteY42" fmla="*/ 180975 h 336550"/>
                  <a:gd name="connsiteX43" fmla="*/ 107950 w 325438"/>
                  <a:gd name="connsiteY43" fmla="*/ 180975 h 336550"/>
                  <a:gd name="connsiteX44" fmla="*/ 49167 w 325438"/>
                  <a:gd name="connsiteY44" fmla="*/ 38100 h 336550"/>
                  <a:gd name="connsiteX45" fmla="*/ 25400 w 325438"/>
                  <a:gd name="connsiteY45" fmla="*/ 61753 h 336550"/>
                  <a:gd name="connsiteX46" fmla="*/ 25400 w 325438"/>
                  <a:gd name="connsiteY46" fmla="*/ 289085 h 336550"/>
                  <a:gd name="connsiteX47" fmla="*/ 49167 w 325438"/>
                  <a:gd name="connsiteY47" fmla="*/ 312738 h 336550"/>
                  <a:gd name="connsiteX48" fmla="*/ 276271 w 325438"/>
                  <a:gd name="connsiteY48" fmla="*/ 312738 h 336550"/>
                  <a:gd name="connsiteX49" fmla="*/ 300038 w 325438"/>
                  <a:gd name="connsiteY49" fmla="*/ 289085 h 336550"/>
                  <a:gd name="connsiteX50" fmla="*/ 300038 w 325438"/>
                  <a:gd name="connsiteY50" fmla="*/ 61753 h 336550"/>
                  <a:gd name="connsiteX51" fmla="*/ 276271 w 325438"/>
                  <a:gd name="connsiteY51" fmla="*/ 38100 h 336550"/>
                  <a:gd name="connsiteX52" fmla="*/ 269669 w 325438"/>
                  <a:gd name="connsiteY52" fmla="*/ 38100 h 336550"/>
                  <a:gd name="connsiteX53" fmla="*/ 269669 w 325438"/>
                  <a:gd name="connsiteY53" fmla="*/ 63067 h 336550"/>
                  <a:gd name="connsiteX54" fmla="*/ 276271 w 325438"/>
                  <a:gd name="connsiteY54" fmla="*/ 74894 h 336550"/>
                  <a:gd name="connsiteX55" fmla="*/ 260427 w 325438"/>
                  <a:gd name="connsiteY55" fmla="*/ 90662 h 336550"/>
                  <a:gd name="connsiteX56" fmla="*/ 244582 w 325438"/>
                  <a:gd name="connsiteY56" fmla="*/ 74894 h 336550"/>
                  <a:gd name="connsiteX57" fmla="*/ 249864 w 325438"/>
                  <a:gd name="connsiteY57" fmla="*/ 63067 h 336550"/>
                  <a:gd name="connsiteX58" fmla="*/ 249864 w 325438"/>
                  <a:gd name="connsiteY58" fmla="*/ 38100 h 336550"/>
                  <a:gd name="connsiteX59" fmla="*/ 231379 w 325438"/>
                  <a:gd name="connsiteY59" fmla="*/ 38100 h 336550"/>
                  <a:gd name="connsiteX60" fmla="*/ 231379 w 325438"/>
                  <a:gd name="connsiteY60" fmla="*/ 63067 h 336550"/>
                  <a:gd name="connsiteX61" fmla="*/ 236660 w 325438"/>
                  <a:gd name="connsiteY61" fmla="*/ 74894 h 336550"/>
                  <a:gd name="connsiteX62" fmla="*/ 220816 w 325438"/>
                  <a:gd name="connsiteY62" fmla="*/ 90662 h 336550"/>
                  <a:gd name="connsiteX63" fmla="*/ 204971 w 325438"/>
                  <a:gd name="connsiteY63" fmla="*/ 74894 h 336550"/>
                  <a:gd name="connsiteX64" fmla="*/ 210253 w 325438"/>
                  <a:gd name="connsiteY64" fmla="*/ 63067 h 336550"/>
                  <a:gd name="connsiteX65" fmla="*/ 210253 w 325438"/>
                  <a:gd name="connsiteY65" fmla="*/ 38100 h 336550"/>
                  <a:gd name="connsiteX66" fmla="*/ 191767 w 325438"/>
                  <a:gd name="connsiteY66" fmla="*/ 38100 h 336550"/>
                  <a:gd name="connsiteX67" fmla="*/ 191767 w 325438"/>
                  <a:gd name="connsiteY67" fmla="*/ 63067 h 336550"/>
                  <a:gd name="connsiteX68" fmla="*/ 198369 w 325438"/>
                  <a:gd name="connsiteY68" fmla="*/ 74894 h 336550"/>
                  <a:gd name="connsiteX69" fmla="*/ 182525 w 325438"/>
                  <a:gd name="connsiteY69" fmla="*/ 90662 h 336550"/>
                  <a:gd name="connsiteX70" fmla="*/ 166680 w 325438"/>
                  <a:gd name="connsiteY70" fmla="*/ 74894 h 336550"/>
                  <a:gd name="connsiteX71" fmla="*/ 171962 w 325438"/>
                  <a:gd name="connsiteY71" fmla="*/ 63067 h 336550"/>
                  <a:gd name="connsiteX72" fmla="*/ 171962 w 325438"/>
                  <a:gd name="connsiteY72" fmla="*/ 38100 h 336550"/>
                  <a:gd name="connsiteX73" fmla="*/ 153476 w 325438"/>
                  <a:gd name="connsiteY73" fmla="*/ 38100 h 336550"/>
                  <a:gd name="connsiteX74" fmla="*/ 153476 w 325438"/>
                  <a:gd name="connsiteY74" fmla="*/ 63067 h 336550"/>
                  <a:gd name="connsiteX75" fmla="*/ 158758 w 325438"/>
                  <a:gd name="connsiteY75" fmla="*/ 74894 h 336550"/>
                  <a:gd name="connsiteX76" fmla="*/ 142913 w 325438"/>
                  <a:gd name="connsiteY76" fmla="*/ 90662 h 336550"/>
                  <a:gd name="connsiteX77" fmla="*/ 127069 w 325438"/>
                  <a:gd name="connsiteY77" fmla="*/ 74894 h 336550"/>
                  <a:gd name="connsiteX78" fmla="*/ 133671 w 325438"/>
                  <a:gd name="connsiteY78" fmla="*/ 63067 h 336550"/>
                  <a:gd name="connsiteX79" fmla="*/ 133671 w 325438"/>
                  <a:gd name="connsiteY79" fmla="*/ 38100 h 336550"/>
                  <a:gd name="connsiteX80" fmla="*/ 115186 w 325438"/>
                  <a:gd name="connsiteY80" fmla="*/ 38100 h 336550"/>
                  <a:gd name="connsiteX81" fmla="*/ 115186 w 325438"/>
                  <a:gd name="connsiteY81" fmla="*/ 63067 h 336550"/>
                  <a:gd name="connsiteX82" fmla="*/ 120467 w 325438"/>
                  <a:gd name="connsiteY82" fmla="*/ 74894 h 336550"/>
                  <a:gd name="connsiteX83" fmla="*/ 104623 w 325438"/>
                  <a:gd name="connsiteY83" fmla="*/ 90662 h 336550"/>
                  <a:gd name="connsiteX84" fmla="*/ 88778 w 325438"/>
                  <a:gd name="connsiteY84" fmla="*/ 74894 h 336550"/>
                  <a:gd name="connsiteX85" fmla="*/ 94060 w 325438"/>
                  <a:gd name="connsiteY85" fmla="*/ 63067 h 336550"/>
                  <a:gd name="connsiteX86" fmla="*/ 94060 w 325438"/>
                  <a:gd name="connsiteY86" fmla="*/ 38100 h 336550"/>
                  <a:gd name="connsiteX87" fmla="*/ 75574 w 325438"/>
                  <a:gd name="connsiteY87" fmla="*/ 38100 h 336550"/>
                  <a:gd name="connsiteX88" fmla="*/ 75574 w 325438"/>
                  <a:gd name="connsiteY88" fmla="*/ 63067 h 336550"/>
                  <a:gd name="connsiteX89" fmla="*/ 80856 w 325438"/>
                  <a:gd name="connsiteY89" fmla="*/ 74894 h 336550"/>
                  <a:gd name="connsiteX90" fmla="*/ 65011 w 325438"/>
                  <a:gd name="connsiteY90" fmla="*/ 90662 h 336550"/>
                  <a:gd name="connsiteX91" fmla="*/ 49167 w 325438"/>
                  <a:gd name="connsiteY91" fmla="*/ 74894 h 336550"/>
                  <a:gd name="connsiteX92" fmla="*/ 55769 w 325438"/>
                  <a:gd name="connsiteY92" fmla="*/ 63067 h 336550"/>
                  <a:gd name="connsiteX93" fmla="*/ 55769 w 325438"/>
                  <a:gd name="connsiteY93" fmla="*/ 38100 h 336550"/>
                  <a:gd name="connsiteX94" fmla="*/ 49167 w 325438"/>
                  <a:gd name="connsiteY94" fmla="*/ 38100 h 336550"/>
                  <a:gd name="connsiteX95" fmla="*/ 65315 w 325438"/>
                  <a:gd name="connsiteY95" fmla="*/ 4763 h 336550"/>
                  <a:gd name="connsiteX96" fmla="*/ 61913 w 325438"/>
                  <a:gd name="connsiteY96" fmla="*/ 10110 h 336550"/>
                  <a:gd name="connsiteX97" fmla="*/ 61913 w 325438"/>
                  <a:gd name="connsiteY97" fmla="*/ 75616 h 336550"/>
                  <a:gd name="connsiteX98" fmla="*/ 65315 w 325438"/>
                  <a:gd name="connsiteY98" fmla="*/ 80963 h 336550"/>
                  <a:gd name="connsiteX99" fmla="*/ 69851 w 325438"/>
                  <a:gd name="connsiteY99" fmla="*/ 75616 h 336550"/>
                  <a:gd name="connsiteX100" fmla="*/ 69851 w 325438"/>
                  <a:gd name="connsiteY100" fmla="*/ 10110 h 336550"/>
                  <a:gd name="connsiteX101" fmla="*/ 65315 w 325438"/>
                  <a:gd name="connsiteY101" fmla="*/ 4763 h 336550"/>
                  <a:gd name="connsiteX102" fmla="*/ 104776 w 325438"/>
                  <a:gd name="connsiteY102" fmla="*/ 4763 h 336550"/>
                  <a:gd name="connsiteX103" fmla="*/ 100013 w 325438"/>
                  <a:gd name="connsiteY103" fmla="*/ 10110 h 336550"/>
                  <a:gd name="connsiteX104" fmla="*/ 100013 w 325438"/>
                  <a:gd name="connsiteY104" fmla="*/ 75616 h 336550"/>
                  <a:gd name="connsiteX105" fmla="*/ 104776 w 325438"/>
                  <a:gd name="connsiteY105" fmla="*/ 80963 h 336550"/>
                  <a:gd name="connsiteX106" fmla="*/ 109538 w 325438"/>
                  <a:gd name="connsiteY106" fmla="*/ 75616 h 336550"/>
                  <a:gd name="connsiteX107" fmla="*/ 109538 w 325438"/>
                  <a:gd name="connsiteY107" fmla="*/ 10110 h 336550"/>
                  <a:gd name="connsiteX108" fmla="*/ 104776 w 325438"/>
                  <a:gd name="connsiteY108" fmla="*/ 4763 h 336550"/>
                  <a:gd name="connsiteX109" fmla="*/ 142876 w 325438"/>
                  <a:gd name="connsiteY109" fmla="*/ 4763 h 336550"/>
                  <a:gd name="connsiteX110" fmla="*/ 138113 w 325438"/>
                  <a:gd name="connsiteY110" fmla="*/ 10110 h 336550"/>
                  <a:gd name="connsiteX111" fmla="*/ 138113 w 325438"/>
                  <a:gd name="connsiteY111" fmla="*/ 75616 h 336550"/>
                  <a:gd name="connsiteX112" fmla="*/ 142876 w 325438"/>
                  <a:gd name="connsiteY112" fmla="*/ 80963 h 336550"/>
                  <a:gd name="connsiteX113" fmla="*/ 147638 w 325438"/>
                  <a:gd name="connsiteY113" fmla="*/ 75616 h 336550"/>
                  <a:gd name="connsiteX114" fmla="*/ 147638 w 325438"/>
                  <a:gd name="connsiteY114" fmla="*/ 10110 h 336550"/>
                  <a:gd name="connsiteX115" fmla="*/ 142876 w 325438"/>
                  <a:gd name="connsiteY115" fmla="*/ 4763 h 336550"/>
                  <a:gd name="connsiteX116" fmla="*/ 182563 w 325438"/>
                  <a:gd name="connsiteY116" fmla="*/ 4763 h 336550"/>
                  <a:gd name="connsiteX117" fmla="*/ 177800 w 325438"/>
                  <a:gd name="connsiteY117" fmla="*/ 10110 h 336550"/>
                  <a:gd name="connsiteX118" fmla="*/ 177800 w 325438"/>
                  <a:gd name="connsiteY118" fmla="*/ 75616 h 336550"/>
                  <a:gd name="connsiteX119" fmla="*/ 182563 w 325438"/>
                  <a:gd name="connsiteY119" fmla="*/ 80963 h 336550"/>
                  <a:gd name="connsiteX120" fmla="*/ 187325 w 325438"/>
                  <a:gd name="connsiteY120" fmla="*/ 75616 h 336550"/>
                  <a:gd name="connsiteX121" fmla="*/ 187325 w 325438"/>
                  <a:gd name="connsiteY121" fmla="*/ 10110 h 336550"/>
                  <a:gd name="connsiteX122" fmla="*/ 182563 w 325438"/>
                  <a:gd name="connsiteY122" fmla="*/ 4763 h 336550"/>
                  <a:gd name="connsiteX123" fmla="*/ 220663 w 325438"/>
                  <a:gd name="connsiteY123" fmla="*/ 4763 h 336550"/>
                  <a:gd name="connsiteX124" fmla="*/ 215900 w 325438"/>
                  <a:gd name="connsiteY124" fmla="*/ 10110 h 336550"/>
                  <a:gd name="connsiteX125" fmla="*/ 215900 w 325438"/>
                  <a:gd name="connsiteY125" fmla="*/ 75616 h 336550"/>
                  <a:gd name="connsiteX126" fmla="*/ 220663 w 325438"/>
                  <a:gd name="connsiteY126" fmla="*/ 80963 h 336550"/>
                  <a:gd name="connsiteX127" fmla="*/ 225425 w 325438"/>
                  <a:gd name="connsiteY127" fmla="*/ 75616 h 336550"/>
                  <a:gd name="connsiteX128" fmla="*/ 225425 w 325438"/>
                  <a:gd name="connsiteY128" fmla="*/ 10110 h 336550"/>
                  <a:gd name="connsiteX129" fmla="*/ 220663 w 325438"/>
                  <a:gd name="connsiteY129" fmla="*/ 4763 h 336550"/>
                  <a:gd name="connsiteX130" fmla="*/ 260124 w 325438"/>
                  <a:gd name="connsiteY130" fmla="*/ 4763 h 336550"/>
                  <a:gd name="connsiteX131" fmla="*/ 255588 w 325438"/>
                  <a:gd name="connsiteY131" fmla="*/ 10110 h 336550"/>
                  <a:gd name="connsiteX132" fmla="*/ 255588 w 325438"/>
                  <a:gd name="connsiteY132" fmla="*/ 75616 h 336550"/>
                  <a:gd name="connsiteX133" fmla="*/ 260124 w 325438"/>
                  <a:gd name="connsiteY133" fmla="*/ 80963 h 336550"/>
                  <a:gd name="connsiteX134" fmla="*/ 263526 w 325438"/>
                  <a:gd name="connsiteY134" fmla="*/ 75616 h 336550"/>
                  <a:gd name="connsiteX135" fmla="*/ 263526 w 325438"/>
                  <a:gd name="connsiteY135" fmla="*/ 10110 h 336550"/>
                  <a:gd name="connsiteX136" fmla="*/ 260124 w 325438"/>
                  <a:gd name="connsiteY136" fmla="*/ 4763 h 336550"/>
                  <a:gd name="connsiteX137" fmla="*/ 64823 w 325438"/>
                  <a:gd name="connsiteY137" fmla="*/ 0 h 336550"/>
                  <a:gd name="connsiteX138" fmla="*/ 75406 w 325438"/>
                  <a:gd name="connsiteY138" fmla="*/ 10517 h 336550"/>
                  <a:gd name="connsiteX139" fmla="*/ 75406 w 325438"/>
                  <a:gd name="connsiteY139" fmla="*/ 14461 h 336550"/>
                  <a:gd name="connsiteX140" fmla="*/ 93927 w 325438"/>
                  <a:gd name="connsiteY140" fmla="*/ 14461 h 336550"/>
                  <a:gd name="connsiteX141" fmla="*/ 93927 w 325438"/>
                  <a:gd name="connsiteY141" fmla="*/ 10517 h 336550"/>
                  <a:gd name="connsiteX142" fmla="*/ 104511 w 325438"/>
                  <a:gd name="connsiteY142" fmla="*/ 0 h 336550"/>
                  <a:gd name="connsiteX143" fmla="*/ 115094 w 325438"/>
                  <a:gd name="connsiteY143" fmla="*/ 10517 h 336550"/>
                  <a:gd name="connsiteX144" fmla="*/ 115094 w 325438"/>
                  <a:gd name="connsiteY144" fmla="*/ 14461 h 336550"/>
                  <a:gd name="connsiteX145" fmla="*/ 133615 w 325438"/>
                  <a:gd name="connsiteY145" fmla="*/ 14461 h 336550"/>
                  <a:gd name="connsiteX146" fmla="*/ 133615 w 325438"/>
                  <a:gd name="connsiteY146" fmla="*/ 10517 h 336550"/>
                  <a:gd name="connsiteX147" fmla="*/ 142875 w 325438"/>
                  <a:gd name="connsiteY147" fmla="*/ 0 h 336550"/>
                  <a:gd name="connsiteX148" fmla="*/ 153459 w 325438"/>
                  <a:gd name="connsiteY148" fmla="*/ 10517 h 336550"/>
                  <a:gd name="connsiteX149" fmla="*/ 153459 w 325438"/>
                  <a:gd name="connsiteY149" fmla="*/ 14461 h 336550"/>
                  <a:gd name="connsiteX150" fmla="*/ 171980 w 325438"/>
                  <a:gd name="connsiteY150" fmla="*/ 14461 h 336550"/>
                  <a:gd name="connsiteX151" fmla="*/ 171980 w 325438"/>
                  <a:gd name="connsiteY151" fmla="*/ 10517 h 336550"/>
                  <a:gd name="connsiteX152" fmla="*/ 182563 w 325438"/>
                  <a:gd name="connsiteY152" fmla="*/ 0 h 336550"/>
                  <a:gd name="connsiteX153" fmla="*/ 191823 w 325438"/>
                  <a:gd name="connsiteY153" fmla="*/ 10517 h 336550"/>
                  <a:gd name="connsiteX154" fmla="*/ 191823 w 325438"/>
                  <a:gd name="connsiteY154" fmla="*/ 14461 h 336550"/>
                  <a:gd name="connsiteX155" fmla="*/ 210344 w 325438"/>
                  <a:gd name="connsiteY155" fmla="*/ 14461 h 336550"/>
                  <a:gd name="connsiteX156" fmla="*/ 210344 w 325438"/>
                  <a:gd name="connsiteY156" fmla="*/ 10517 h 336550"/>
                  <a:gd name="connsiteX157" fmla="*/ 220927 w 325438"/>
                  <a:gd name="connsiteY157" fmla="*/ 0 h 336550"/>
                  <a:gd name="connsiteX158" fmla="*/ 231511 w 325438"/>
                  <a:gd name="connsiteY158" fmla="*/ 10517 h 336550"/>
                  <a:gd name="connsiteX159" fmla="*/ 231511 w 325438"/>
                  <a:gd name="connsiteY159" fmla="*/ 14461 h 336550"/>
                  <a:gd name="connsiteX160" fmla="*/ 250032 w 325438"/>
                  <a:gd name="connsiteY160" fmla="*/ 14461 h 336550"/>
                  <a:gd name="connsiteX161" fmla="*/ 250032 w 325438"/>
                  <a:gd name="connsiteY161" fmla="*/ 10517 h 336550"/>
                  <a:gd name="connsiteX162" fmla="*/ 260615 w 325438"/>
                  <a:gd name="connsiteY162" fmla="*/ 0 h 336550"/>
                  <a:gd name="connsiteX163" fmla="*/ 269875 w 325438"/>
                  <a:gd name="connsiteY163" fmla="*/ 10517 h 336550"/>
                  <a:gd name="connsiteX164" fmla="*/ 269875 w 325438"/>
                  <a:gd name="connsiteY164" fmla="*/ 14461 h 336550"/>
                  <a:gd name="connsiteX165" fmla="*/ 276490 w 325438"/>
                  <a:gd name="connsiteY165" fmla="*/ 14461 h 336550"/>
                  <a:gd name="connsiteX166" fmla="*/ 325438 w 325438"/>
                  <a:gd name="connsiteY166" fmla="*/ 61789 h 336550"/>
                  <a:gd name="connsiteX167" fmla="*/ 325438 w 325438"/>
                  <a:gd name="connsiteY167" fmla="*/ 289223 h 336550"/>
                  <a:gd name="connsiteX168" fmla="*/ 276490 w 325438"/>
                  <a:gd name="connsiteY168" fmla="*/ 336550 h 336550"/>
                  <a:gd name="connsiteX169" fmla="*/ 48948 w 325438"/>
                  <a:gd name="connsiteY169" fmla="*/ 336550 h 336550"/>
                  <a:gd name="connsiteX170" fmla="*/ 0 w 325438"/>
                  <a:gd name="connsiteY170" fmla="*/ 289223 h 336550"/>
                  <a:gd name="connsiteX171" fmla="*/ 0 w 325438"/>
                  <a:gd name="connsiteY171" fmla="*/ 61789 h 336550"/>
                  <a:gd name="connsiteX172" fmla="*/ 48948 w 325438"/>
                  <a:gd name="connsiteY172" fmla="*/ 14461 h 336550"/>
                  <a:gd name="connsiteX173" fmla="*/ 55563 w 325438"/>
                  <a:gd name="connsiteY173" fmla="*/ 14461 h 336550"/>
                  <a:gd name="connsiteX174" fmla="*/ 55563 w 325438"/>
                  <a:gd name="connsiteY174" fmla="*/ 10517 h 336550"/>
                  <a:gd name="connsiteX175" fmla="*/ 64823 w 325438"/>
                  <a:gd name="connsiteY175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</a:cxnLst>
                <a:rect l="l" t="t" r="r" b="b"/>
                <a:pathLst>
                  <a:path w="325438" h="336550">
                    <a:moveTo>
                      <a:pt x="233363" y="249238"/>
                    </a:moveTo>
                    <a:lnTo>
                      <a:pt x="279401" y="249238"/>
                    </a:lnTo>
                    <a:lnTo>
                      <a:pt x="279401" y="290513"/>
                    </a:lnTo>
                    <a:lnTo>
                      <a:pt x="233363" y="290513"/>
                    </a:lnTo>
                    <a:close/>
                    <a:moveTo>
                      <a:pt x="171450" y="249238"/>
                    </a:moveTo>
                    <a:lnTo>
                      <a:pt x="217488" y="249238"/>
                    </a:lnTo>
                    <a:lnTo>
                      <a:pt x="217488" y="290513"/>
                    </a:lnTo>
                    <a:lnTo>
                      <a:pt x="171450" y="290513"/>
                    </a:lnTo>
                    <a:close/>
                    <a:moveTo>
                      <a:pt x="107950" y="249238"/>
                    </a:moveTo>
                    <a:lnTo>
                      <a:pt x="155575" y="249238"/>
                    </a:lnTo>
                    <a:lnTo>
                      <a:pt x="155575" y="290513"/>
                    </a:lnTo>
                    <a:lnTo>
                      <a:pt x="107950" y="290513"/>
                    </a:lnTo>
                    <a:close/>
                    <a:moveTo>
                      <a:pt x="46038" y="249238"/>
                    </a:moveTo>
                    <a:lnTo>
                      <a:pt x="93663" y="249238"/>
                    </a:lnTo>
                    <a:lnTo>
                      <a:pt x="93663" y="290513"/>
                    </a:lnTo>
                    <a:lnTo>
                      <a:pt x="46038" y="290513"/>
                    </a:lnTo>
                    <a:close/>
                    <a:moveTo>
                      <a:pt x="233363" y="195263"/>
                    </a:moveTo>
                    <a:lnTo>
                      <a:pt x="279401" y="195263"/>
                    </a:lnTo>
                    <a:lnTo>
                      <a:pt x="279401" y="234951"/>
                    </a:lnTo>
                    <a:lnTo>
                      <a:pt x="233363" y="234951"/>
                    </a:lnTo>
                    <a:close/>
                    <a:moveTo>
                      <a:pt x="171450" y="195263"/>
                    </a:moveTo>
                    <a:lnTo>
                      <a:pt x="217488" y="195263"/>
                    </a:lnTo>
                    <a:lnTo>
                      <a:pt x="217488" y="234951"/>
                    </a:lnTo>
                    <a:lnTo>
                      <a:pt x="171450" y="234951"/>
                    </a:lnTo>
                    <a:close/>
                    <a:moveTo>
                      <a:pt x="107950" y="195263"/>
                    </a:moveTo>
                    <a:lnTo>
                      <a:pt x="155575" y="195263"/>
                    </a:lnTo>
                    <a:lnTo>
                      <a:pt x="155575" y="234951"/>
                    </a:lnTo>
                    <a:lnTo>
                      <a:pt x="107950" y="234951"/>
                    </a:lnTo>
                    <a:close/>
                    <a:moveTo>
                      <a:pt x="46038" y="195263"/>
                    </a:moveTo>
                    <a:lnTo>
                      <a:pt x="93663" y="195263"/>
                    </a:lnTo>
                    <a:lnTo>
                      <a:pt x="93663" y="234951"/>
                    </a:lnTo>
                    <a:lnTo>
                      <a:pt x="46038" y="234951"/>
                    </a:lnTo>
                    <a:close/>
                    <a:moveTo>
                      <a:pt x="233363" y="139700"/>
                    </a:moveTo>
                    <a:lnTo>
                      <a:pt x="279401" y="139700"/>
                    </a:lnTo>
                    <a:lnTo>
                      <a:pt x="279401" y="180975"/>
                    </a:lnTo>
                    <a:lnTo>
                      <a:pt x="233363" y="180975"/>
                    </a:lnTo>
                    <a:close/>
                    <a:moveTo>
                      <a:pt x="171450" y="139700"/>
                    </a:moveTo>
                    <a:lnTo>
                      <a:pt x="217488" y="139700"/>
                    </a:lnTo>
                    <a:lnTo>
                      <a:pt x="217488" y="180975"/>
                    </a:lnTo>
                    <a:lnTo>
                      <a:pt x="171450" y="180975"/>
                    </a:lnTo>
                    <a:close/>
                    <a:moveTo>
                      <a:pt x="107950" y="139700"/>
                    </a:moveTo>
                    <a:lnTo>
                      <a:pt x="155575" y="139700"/>
                    </a:lnTo>
                    <a:lnTo>
                      <a:pt x="155575" y="180975"/>
                    </a:lnTo>
                    <a:lnTo>
                      <a:pt x="107950" y="180975"/>
                    </a:lnTo>
                    <a:close/>
                    <a:moveTo>
                      <a:pt x="49167" y="38100"/>
                    </a:moveTo>
                    <a:cubicBezTo>
                      <a:pt x="35963" y="38100"/>
                      <a:pt x="25400" y="48613"/>
                      <a:pt x="25400" y="61753"/>
                    </a:cubicBezTo>
                    <a:cubicBezTo>
                      <a:pt x="25400" y="61753"/>
                      <a:pt x="25400" y="61753"/>
                      <a:pt x="25400" y="289085"/>
                    </a:cubicBezTo>
                    <a:cubicBezTo>
                      <a:pt x="25400" y="302226"/>
                      <a:pt x="35963" y="312738"/>
                      <a:pt x="49167" y="312738"/>
                    </a:cubicBezTo>
                    <a:cubicBezTo>
                      <a:pt x="49167" y="312738"/>
                      <a:pt x="49167" y="312738"/>
                      <a:pt x="276271" y="312738"/>
                    </a:cubicBezTo>
                    <a:cubicBezTo>
                      <a:pt x="289475" y="312738"/>
                      <a:pt x="300038" y="302226"/>
                      <a:pt x="300038" y="289085"/>
                    </a:cubicBezTo>
                    <a:cubicBezTo>
                      <a:pt x="300038" y="289085"/>
                      <a:pt x="300038" y="289085"/>
                      <a:pt x="300038" y="61753"/>
                    </a:cubicBezTo>
                    <a:cubicBezTo>
                      <a:pt x="300038" y="48613"/>
                      <a:pt x="289475" y="38100"/>
                      <a:pt x="276271" y="38100"/>
                    </a:cubicBezTo>
                    <a:cubicBezTo>
                      <a:pt x="276271" y="38100"/>
                      <a:pt x="276271" y="38100"/>
                      <a:pt x="269669" y="38100"/>
                    </a:cubicBezTo>
                    <a:cubicBezTo>
                      <a:pt x="269669" y="38100"/>
                      <a:pt x="269669" y="38100"/>
                      <a:pt x="269669" y="63067"/>
                    </a:cubicBezTo>
                    <a:cubicBezTo>
                      <a:pt x="273631" y="65695"/>
                      <a:pt x="276271" y="70951"/>
                      <a:pt x="276271" y="74894"/>
                    </a:cubicBezTo>
                    <a:cubicBezTo>
                      <a:pt x="276271" y="84092"/>
                      <a:pt x="268349" y="90662"/>
                      <a:pt x="260427" y="90662"/>
                    </a:cubicBezTo>
                    <a:cubicBezTo>
                      <a:pt x="251184" y="90662"/>
                      <a:pt x="244582" y="84092"/>
                      <a:pt x="244582" y="74894"/>
                    </a:cubicBezTo>
                    <a:cubicBezTo>
                      <a:pt x="244582" y="70951"/>
                      <a:pt x="245903" y="65695"/>
                      <a:pt x="249864" y="63067"/>
                    </a:cubicBezTo>
                    <a:cubicBezTo>
                      <a:pt x="249864" y="63067"/>
                      <a:pt x="249864" y="63067"/>
                      <a:pt x="249864" y="38100"/>
                    </a:cubicBezTo>
                    <a:cubicBezTo>
                      <a:pt x="249864" y="38100"/>
                      <a:pt x="249864" y="38100"/>
                      <a:pt x="231379" y="38100"/>
                    </a:cubicBezTo>
                    <a:cubicBezTo>
                      <a:pt x="231379" y="38100"/>
                      <a:pt x="231379" y="38100"/>
                      <a:pt x="231379" y="63067"/>
                    </a:cubicBezTo>
                    <a:cubicBezTo>
                      <a:pt x="234019" y="65695"/>
                      <a:pt x="236660" y="70951"/>
                      <a:pt x="236660" y="74894"/>
                    </a:cubicBezTo>
                    <a:cubicBezTo>
                      <a:pt x="236660" y="84092"/>
                      <a:pt x="230058" y="90662"/>
                      <a:pt x="220816" y="90662"/>
                    </a:cubicBezTo>
                    <a:cubicBezTo>
                      <a:pt x="212893" y="90662"/>
                      <a:pt x="204971" y="84092"/>
                      <a:pt x="204971" y="74894"/>
                    </a:cubicBezTo>
                    <a:cubicBezTo>
                      <a:pt x="204971" y="70951"/>
                      <a:pt x="207612" y="65695"/>
                      <a:pt x="210253" y="63067"/>
                    </a:cubicBezTo>
                    <a:cubicBezTo>
                      <a:pt x="210253" y="63067"/>
                      <a:pt x="210253" y="63067"/>
                      <a:pt x="210253" y="38100"/>
                    </a:cubicBezTo>
                    <a:cubicBezTo>
                      <a:pt x="210253" y="38100"/>
                      <a:pt x="210253" y="38100"/>
                      <a:pt x="191767" y="38100"/>
                    </a:cubicBezTo>
                    <a:cubicBezTo>
                      <a:pt x="191767" y="38100"/>
                      <a:pt x="191767" y="38100"/>
                      <a:pt x="191767" y="63067"/>
                    </a:cubicBezTo>
                    <a:cubicBezTo>
                      <a:pt x="195728" y="65695"/>
                      <a:pt x="198369" y="70951"/>
                      <a:pt x="198369" y="74894"/>
                    </a:cubicBezTo>
                    <a:cubicBezTo>
                      <a:pt x="198369" y="84092"/>
                      <a:pt x="190447" y="90662"/>
                      <a:pt x="182525" y="90662"/>
                    </a:cubicBezTo>
                    <a:cubicBezTo>
                      <a:pt x="173282" y="90662"/>
                      <a:pt x="166680" y="84092"/>
                      <a:pt x="166680" y="74894"/>
                    </a:cubicBezTo>
                    <a:cubicBezTo>
                      <a:pt x="166680" y="70951"/>
                      <a:pt x="168001" y="65695"/>
                      <a:pt x="171962" y="63067"/>
                    </a:cubicBezTo>
                    <a:cubicBezTo>
                      <a:pt x="171962" y="63067"/>
                      <a:pt x="171962" y="63067"/>
                      <a:pt x="171962" y="38100"/>
                    </a:cubicBezTo>
                    <a:cubicBezTo>
                      <a:pt x="171962" y="38100"/>
                      <a:pt x="171962" y="38100"/>
                      <a:pt x="153476" y="38100"/>
                    </a:cubicBezTo>
                    <a:cubicBezTo>
                      <a:pt x="153476" y="38100"/>
                      <a:pt x="153476" y="38100"/>
                      <a:pt x="153476" y="63067"/>
                    </a:cubicBezTo>
                    <a:cubicBezTo>
                      <a:pt x="157438" y="65695"/>
                      <a:pt x="158758" y="70951"/>
                      <a:pt x="158758" y="74894"/>
                    </a:cubicBezTo>
                    <a:cubicBezTo>
                      <a:pt x="158758" y="84092"/>
                      <a:pt x="152156" y="90662"/>
                      <a:pt x="142913" y="90662"/>
                    </a:cubicBezTo>
                    <a:cubicBezTo>
                      <a:pt x="134991" y="90662"/>
                      <a:pt x="127069" y="84092"/>
                      <a:pt x="127069" y="74894"/>
                    </a:cubicBezTo>
                    <a:cubicBezTo>
                      <a:pt x="127069" y="70951"/>
                      <a:pt x="129710" y="65695"/>
                      <a:pt x="133671" y="63067"/>
                    </a:cubicBezTo>
                    <a:cubicBezTo>
                      <a:pt x="133671" y="63067"/>
                      <a:pt x="133671" y="63067"/>
                      <a:pt x="133671" y="38100"/>
                    </a:cubicBezTo>
                    <a:cubicBezTo>
                      <a:pt x="133671" y="38100"/>
                      <a:pt x="133671" y="38100"/>
                      <a:pt x="115186" y="38100"/>
                    </a:cubicBezTo>
                    <a:cubicBezTo>
                      <a:pt x="115186" y="38100"/>
                      <a:pt x="115186" y="38100"/>
                      <a:pt x="115186" y="63067"/>
                    </a:cubicBezTo>
                    <a:cubicBezTo>
                      <a:pt x="117826" y="65695"/>
                      <a:pt x="120467" y="70951"/>
                      <a:pt x="120467" y="74894"/>
                    </a:cubicBezTo>
                    <a:cubicBezTo>
                      <a:pt x="120467" y="84092"/>
                      <a:pt x="112545" y="90662"/>
                      <a:pt x="104623" y="90662"/>
                    </a:cubicBezTo>
                    <a:cubicBezTo>
                      <a:pt x="95380" y="90662"/>
                      <a:pt x="88778" y="84092"/>
                      <a:pt x="88778" y="74894"/>
                    </a:cubicBezTo>
                    <a:cubicBezTo>
                      <a:pt x="88778" y="70951"/>
                      <a:pt x="91419" y="65695"/>
                      <a:pt x="94060" y="63067"/>
                    </a:cubicBezTo>
                    <a:cubicBezTo>
                      <a:pt x="94060" y="63067"/>
                      <a:pt x="94060" y="63067"/>
                      <a:pt x="94060" y="38100"/>
                    </a:cubicBezTo>
                    <a:cubicBezTo>
                      <a:pt x="94060" y="38100"/>
                      <a:pt x="94060" y="38100"/>
                      <a:pt x="75574" y="38100"/>
                    </a:cubicBezTo>
                    <a:cubicBezTo>
                      <a:pt x="75574" y="38100"/>
                      <a:pt x="75574" y="38100"/>
                      <a:pt x="75574" y="63067"/>
                    </a:cubicBezTo>
                    <a:cubicBezTo>
                      <a:pt x="79535" y="65695"/>
                      <a:pt x="80856" y="70951"/>
                      <a:pt x="80856" y="74894"/>
                    </a:cubicBezTo>
                    <a:cubicBezTo>
                      <a:pt x="80856" y="84092"/>
                      <a:pt x="74254" y="90662"/>
                      <a:pt x="65011" y="90662"/>
                    </a:cubicBezTo>
                    <a:cubicBezTo>
                      <a:pt x="57089" y="90662"/>
                      <a:pt x="49167" y="84092"/>
                      <a:pt x="49167" y="74894"/>
                    </a:cubicBezTo>
                    <a:cubicBezTo>
                      <a:pt x="49167" y="70951"/>
                      <a:pt x="51808" y="65695"/>
                      <a:pt x="55769" y="63067"/>
                    </a:cubicBezTo>
                    <a:cubicBezTo>
                      <a:pt x="55769" y="63067"/>
                      <a:pt x="55769" y="63067"/>
                      <a:pt x="55769" y="38100"/>
                    </a:cubicBezTo>
                    <a:cubicBezTo>
                      <a:pt x="55769" y="38100"/>
                      <a:pt x="55769" y="38100"/>
                      <a:pt x="49167" y="38100"/>
                    </a:cubicBezTo>
                    <a:close/>
                    <a:moveTo>
                      <a:pt x="65315" y="4763"/>
                    </a:moveTo>
                    <a:cubicBezTo>
                      <a:pt x="63047" y="4763"/>
                      <a:pt x="61913" y="7437"/>
                      <a:pt x="61913" y="10110"/>
                    </a:cubicBezTo>
                    <a:lnTo>
                      <a:pt x="61913" y="75616"/>
                    </a:lnTo>
                    <a:cubicBezTo>
                      <a:pt x="61913" y="79626"/>
                      <a:pt x="63047" y="80963"/>
                      <a:pt x="65315" y="80963"/>
                    </a:cubicBezTo>
                    <a:cubicBezTo>
                      <a:pt x="68717" y="80963"/>
                      <a:pt x="69851" y="79626"/>
                      <a:pt x="69851" y="75616"/>
                    </a:cubicBezTo>
                    <a:cubicBezTo>
                      <a:pt x="69851" y="75616"/>
                      <a:pt x="69851" y="75616"/>
                      <a:pt x="69851" y="10110"/>
                    </a:cubicBezTo>
                    <a:cubicBezTo>
                      <a:pt x="69851" y="7437"/>
                      <a:pt x="68717" y="4763"/>
                      <a:pt x="65315" y="4763"/>
                    </a:cubicBezTo>
                    <a:close/>
                    <a:moveTo>
                      <a:pt x="104776" y="4763"/>
                    </a:moveTo>
                    <a:cubicBezTo>
                      <a:pt x="102394" y="4763"/>
                      <a:pt x="100013" y="7437"/>
                      <a:pt x="100013" y="10110"/>
                    </a:cubicBezTo>
                    <a:lnTo>
                      <a:pt x="100013" y="75616"/>
                    </a:lnTo>
                    <a:cubicBezTo>
                      <a:pt x="100013" y="79626"/>
                      <a:pt x="102394" y="80963"/>
                      <a:pt x="104776" y="80963"/>
                    </a:cubicBezTo>
                    <a:cubicBezTo>
                      <a:pt x="107157" y="80963"/>
                      <a:pt x="109538" y="79626"/>
                      <a:pt x="109538" y="75616"/>
                    </a:cubicBezTo>
                    <a:cubicBezTo>
                      <a:pt x="109538" y="75616"/>
                      <a:pt x="109538" y="75616"/>
                      <a:pt x="109538" y="10110"/>
                    </a:cubicBezTo>
                    <a:cubicBezTo>
                      <a:pt x="109538" y="7437"/>
                      <a:pt x="107157" y="4763"/>
                      <a:pt x="104776" y="4763"/>
                    </a:cubicBezTo>
                    <a:close/>
                    <a:moveTo>
                      <a:pt x="142876" y="4763"/>
                    </a:moveTo>
                    <a:cubicBezTo>
                      <a:pt x="140494" y="4763"/>
                      <a:pt x="138113" y="7437"/>
                      <a:pt x="138113" y="10110"/>
                    </a:cubicBezTo>
                    <a:lnTo>
                      <a:pt x="138113" y="75616"/>
                    </a:lnTo>
                    <a:cubicBezTo>
                      <a:pt x="138113" y="79626"/>
                      <a:pt x="140494" y="80963"/>
                      <a:pt x="142876" y="80963"/>
                    </a:cubicBezTo>
                    <a:cubicBezTo>
                      <a:pt x="145257" y="80963"/>
                      <a:pt x="147638" y="79626"/>
                      <a:pt x="147638" y="75616"/>
                    </a:cubicBezTo>
                    <a:cubicBezTo>
                      <a:pt x="147638" y="75616"/>
                      <a:pt x="147638" y="75616"/>
                      <a:pt x="147638" y="10110"/>
                    </a:cubicBezTo>
                    <a:cubicBezTo>
                      <a:pt x="147638" y="7437"/>
                      <a:pt x="145257" y="4763"/>
                      <a:pt x="142876" y="4763"/>
                    </a:cubicBezTo>
                    <a:close/>
                    <a:moveTo>
                      <a:pt x="182563" y="4763"/>
                    </a:moveTo>
                    <a:cubicBezTo>
                      <a:pt x="180181" y="4763"/>
                      <a:pt x="177800" y="7437"/>
                      <a:pt x="177800" y="10110"/>
                    </a:cubicBezTo>
                    <a:lnTo>
                      <a:pt x="177800" y="75616"/>
                    </a:lnTo>
                    <a:cubicBezTo>
                      <a:pt x="177800" y="79626"/>
                      <a:pt x="180181" y="80963"/>
                      <a:pt x="182563" y="80963"/>
                    </a:cubicBezTo>
                    <a:cubicBezTo>
                      <a:pt x="184944" y="80963"/>
                      <a:pt x="187325" y="79626"/>
                      <a:pt x="187325" y="75616"/>
                    </a:cubicBezTo>
                    <a:cubicBezTo>
                      <a:pt x="187325" y="75616"/>
                      <a:pt x="187325" y="75616"/>
                      <a:pt x="187325" y="10110"/>
                    </a:cubicBezTo>
                    <a:cubicBezTo>
                      <a:pt x="187325" y="7437"/>
                      <a:pt x="184944" y="4763"/>
                      <a:pt x="182563" y="4763"/>
                    </a:cubicBezTo>
                    <a:close/>
                    <a:moveTo>
                      <a:pt x="220663" y="4763"/>
                    </a:moveTo>
                    <a:cubicBezTo>
                      <a:pt x="218281" y="4763"/>
                      <a:pt x="215900" y="7437"/>
                      <a:pt x="215900" y="10110"/>
                    </a:cubicBezTo>
                    <a:lnTo>
                      <a:pt x="215900" y="75616"/>
                    </a:lnTo>
                    <a:cubicBezTo>
                      <a:pt x="215900" y="79626"/>
                      <a:pt x="218281" y="80963"/>
                      <a:pt x="220663" y="80963"/>
                    </a:cubicBezTo>
                    <a:cubicBezTo>
                      <a:pt x="223044" y="80963"/>
                      <a:pt x="225425" y="79626"/>
                      <a:pt x="225425" y="75616"/>
                    </a:cubicBezTo>
                    <a:cubicBezTo>
                      <a:pt x="225425" y="75616"/>
                      <a:pt x="225425" y="75616"/>
                      <a:pt x="225425" y="10110"/>
                    </a:cubicBezTo>
                    <a:cubicBezTo>
                      <a:pt x="225425" y="7437"/>
                      <a:pt x="223044" y="4763"/>
                      <a:pt x="220663" y="4763"/>
                    </a:cubicBezTo>
                    <a:close/>
                    <a:moveTo>
                      <a:pt x="260124" y="4763"/>
                    </a:moveTo>
                    <a:cubicBezTo>
                      <a:pt x="256722" y="4763"/>
                      <a:pt x="255588" y="7437"/>
                      <a:pt x="255588" y="10110"/>
                    </a:cubicBezTo>
                    <a:lnTo>
                      <a:pt x="255588" y="75616"/>
                    </a:lnTo>
                    <a:cubicBezTo>
                      <a:pt x="255588" y="79626"/>
                      <a:pt x="256722" y="80963"/>
                      <a:pt x="260124" y="80963"/>
                    </a:cubicBezTo>
                    <a:cubicBezTo>
                      <a:pt x="262392" y="80963"/>
                      <a:pt x="263526" y="79626"/>
                      <a:pt x="263526" y="75616"/>
                    </a:cubicBezTo>
                    <a:cubicBezTo>
                      <a:pt x="263526" y="75616"/>
                      <a:pt x="263526" y="75616"/>
                      <a:pt x="263526" y="10110"/>
                    </a:cubicBezTo>
                    <a:cubicBezTo>
                      <a:pt x="263526" y="7437"/>
                      <a:pt x="262392" y="4763"/>
                      <a:pt x="260124" y="4763"/>
                    </a:cubicBezTo>
                    <a:close/>
                    <a:moveTo>
                      <a:pt x="64823" y="0"/>
                    </a:moveTo>
                    <a:cubicBezTo>
                      <a:pt x="71438" y="0"/>
                      <a:pt x="75406" y="3944"/>
                      <a:pt x="75406" y="10517"/>
                    </a:cubicBezTo>
                    <a:cubicBezTo>
                      <a:pt x="75406" y="10517"/>
                      <a:pt x="75406" y="10517"/>
                      <a:pt x="75406" y="14461"/>
                    </a:cubicBezTo>
                    <a:cubicBezTo>
                      <a:pt x="75406" y="14461"/>
                      <a:pt x="75406" y="14461"/>
                      <a:pt x="93927" y="14461"/>
                    </a:cubicBezTo>
                    <a:cubicBezTo>
                      <a:pt x="93927" y="14461"/>
                      <a:pt x="93927" y="14461"/>
                      <a:pt x="93927" y="10517"/>
                    </a:cubicBezTo>
                    <a:cubicBezTo>
                      <a:pt x="93927" y="3944"/>
                      <a:pt x="99219" y="0"/>
                      <a:pt x="104511" y="0"/>
                    </a:cubicBezTo>
                    <a:cubicBezTo>
                      <a:pt x="109802" y="0"/>
                      <a:pt x="115094" y="3944"/>
                      <a:pt x="115094" y="10517"/>
                    </a:cubicBezTo>
                    <a:cubicBezTo>
                      <a:pt x="115094" y="10517"/>
                      <a:pt x="115094" y="10517"/>
                      <a:pt x="115094" y="14461"/>
                    </a:cubicBezTo>
                    <a:cubicBezTo>
                      <a:pt x="115094" y="14461"/>
                      <a:pt x="115094" y="14461"/>
                      <a:pt x="133615" y="14461"/>
                    </a:cubicBezTo>
                    <a:cubicBezTo>
                      <a:pt x="133615" y="14461"/>
                      <a:pt x="133615" y="14461"/>
                      <a:pt x="133615" y="10517"/>
                    </a:cubicBezTo>
                    <a:cubicBezTo>
                      <a:pt x="133615" y="3944"/>
                      <a:pt x="137584" y="0"/>
                      <a:pt x="142875" y="0"/>
                    </a:cubicBezTo>
                    <a:cubicBezTo>
                      <a:pt x="149490" y="0"/>
                      <a:pt x="153459" y="3944"/>
                      <a:pt x="153459" y="10517"/>
                    </a:cubicBezTo>
                    <a:cubicBezTo>
                      <a:pt x="153459" y="10517"/>
                      <a:pt x="153459" y="10517"/>
                      <a:pt x="153459" y="14461"/>
                    </a:cubicBezTo>
                    <a:cubicBezTo>
                      <a:pt x="153459" y="14461"/>
                      <a:pt x="153459" y="14461"/>
                      <a:pt x="171980" y="14461"/>
                    </a:cubicBezTo>
                    <a:cubicBezTo>
                      <a:pt x="171980" y="14461"/>
                      <a:pt x="171980" y="14461"/>
                      <a:pt x="171980" y="10517"/>
                    </a:cubicBezTo>
                    <a:cubicBezTo>
                      <a:pt x="171980" y="3944"/>
                      <a:pt x="175948" y="0"/>
                      <a:pt x="182563" y="0"/>
                    </a:cubicBezTo>
                    <a:cubicBezTo>
                      <a:pt x="187855" y="0"/>
                      <a:pt x="191823" y="3944"/>
                      <a:pt x="191823" y="10517"/>
                    </a:cubicBezTo>
                    <a:cubicBezTo>
                      <a:pt x="191823" y="10517"/>
                      <a:pt x="191823" y="10517"/>
                      <a:pt x="191823" y="14461"/>
                    </a:cubicBezTo>
                    <a:cubicBezTo>
                      <a:pt x="191823" y="14461"/>
                      <a:pt x="191823" y="14461"/>
                      <a:pt x="210344" y="14461"/>
                    </a:cubicBezTo>
                    <a:cubicBezTo>
                      <a:pt x="210344" y="14461"/>
                      <a:pt x="210344" y="14461"/>
                      <a:pt x="210344" y="10517"/>
                    </a:cubicBezTo>
                    <a:cubicBezTo>
                      <a:pt x="210344" y="3944"/>
                      <a:pt x="215636" y="0"/>
                      <a:pt x="220927" y="0"/>
                    </a:cubicBezTo>
                    <a:cubicBezTo>
                      <a:pt x="226219" y="0"/>
                      <a:pt x="231511" y="3944"/>
                      <a:pt x="231511" y="10517"/>
                    </a:cubicBezTo>
                    <a:cubicBezTo>
                      <a:pt x="231511" y="10517"/>
                      <a:pt x="231511" y="10517"/>
                      <a:pt x="231511" y="14461"/>
                    </a:cubicBezTo>
                    <a:cubicBezTo>
                      <a:pt x="231511" y="14461"/>
                      <a:pt x="231511" y="14461"/>
                      <a:pt x="250032" y="14461"/>
                    </a:cubicBezTo>
                    <a:cubicBezTo>
                      <a:pt x="250032" y="14461"/>
                      <a:pt x="250032" y="14461"/>
                      <a:pt x="250032" y="10517"/>
                    </a:cubicBezTo>
                    <a:cubicBezTo>
                      <a:pt x="250032" y="3944"/>
                      <a:pt x="254000" y="0"/>
                      <a:pt x="260615" y="0"/>
                    </a:cubicBezTo>
                    <a:cubicBezTo>
                      <a:pt x="265907" y="0"/>
                      <a:pt x="269875" y="3944"/>
                      <a:pt x="269875" y="10517"/>
                    </a:cubicBezTo>
                    <a:cubicBezTo>
                      <a:pt x="269875" y="10517"/>
                      <a:pt x="269875" y="10517"/>
                      <a:pt x="269875" y="14461"/>
                    </a:cubicBezTo>
                    <a:cubicBezTo>
                      <a:pt x="269875" y="14461"/>
                      <a:pt x="269875" y="14461"/>
                      <a:pt x="276490" y="14461"/>
                    </a:cubicBezTo>
                    <a:cubicBezTo>
                      <a:pt x="302948" y="14461"/>
                      <a:pt x="325438" y="35496"/>
                      <a:pt x="325438" y="61789"/>
                    </a:cubicBezTo>
                    <a:cubicBezTo>
                      <a:pt x="325438" y="61789"/>
                      <a:pt x="325438" y="61789"/>
                      <a:pt x="325438" y="289223"/>
                    </a:cubicBezTo>
                    <a:cubicBezTo>
                      <a:pt x="325438" y="315516"/>
                      <a:pt x="302948" y="336550"/>
                      <a:pt x="276490" y="336550"/>
                    </a:cubicBezTo>
                    <a:cubicBezTo>
                      <a:pt x="276490" y="336550"/>
                      <a:pt x="276490" y="336550"/>
                      <a:pt x="48948" y="336550"/>
                    </a:cubicBezTo>
                    <a:cubicBezTo>
                      <a:pt x="22490" y="336550"/>
                      <a:pt x="0" y="315516"/>
                      <a:pt x="0" y="289223"/>
                    </a:cubicBezTo>
                    <a:cubicBezTo>
                      <a:pt x="0" y="289223"/>
                      <a:pt x="0" y="289223"/>
                      <a:pt x="0" y="61789"/>
                    </a:cubicBezTo>
                    <a:cubicBezTo>
                      <a:pt x="0" y="35496"/>
                      <a:pt x="22490" y="14461"/>
                      <a:pt x="48948" y="14461"/>
                    </a:cubicBezTo>
                    <a:cubicBezTo>
                      <a:pt x="48948" y="14461"/>
                      <a:pt x="48948" y="14461"/>
                      <a:pt x="55563" y="14461"/>
                    </a:cubicBezTo>
                    <a:cubicBezTo>
                      <a:pt x="55563" y="14461"/>
                      <a:pt x="55563" y="14461"/>
                      <a:pt x="55563" y="10517"/>
                    </a:cubicBezTo>
                    <a:cubicBezTo>
                      <a:pt x="55563" y="3944"/>
                      <a:pt x="59531" y="0"/>
                      <a:pt x="64823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0" name="文本框 27"/>
            <p:cNvSpPr txBox="1"/>
            <p:nvPr/>
          </p:nvSpPr>
          <p:spPr>
            <a:xfrm>
              <a:off x="6742728" y="4734527"/>
              <a:ext cx="1742936" cy="252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Arial" panose="020B0604020202020204"/>
                  <a:cs typeface="微软雅黑" panose="020B0503020204020204" pitchFamily="34" charset="-122"/>
                  <a:sym typeface="Arial" panose="020B0604020202020204" pitchFamily="34" charset="0"/>
                </a:rPr>
                <a:t>组员</a:t>
              </a: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：王雨情，石佳宇</a:t>
              </a:r>
              <a:endPara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0FA87E34-3CF8-1575-3D65-D3BC211437E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alphaModFix amt="9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524" t="30867" r="7331" b="33485"/>
          <a:stretch/>
        </p:blipFill>
        <p:spPr>
          <a:xfrm>
            <a:off x="2591076" y="1341689"/>
            <a:ext cx="3419936" cy="116124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91589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160208" y="838200"/>
            <a:ext cx="1527480" cy="1527480"/>
            <a:chOff x="1602769" y="143838"/>
            <a:chExt cx="1331936" cy="1331936"/>
          </a:xfrm>
        </p:grpSpPr>
        <p:sp>
          <p:nvSpPr>
            <p:cNvPr id="37" name="椭圆 36"/>
            <p:cNvSpPr/>
            <p:nvPr/>
          </p:nvSpPr>
          <p:spPr>
            <a:xfrm>
              <a:off x="1602769" y="143838"/>
              <a:ext cx="1331936" cy="1331936"/>
            </a:xfrm>
            <a:prstGeom prst="ellipse">
              <a:avLst/>
            </a:prstGeom>
            <a:solidFill>
              <a:srgbClr val="1C50A2"/>
            </a:solidFill>
            <a:ln w="165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TextBox 145"/>
            <p:cNvSpPr txBox="1"/>
            <p:nvPr/>
          </p:nvSpPr>
          <p:spPr>
            <a:xfrm>
              <a:off x="1727996" y="465437"/>
              <a:ext cx="11893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</a:p>
          </p:txBody>
        </p:sp>
        <p:sp>
          <p:nvSpPr>
            <p:cNvPr id="39" name="TextBox 146"/>
            <p:cNvSpPr txBox="1"/>
            <p:nvPr/>
          </p:nvSpPr>
          <p:spPr>
            <a:xfrm>
              <a:off x="1638153" y="937949"/>
              <a:ext cx="1263808" cy="3039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CONTENTS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" name="Freeform 5"/>
          <p:cNvSpPr/>
          <p:nvPr/>
        </p:nvSpPr>
        <p:spPr bwMode="auto">
          <a:xfrm>
            <a:off x="0" y="3231393"/>
            <a:ext cx="12182603" cy="1446240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rgbClr val="1C50A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68813" y="5123606"/>
            <a:ext cx="957954" cy="32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绪论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6943474" y="2253129"/>
            <a:ext cx="2091082" cy="32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研究成果与应用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687687" y="3368485"/>
            <a:ext cx="2067387" cy="32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研究方法与思路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498661" y="4589623"/>
            <a:ext cx="2698689" cy="32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关键技术与实践难点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084045" y="3889775"/>
            <a:ext cx="999420" cy="1001113"/>
            <a:chOff x="3437020" y="1033173"/>
            <a:chExt cx="863676" cy="865577"/>
          </a:xfrm>
        </p:grpSpPr>
        <p:sp>
          <p:nvSpPr>
            <p:cNvPr id="35" name="椭圆 34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solidFill>
              <a:srgbClr val="1C50A2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2" cstate="screen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77061" y="1269490"/>
              <a:ext cx="383594" cy="392941"/>
            </a:xfrm>
            <a:prstGeom prst="rect">
              <a:avLst/>
            </a:prstGeom>
          </p:spPr>
        </p:pic>
      </p:grp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9032864" y="4355212"/>
            <a:ext cx="2650452" cy="32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相关建议与论文总结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236057" y="4057332"/>
            <a:ext cx="999420" cy="1001113"/>
            <a:chOff x="3437020" y="2074814"/>
            <a:chExt cx="863676" cy="865577"/>
          </a:xfrm>
          <a:solidFill>
            <a:srgbClr val="1C50A2"/>
          </a:solidFill>
        </p:grpSpPr>
        <p:sp>
          <p:nvSpPr>
            <p:cNvPr id="33" name="椭圆 32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grpFill/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3" cstate="screen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09913" y="2331429"/>
              <a:ext cx="343966" cy="352346"/>
            </a:xfrm>
            <a:prstGeom prst="rect">
              <a:avLst/>
            </a:prstGeom>
            <a:grpFill/>
          </p:spPr>
        </p:pic>
      </p:grpSp>
      <p:sp>
        <p:nvSpPr>
          <p:cNvPr id="26" name="椭圆 25"/>
          <p:cNvSpPr>
            <a:spLocks noChangeArrowheads="1"/>
          </p:cNvSpPr>
          <p:nvPr/>
        </p:nvSpPr>
        <p:spPr bwMode="auto">
          <a:xfrm>
            <a:off x="5311058" y="3352405"/>
            <a:ext cx="999419" cy="999419"/>
          </a:xfrm>
          <a:prstGeom prst="ellipse">
            <a:avLst/>
          </a:prstGeom>
          <a:solidFill>
            <a:srgbClr val="1C50A2"/>
          </a:solidFill>
          <a:ln w="3810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579440" y="3629021"/>
            <a:ext cx="418411" cy="428311"/>
            <a:chOff x="9901116" y="2870043"/>
            <a:chExt cx="1094968" cy="1121283"/>
          </a:xfrm>
        </p:grpSpPr>
        <p:sp>
          <p:nvSpPr>
            <p:cNvPr id="28" name="Freeform 5"/>
            <p:cNvSpPr/>
            <p:nvPr/>
          </p:nvSpPr>
          <p:spPr bwMode="auto">
            <a:xfrm>
              <a:off x="10585466" y="2870043"/>
              <a:ext cx="234963" cy="800499"/>
            </a:xfrm>
            <a:custGeom>
              <a:avLst/>
              <a:gdLst>
                <a:gd name="T0" fmla="*/ 2 w 43"/>
                <a:gd name="T1" fmla="*/ 115 h 115"/>
                <a:gd name="T2" fmla="*/ 3 w 43"/>
                <a:gd name="T3" fmla="*/ 115 h 115"/>
                <a:gd name="T4" fmla="*/ 3 w 43"/>
                <a:gd name="T5" fmla="*/ 115 h 115"/>
                <a:gd name="T6" fmla="*/ 3 w 43"/>
                <a:gd name="T7" fmla="*/ 115 h 115"/>
                <a:gd name="T8" fmla="*/ 4 w 43"/>
                <a:gd name="T9" fmla="*/ 115 h 115"/>
                <a:gd name="T10" fmla="*/ 4 w 43"/>
                <a:gd name="T11" fmla="*/ 115 h 115"/>
                <a:gd name="T12" fmla="*/ 5 w 43"/>
                <a:gd name="T13" fmla="*/ 114 h 115"/>
                <a:gd name="T14" fmla="*/ 22 w 43"/>
                <a:gd name="T15" fmla="*/ 98 h 115"/>
                <a:gd name="T16" fmla="*/ 38 w 43"/>
                <a:gd name="T17" fmla="*/ 114 h 115"/>
                <a:gd name="T18" fmla="*/ 39 w 43"/>
                <a:gd name="T19" fmla="*/ 115 h 115"/>
                <a:gd name="T20" fmla="*/ 39 w 43"/>
                <a:gd name="T21" fmla="*/ 115 h 115"/>
                <a:gd name="T22" fmla="*/ 40 w 43"/>
                <a:gd name="T23" fmla="*/ 115 h 115"/>
                <a:gd name="T24" fmla="*/ 40 w 43"/>
                <a:gd name="T25" fmla="*/ 115 h 115"/>
                <a:gd name="T26" fmla="*/ 40 w 43"/>
                <a:gd name="T27" fmla="*/ 115 h 115"/>
                <a:gd name="T28" fmla="*/ 41 w 43"/>
                <a:gd name="T29" fmla="*/ 115 h 115"/>
                <a:gd name="T30" fmla="*/ 42 w 43"/>
                <a:gd name="T31" fmla="*/ 114 h 115"/>
                <a:gd name="T32" fmla="*/ 43 w 43"/>
                <a:gd name="T33" fmla="*/ 112 h 115"/>
                <a:gd name="T34" fmla="*/ 43 w 43"/>
                <a:gd name="T35" fmla="*/ 27 h 115"/>
                <a:gd name="T36" fmla="*/ 43 w 43"/>
                <a:gd name="T37" fmla="*/ 13 h 115"/>
                <a:gd name="T38" fmla="*/ 43 w 43"/>
                <a:gd name="T39" fmla="*/ 3 h 115"/>
                <a:gd name="T40" fmla="*/ 42 w 43"/>
                <a:gd name="T41" fmla="*/ 1 h 115"/>
                <a:gd name="T42" fmla="*/ 40 w 43"/>
                <a:gd name="T43" fmla="*/ 0 h 115"/>
                <a:gd name="T44" fmla="*/ 3 w 43"/>
                <a:gd name="T45" fmla="*/ 0 h 115"/>
                <a:gd name="T46" fmla="*/ 3 w 43"/>
                <a:gd name="T47" fmla="*/ 0 h 115"/>
                <a:gd name="T48" fmla="*/ 2 w 43"/>
                <a:gd name="T49" fmla="*/ 1 h 115"/>
                <a:gd name="T50" fmla="*/ 2 w 43"/>
                <a:gd name="T51" fmla="*/ 1 h 115"/>
                <a:gd name="T52" fmla="*/ 0 w 43"/>
                <a:gd name="T53" fmla="*/ 3 h 115"/>
                <a:gd name="T54" fmla="*/ 0 w 43"/>
                <a:gd name="T55" fmla="*/ 13 h 115"/>
                <a:gd name="T56" fmla="*/ 0 w 43"/>
                <a:gd name="T57" fmla="*/ 27 h 115"/>
                <a:gd name="T58" fmla="*/ 0 w 43"/>
                <a:gd name="T59" fmla="*/ 112 h 115"/>
                <a:gd name="T60" fmla="*/ 2 w 43"/>
                <a:gd name="T61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3" h="115">
                  <a:moveTo>
                    <a:pt x="2" y="115"/>
                  </a:moveTo>
                  <a:cubicBezTo>
                    <a:pt x="2" y="115"/>
                    <a:pt x="2" y="115"/>
                    <a:pt x="3" y="115"/>
                  </a:cubicBezTo>
                  <a:cubicBezTo>
                    <a:pt x="3" y="115"/>
                    <a:pt x="3" y="115"/>
                    <a:pt x="3" y="115"/>
                  </a:cubicBezTo>
                  <a:cubicBezTo>
                    <a:pt x="3" y="115"/>
                    <a:pt x="3" y="115"/>
                    <a:pt x="3" y="115"/>
                  </a:cubicBezTo>
                  <a:cubicBezTo>
                    <a:pt x="3" y="115"/>
                    <a:pt x="4" y="115"/>
                    <a:pt x="4" y="115"/>
                  </a:cubicBezTo>
                  <a:cubicBezTo>
                    <a:pt x="4" y="115"/>
                    <a:pt x="4" y="115"/>
                    <a:pt x="4" y="115"/>
                  </a:cubicBezTo>
                  <a:cubicBezTo>
                    <a:pt x="4" y="115"/>
                    <a:pt x="5" y="114"/>
                    <a:pt x="5" y="114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38" y="114"/>
                    <a:pt x="38" y="114"/>
                    <a:pt x="38" y="114"/>
                  </a:cubicBezTo>
                  <a:cubicBezTo>
                    <a:pt x="38" y="114"/>
                    <a:pt x="39" y="115"/>
                    <a:pt x="39" y="115"/>
                  </a:cubicBezTo>
                  <a:cubicBezTo>
                    <a:pt x="39" y="115"/>
                    <a:pt x="39" y="115"/>
                    <a:pt x="39" y="115"/>
                  </a:cubicBezTo>
                  <a:cubicBezTo>
                    <a:pt x="40" y="115"/>
                    <a:pt x="40" y="115"/>
                    <a:pt x="40" y="115"/>
                  </a:cubicBezTo>
                  <a:cubicBezTo>
                    <a:pt x="40" y="115"/>
                    <a:pt x="40" y="115"/>
                    <a:pt x="40" y="115"/>
                  </a:cubicBezTo>
                  <a:cubicBezTo>
                    <a:pt x="40" y="115"/>
                    <a:pt x="40" y="115"/>
                    <a:pt x="40" y="115"/>
                  </a:cubicBezTo>
                  <a:cubicBezTo>
                    <a:pt x="41" y="115"/>
                    <a:pt x="41" y="115"/>
                    <a:pt x="41" y="115"/>
                  </a:cubicBezTo>
                  <a:cubicBezTo>
                    <a:pt x="42" y="115"/>
                    <a:pt x="42" y="114"/>
                    <a:pt x="42" y="114"/>
                  </a:cubicBezTo>
                  <a:cubicBezTo>
                    <a:pt x="43" y="114"/>
                    <a:pt x="43" y="113"/>
                    <a:pt x="43" y="112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2"/>
                    <a:pt x="42" y="1"/>
                  </a:cubicBezTo>
                  <a:cubicBezTo>
                    <a:pt x="42" y="1"/>
                    <a:pt x="41" y="0"/>
                    <a:pt x="4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13"/>
                    <a:pt x="1" y="114"/>
                    <a:pt x="2" y="11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9" name="Freeform 6"/>
            <p:cNvSpPr/>
            <p:nvPr/>
          </p:nvSpPr>
          <p:spPr bwMode="auto">
            <a:xfrm>
              <a:off x="10044830" y="3280407"/>
              <a:ext cx="289711" cy="34679"/>
            </a:xfrm>
            <a:custGeom>
              <a:avLst/>
              <a:gdLst>
                <a:gd name="T0" fmla="*/ 0 w 53"/>
                <a:gd name="T1" fmla="*/ 3 h 5"/>
                <a:gd name="T2" fmla="*/ 3 w 53"/>
                <a:gd name="T3" fmla="*/ 5 h 5"/>
                <a:gd name="T4" fmla="*/ 50 w 53"/>
                <a:gd name="T5" fmla="*/ 5 h 5"/>
                <a:gd name="T6" fmla="*/ 53 w 53"/>
                <a:gd name="T7" fmla="*/ 3 h 5"/>
                <a:gd name="T8" fmla="*/ 50 w 53"/>
                <a:gd name="T9" fmla="*/ 0 h 5"/>
                <a:gd name="T10" fmla="*/ 3 w 53"/>
                <a:gd name="T11" fmla="*/ 0 h 5"/>
                <a:gd name="T12" fmla="*/ 0 w 53"/>
                <a:gd name="T13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">
                  <a:moveTo>
                    <a:pt x="0" y="3"/>
                  </a:moveTo>
                  <a:cubicBezTo>
                    <a:pt x="0" y="4"/>
                    <a:pt x="2" y="5"/>
                    <a:pt x="3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2" y="5"/>
                    <a:pt x="53" y="4"/>
                    <a:pt x="53" y="3"/>
                  </a:cubicBezTo>
                  <a:cubicBezTo>
                    <a:pt x="53" y="1"/>
                    <a:pt x="52" y="0"/>
                    <a:pt x="5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0" name="Freeform 7"/>
            <p:cNvSpPr/>
            <p:nvPr/>
          </p:nvSpPr>
          <p:spPr bwMode="auto">
            <a:xfrm>
              <a:off x="10044830" y="3442241"/>
              <a:ext cx="289711" cy="34679"/>
            </a:xfrm>
            <a:custGeom>
              <a:avLst/>
              <a:gdLst>
                <a:gd name="T0" fmla="*/ 50 w 53"/>
                <a:gd name="T1" fmla="*/ 0 h 5"/>
                <a:gd name="T2" fmla="*/ 3 w 53"/>
                <a:gd name="T3" fmla="*/ 0 h 5"/>
                <a:gd name="T4" fmla="*/ 0 w 53"/>
                <a:gd name="T5" fmla="*/ 2 h 5"/>
                <a:gd name="T6" fmla="*/ 3 w 53"/>
                <a:gd name="T7" fmla="*/ 5 h 5"/>
                <a:gd name="T8" fmla="*/ 50 w 53"/>
                <a:gd name="T9" fmla="*/ 5 h 5"/>
                <a:gd name="T10" fmla="*/ 53 w 53"/>
                <a:gd name="T11" fmla="*/ 2 h 5"/>
                <a:gd name="T12" fmla="*/ 50 w 5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">
                  <a:moveTo>
                    <a:pt x="5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4"/>
                    <a:pt x="2" y="5"/>
                    <a:pt x="3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2" y="5"/>
                    <a:pt x="53" y="4"/>
                    <a:pt x="53" y="2"/>
                  </a:cubicBezTo>
                  <a:cubicBezTo>
                    <a:pt x="53" y="1"/>
                    <a:pt x="52" y="0"/>
                    <a:pt x="5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10044830" y="3601186"/>
              <a:ext cx="289711" cy="34679"/>
            </a:xfrm>
            <a:custGeom>
              <a:avLst/>
              <a:gdLst>
                <a:gd name="T0" fmla="*/ 50 w 53"/>
                <a:gd name="T1" fmla="*/ 0 h 5"/>
                <a:gd name="T2" fmla="*/ 3 w 53"/>
                <a:gd name="T3" fmla="*/ 0 h 5"/>
                <a:gd name="T4" fmla="*/ 0 w 53"/>
                <a:gd name="T5" fmla="*/ 2 h 5"/>
                <a:gd name="T6" fmla="*/ 3 w 53"/>
                <a:gd name="T7" fmla="*/ 5 h 5"/>
                <a:gd name="T8" fmla="*/ 50 w 53"/>
                <a:gd name="T9" fmla="*/ 5 h 5"/>
                <a:gd name="T10" fmla="*/ 53 w 53"/>
                <a:gd name="T11" fmla="*/ 2 h 5"/>
                <a:gd name="T12" fmla="*/ 50 w 5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">
                  <a:moveTo>
                    <a:pt x="5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4"/>
                    <a:pt x="2" y="5"/>
                    <a:pt x="3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2" y="5"/>
                    <a:pt x="53" y="4"/>
                    <a:pt x="53" y="2"/>
                  </a:cubicBezTo>
                  <a:cubicBezTo>
                    <a:pt x="53" y="1"/>
                    <a:pt x="52" y="0"/>
                    <a:pt x="5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9901116" y="2953853"/>
              <a:ext cx="1094968" cy="1037473"/>
            </a:xfrm>
            <a:custGeom>
              <a:avLst/>
              <a:gdLst>
                <a:gd name="T0" fmla="*/ 177 w 200"/>
                <a:gd name="T1" fmla="*/ 3 h 149"/>
                <a:gd name="T2" fmla="*/ 177 w 200"/>
                <a:gd name="T3" fmla="*/ 17 h 149"/>
                <a:gd name="T4" fmla="*/ 186 w 200"/>
                <a:gd name="T5" fmla="*/ 21 h 149"/>
                <a:gd name="T6" fmla="*/ 186 w 200"/>
                <a:gd name="T7" fmla="*/ 134 h 149"/>
                <a:gd name="T8" fmla="*/ 107 w 200"/>
                <a:gd name="T9" fmla="*/ 134 h 149"/>
                <a:gd name="T10" fmla="*/ 107 w 200"/>
                <a:gd name="T11" fmla="*/ 21 h 149"/>
                <a:gd name="T12" fmla="*/ 117 w 200"/>
                <a:gd name="T13" fmla="*/ 17 h 149"/>
                <a:gd name="T14" fmla="*/ 117 w 200"/>
                <a:gd name="T15" fmla="*/ 3 h 149"/>
                <a:gd name="T16" fmla="*/ 100 w 200"/>
                <a:gd name="T17" fmla="*/ 9 h 149"/>
                <a:gd name="T18" fmla="*/ 53 w 200"/>
                <a:gd name="T19" fmla="*/ 0 h 149"/>
                <a:gd name="T20" fmla="*/ 0 w 200"/>
                <a:gd name="T21" fmla="*/ 20 h 149"/>
                <a:gd name="T22" fmla="*/ 0 w 200"/>
                <a:gd name="T23" fmla="*/ 142 h 149"/>
                <a:gd name="T24" fmla="*/ 2 w 200"/>
                <a:gd name="T25" fmla="*/ 147 h 149"/>
                <a:gd name="T26" fmla="*/ 8 w 200"/>
                <a:gd name="T27" fmla="*/ 149 h 149"/>
                <a:gd name="T28" fmla="*/ 53 w 200"/>
                <a:gd name="T29" fmla="*/ 145 h 149"/>
                <a:gd name="T30" fmla="*/ 99 w 200"/>
                <a:gd name="T31" fmla="*/ 149 h 149"/>
                <a:gd name="T32" fmla="*/ 99 w 200"/>
                <a:gd name="T33" fmla="*/ 149 h 149"/>
                <a:gd name="T34" fmla="*/ 100 w 200"/>
                <a:gd name="T35" fmla="*/ 149 h 149"/>
                <a:gd name="T36" fmla="*/ 100 w 200"/>
                <a:gd name="T37" fmla="*/ 149 h 149"/>
                <a:gd name="T38" fmla="*/ 101 w 200"/>
                <a:gd name="T39" fmla="*/ 149 h 149"/>
                <a:gd name="T40" fmla="*/ 101 w 200"/>
                <a:gd name="T41" fmla="*/ 149 h 149"/>
                <a:gd name="T42" fmla="*/ 146 w 200"/>
                <a:gd name="T43" fmla="*/ 145 h 149"/>
                <a:gd name="T44" fmla="*/ 192 w 200"/>
                <a:gd name="T45" fmla="*/ 149 h 149"/>
                <a:gd name="T46" fmla="*/ 193 w 200"/>
                <a:gd name="T47" fmla="*/ 149 h 149"/>
                <a:gd name="T48" fmla="*/ 197 w 200"/>
                <a:gd name="T49" fmla="*/ 147 h 149"/>
                <a:gd name="T50" fmla="*/ 200 w 200"/>
                <a:gd name="T51" fmla="*/ 142 h 149"/>
                <a:gd name="T52" fmla="*/ 200 w 200"/>
                <a:gd name="T53" fmla="*/ 20 h 149"/>
                <a:gd name="T54" fmla="*/ 177 w 200"/>
                <a:gd name="T55" fmla="*/ 3 h 149"/>
                <a:gd name="T56" fmla="*/ 93 w 200"/>
                <a:gd name="T57" fmla="*/ 134 h 149"/>
                <a:gd name="T58" fmla="*/ 53 w 200"/>
                <a:gd name="T59" fmla="*/ 131 h 149"/>
                <a:gd name="T60" fmla="*/ 14 w 200"/>
                <a:gd name="T61" fmla="*/ 134 h 149"/>
                <a:gd name="T62" fmla="*/ 14 w 200"/>
                <a:gd name="T63" fmla="*/ 21 h 149"/>
                <a:gd name="T64" fmla="*/ 53 w 200"/>
                <a:gd name="T65" fmla="*/ 14 h 149"/>
                <a:gd name="T66" fmla="*/ 93 w 200"/>
                <a:gd name="T67" fmla="*/ 21 h 149"/>
                <a:gd name="T68" fmla="*/ 93 w 200"/>
                <a:gd name="T69" fmla="*/ 13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0" h="149">
                  <a:moveTo>
                    <a:pt x="177" y="3"/>
                  </a:moveTo>
                  <a:cubicBezTo>
                    <a:pt x="177" y="17"/>
                    <a:pt x="177" y="17"/>
                    <a:pt x="177" y="17"/>
                  </a:cubicBezTo>
                  <a:cubicBezTo>
                    <a:pt x="181" y="18"/>
                    <a:pt x="185" y="20"/>
                    <a:pt x="186" y="21"/>
                  </a:cubicBezTo>
                  <a:cubicBezTo>
                    <a:pt x="186" y="134"/>
                    <a:pt x="186" y="134"/>
                    <a:pt x="186" y="134"/>
                  </a:cubicBezTo>
                  <a:cubicBezTo>
                    <a:pt x="161" y="130"/>
                    <a:pt x="131" y="130"/>
                    <a:pt x="107" y="134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8" y="20"/>
                    <a:pt x="111" y="18"/>
                    <a:pt x="117" y="17"/>
                  </a:cubicBezTo>
                  <a:cubicBezTo>
                    <a:pt x="117" y="3"/>
                    <a:pt x="117" y="3"/>
                    <a:pt x="117" y="3"/>
                  </a:cubicBezTo>
                  <a:cubicBezTo>
                    <a:pt x="110" y="4"/>
                    <a:pt x="104" y="6"/>
                    <a:pt x="100" y="9"/>
                  </a:cubicBezTo>
                  <a:cubicBezTo>
                    <a:pt x="90" y="2"/>
                    <a:pt x="70" y="0"/>
                    <a:pt x="53" y="0"/>
                  </a:cubicBezTo>
                  <a:cubicBezTo>
                    <a:pt x="29" y="0"/>
                    <a:pt x="0" y="5"/>
                    <a:pt x="0" y="2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4"/>
                    <a:pt x="1" y="146"/>
                    <a:pt x="2" y="147"/>
                  </a:cubicBezTo>
                  <a:cubicBezTo>
                    <a:pt x="4" y="148"/>
                    <a:pt x="6" y="149"/>
                    <a:pt x="8" y="149"/>
                  </a:cubicBezTo>
                  <a:cubicBezTo>
                    <a:pt x="22" y="146"/>
                    <a:pt x="37" y="145"/>
                    <a:pt x="53" y="145"/>
                  </a:cubicBezTo>
                  <a:cubicBezTo>
                    <a:pt x="69" y="145"/>
                    <a:pt x="85" y="146"/>
                    <a:pt x="99" y="149"/>
                  </a:cubicBezTo>
                  <a:cubicBezTo>
                    <a:pt x="99" y="149"/>
                    <a:pt x="99" y="149"/>
                    <a:pt x="99" y="149"/>
                  </a:cubicBezTo>
                  <a:cubicBezTo>
                    <a:pt x="99" y="149"/>
                    <a:pt x="99" y="149"/>
                    <a:pt x="100" y="149"/>
                  </a:cubicBezTo>
                  <a:cubicBezTo>
                    <a:pt x="100" y="149"/>
                    <a:pt x="100" y="149"/>
                    <a:pt x="100" y="149"/>
                  </a:cubicBezTo>
                  <a:cubicBezTo>
                    <a:pt x="100" y="149"/>
                    <a:pt x="100" y="149"/>
                    <a:pt x="101" y="149"/>
                  </a:cubicBezTo>
                  <a:cubicBezTo>
                    <a:pt x="101" y="149"/>
                    <a:pt x="101" y="149"/>
                    <a:pt x="101" y="149"/>
                  </a:cubicBezTo>
                  <a:cubicBezTo>
                    <a:pt x="115" y="146"/>
                    <a:pt x="130" y="145"/>
                    <a:pt x="146" y="145"/>
                  </a:cubicBezTo>
                  <a:cubicBezTo>
                    <a:pt x="162" y="145"/>
                    <a:pt x="178" y="146"/>
                    <a:pt x="192" y="149"/>
                  </a:cubicBezTo>
                  <a:cubicBezTo>
                    <a:pt x="192" y="149"/>
                    <a:pt x="192" y="149"/>
                    <a:pt x="193" y="149"/>
                  </a:cubicBezTo>
                  <a:cubicBezTo>
                    <a:pt x="194" y="149"/>
                    <a:pt x="196" y="148"/>
                    <a:pt x="197" y="147"/>
                  </a:cubicBezTo>
                  <a:cubicBezTo>
                    <a:pt x="199" y="146"/>
                    <a:pt x="200" y="144"/>
                    <a:pt x="200" y="142"/>
                  </a:cubicBezTo>
                  <a:cubicBezTo>
                    <a:pt x="200" y="20"/>
                    <a:pt x="200" y="20"/>
                    <a:pt x="200" y="20"/>
                  </a:cubicBezTo>
                  <a:cubicBezTo>
                    <a:pt x="200" y="11"/>
                    <a:pt x="190" y="6"/>
                    <a:pt x="177" y="3"/>
                  </a:cubicBezTo>
                  <a:close/>
                  <a:moveTo>
                    <a:pt x="93" y="134"/>
                  </a:moveTo>
                  <a:cubicBezTo>
                    <a:pt x="80" y="132"/>
                    <a:pt x="67" y="131"/>
                    <a:pt x="53" y="131"/>
                  </a:cubicBezTo>
                  <a:cubicBezTo>
                    <a:pt x="40" y="131"/>
                    <a:pt x="26" y="132"/>
                    <a:pt x="14" y="134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18"/>
                    <a:pt x="30" y="14"/>
                    <a:pt x="53" y="14"/>
                  </a:cubicBezTo>
                  <a:cubicBezTo>
                    <a:pt x="76" y="14"/>
                    <a:pt x="90" y="18"/>
                    <a:pt x="93" y="21"/>
                  </a:cubicBezTo>
                  <a:lnTo>
                    <a:pt x="93" y="13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7" name="椭圆 16"/>
          <p:cNvSpPr>
            <a:spLocks noChangeArrowheads="1"/>
          </p:cNvSpPr>
          <p:nvPr/>
        </p:nvSpPr>
        <p:spPr bwMode="auto">
          <a:xfrm>
            <a:off x="7522307" y="2864965"/>
            <a:ext cx="999420" cy="1001112"/>
          </a:xfrm>
          <a:prstGeom prst="ellipse">
            <a:avLst/>
          </a:prstGeom>
          <a:solidFill>
            <a:srgbClr val="1C50A2"/>
          </a:solidFill>
          <a:ln w="3810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18" name="Group 4"/>
          <p:cNvGrpSpPr>
            <a:grpSpLocks noChangeAspect="1"/>
          </p:cNvGrpSpPr>
          <p:nvPr/>
        </p:nvGrpSpPr>
        <p:grpSpPr bwMode="auto">
          <a:xfrm>
            <a:off x="7833267" y="3123398"/>
            <a:ext cx="377499" cy="458013"/>
            <a:chOff x="2694" y="1931"/>
            <a:chExt cx="374" cy="454"/>
          </a:xfrm>
          <a:solidFill>
            <a:schemeClr val="bg1"/>
          </a:solidFill>
        </p:grpSpPr>
        <p:sp>
          <p:nvSpPr>
            <p:cNvPr id="19" name="Freeform 5"/>
            <p:cNvSpPr>
              <a:spLocks noEditPoints="1"/>
            </p:cNvSpPr>
            <p:nvPr/>
          </p:nvSpPr>
          <p:spPr bwMode="auto">
            <a:xfrm>
              <a:off x="2694" y="1931"/>
              <a:ext cx="374" cy="454"/>
            </a:xfrm>
            <a:custGeom>
              <a:avLst/>
              <a:gdLst>
                <a:gd name="T0" fmla="*/ 127 w 155"/>
                <a:gd name="T1" fmla="*/ 7 h 189"/>
                <a:gd name="T2" fmla="*/ 124 w 155"/>
                <a:gd name="T3" fmla="*/ 0 h 189"/>
                <a:gd name="T4" fmla="*/ 122 w 155"/>
                <a:gd name="T5" fmla="*/ 7 h 189"/>
                <a:gd name="T6" fmla="*/ 96 w 155"/>
                <a:gd name="T7" fmla="*/ 3 h 189"/>
                <a:gd name="T8" fmla="*/ 90 w 155"/>
                <a:gd name="T9" fmla="*/ 3 h 189"/>
                <a:gd name="T10" fmla="*/ 64 w 155"/>
                <a:gd name="T11" fmla="*/ 7 h 189"/>
                <a:gd name="T12" fmla="*/ 62 w 155"/>
                <a:gd name="T13" fmla="*/ 0 h 189"/>
                <a:gd name="T14" fmla="*/ 59 w 155"/>
                <a:gd name="T15" fmla="*/ 7 h 189"/>
                <a:gd name="T16" fmla="*/ 33 w 155"/>
                <a:gd name="T17" fmla="*/ 3 h 189"/>
                <a:gd name="T18" fmla="*/ 27 w 155"/>
                <a:gd name="T19" fmla="*/ 3 h 189"/>
                <a:gd name="T20" fmla="*/ 7 w 155"/>
                <a:gd name="T21" fmla="*/ 7 h 189"/>
                <a:gd name="T22" fmla="*/ 0 w 155"/>
                <a:gd name="T23" fmla="*/ 182 h 189"/>
                <a:gd name="T24" fmla="*/ 148 w 155"/>
                <a:gd name="T25" fmla="*/ 189 h 189"/>
                <a:gd name="T26" fmla="*/ 155 w 155"/>
                <a:gd name="T27" fmla="*/ 13 h 189"/>
                <a:gd name="T28" fmla="*/ 124 w 155"/>
                <a:gd name="T29" fmla="*/ 40 h 189"/>
                <a:gd name="T30" fmla="*/ 127 w 155"/>
                <a:gd name="T31" fmla="*/ 31 h 189"/>
                <a:gd name="T32" fmla="*/ 124 w 155"/>
                <a:gd name="T33" fmla="*/ 44 h 189"/>
                <a:gd name="T34" fmla="*/ 122 w 155"/>
                <a:gd name="T35" fmla="*/ 31 h 189"/>
                <a:gd name="T36" fmla="*/ 124 w 155"/>
                <a:gd name="T37" fmla="*/ 40 h 189"/>
                <a:gd name="T38" fmla="*/ 96 w 155"/>
                <a:gd name="T39" fmla="*/ 37 h 189"/>
                <a:gd name="T40" fmla="*/ 100 w 155"/>
                <a:gd name="T41" fmla="*/ 37 h 189"/>
                <a:gd name="T42" fmla="*/ 86 w 155"/>
                <a:gd name="T43" fmla="*/ 37 h 189"/>
                <a:gd name="T44" fmla="*/ 90 w 155"/>
                <a:gd name="T45" fmla="*/ 37 h 189"/>
                <a:gd name="T46" fmla="*/ 62 w 155"/>
                <a:gd name="T47" fmla="*/ 40 h 189"/>
                <a:gd name="T48" fmla="*/ 64 w 155"/>
                <a:gd name="T49" fmla="*/ 31 h 189"/>
                <a:gd name="T50" fmla="*/ 62 w 155"/>
                <a:gd name="T51" fmla="*/ 44 h 189"/>
                <a:gd name="T52" fmla="*/ 59 w 155"/>
                <a:gd name="T53" fmla="*/ 31 h 189"/>
                <a:gd name="T54" fmla="*/ 62 w 155"/>
                <a:gd name="T55" fmla="*/ 40 h 189"/>
                <a:gd name="T56" fmla="*/ 33 w 155"/>
                <a:gd name="T57" fmla="*/ 37 h 189"/>
                <a:gd name="T58" fmla="*/ 37 w 155"/>
                <a:gd name="T59" fmla="*/ 37 h 189"/>
                <a:gd name="T60" fmla="*/ 23 w 155"/>
                <a:gd name="T61" fmla="*/ 37 h 189"/>
                <a:gd name="T62" fmla="*/ 27 w 155"/>
                <a:gd name="T63" fmla="*/ 37 h 189"/>
                <a:gd name="T64" fmla="*/ 141 w 155"/>
                <a:gd name="T65" fmla="*/ 175 h 189"/>
                <a:gd name="T66" fmla="*/ 14 w 155"/>
                <a:gd name="T67" fmla="*/ 20 h 189"/>
                <a:gd name="T68" fmla="*/ 27 w 155"/>
                <a:gd name="T69" fmla="*/ 25 h 189"/>
                <a:gd name="T70" fmla="*/ 30 w 155"/>
                <a:gd name="T71" fmla="*/ 50 h 189"/>
                <a:gd name="T72" fmla="*/ 33 w 155"/>
                <a:gd name="T73" fmla="*/ 25 h 189"/>
                <a:gd name="T74" fmla="*/ 59 w 155"/>
                <a:gd name="T75" fmla="*/ 20 h 189"/>
                <a:gd name="T76" fmla="*/ 49 w 155"/>
                <a:gd name="T77" fmla="*/ 37 h 189"/>
                <a:gd name="T78" fmla="*/ 74 w 155"/>
                <a:gd name="T79" fmla="*/ 37 h 189"/>
                <a:gd name="T80" fmla="*/ 64 w 155"/>
                <a:gd name="T81" fmla="*/ 20 h 189"/>
                <a:gd name="T82" fmla="*/ 90 w 155"/>
                <a:gd name="T83" fmla="*/ 25 h 189"/>
                <a:gd name="T84" fmla="*/ 93 w 155"/>
                <a:gd name="T85" fmla="*/ 50 h 189"/>
                <a:gd name="T86" fmla="*/ 96 w 155"/>
                <a:gd name="T87" fmla="*/ 25 h 189"/>
                <a:gd name="T88" fmla="*/ 122 w 155"/>
                <a:gd name="T89" fmla="*/ 20 h 189"/>
                <a:gd name="T90" fmla="*/ 112 w 155"/>
                <a:gd name="T91" fmla="*/ 37 h 189"/>
                <a:gd name="T92" fmla="*/ 137 w 155"/>
                <a:gd name="T93" fmla="*/ 37 h 189"/>
                <a:gd name="T94" fmla="*/ 127 w 155"/>
                <a:gd name="T95" fmla="*/ 20 h 189"/>
                <a:gd name="T96" fmla="*/ 141 w 155"/>
                <a:gd name="T97" fmla="*/ 175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5" h="189">
                  <a:moveTo>
                    <a:pt x="148" y="7"/>
                  </a:moveTo>
                  <a:cubicBezTo>
                    <a:pt x="127" y="7"/>
                    <a:pt x="127" y="7"/>
                    <a:pt x="127" y="7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7" y="1"/>
                    <a:pt x="126" y="0"/>
                    <a:pt x="124" y="0"/>
                  </a:cubicBezTo>
                  <a:cubicBezTo>
                    <a:pt x="123" y="0"/>
                    <a:pt x="122" y="1"/>
                    <a:pt x="122" y="3"/>
                  </a:cubicBezTo>
                  <a:cubicBezTo>
                    <a:pt x="122" y="7"/>
                    <a:pt x="122" y="7"/>
                    <a:pt x="122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96" y="1"/>
                    <a:pt x="94" y="0"/>
                    <a:pt x="93" y="0"/>
                  </a:cubicBezTo>
                  <a:cubicBezTo>
                    <a:pt x="91" y="0"/>
                    <a:pt x="90" y="1"/>
                    <a:pt x="90" y="3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0" y="0"/>
                    <a:pt x="59" y="1"/>
                    <a:pt x="59" y="3"/>
                  </a:cubicBezTo>
                  <a:cubicBezTo>
                    <a:pt x="59" y="7"/>
                    <a:pt x="59" y="7"/>
                    <a:pt x="59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1"/>
                    <a:pt x="32" y="0"/>
                    <a:pt x="30" y="0"/>
                  </a:cubicBezTo>
                  <a:cubicBezTo>
                    <a:pt x="29" y="0"/>
                    <a:pt x="27" y="1"/>
                    <a:pt x="27" y="3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3" y="7"/>
                    <a:pt x="0" y="10"/>
                    <a:pt x="0" y="13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6"/>
                    <a:pt x="3" y="189"/>
                    <a:pt x="7" y="189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189"/>
                    <a:pt x="155" y="186"/>
                    <a:pt x="155" y="182"/>
                  </a:cubicBezTo>
                  <a:cubicBezTo>
                    <a:pt x="155" y="13"/>
                    <a:pt x="155" y="13"/>
                    <a:pt x="155" y="13"/>
                  </a:cubicBezTo>
                  <a:cubicBezTo>
                    <a:pt x="155" y="10"/>
                    <a:pt x="152" y="7"/>
                    <a:pt x="148" y="7"/>
                  </a:cubicBezTo>
                  <a:close/>
                  <a:moveTo>
                    <a:pt x="124" y="40"/>
                  </a:moveTo>
                  <a:cubicBezTo>
                    <a:pt x="126" y="40"/>
                    <a:pt x="127" y="39"/>
                    <a:pt x="127" y="37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30" y="32"/>
                    <a:pt x="131" y="35"/>
                    <a:pt x="131" y="37"/>
                  </a:cubicBezTo>
                  <a:cubicBezTo>
                    <a:pt x="131" y="41"/>
                    <a:pt x="128" y="44"/>
                    <a:pt x="124" y="44"/>
                  </a:cubicBezTo>
                  <a:cubicBezTo>
                    <a:pt x="120" y="44"/>
                    <a:pt x="117" y="41"/>
                    <a:pt x="117" y="37"/>
                  </a:cubicBezTo>
                  <a:cubicBezTo>
                    <a:pt x="117" y="34"/>
                    <a:pt x="119" y="32"/>
                    <a:pt x="122" y="31"/>
                  </a:cubicBezTo>
                  <a:cubicBezTo>
                    <a:pt x="122" y="37"/>
                    <a:pt x="122" y="37"/>
                    <a:pt x="122" y="37"/>
                  </a:cubicBezTo>
                  <a:cubicBezTo>
                    <a:pt x="122" y="39"/>
                    <a:pt x="123" y="40"/>
                    <a:pt x="124" y="40"/>
                  </a:cubicBezTo>
                  <a:close/>
                  <a:moveTo>
                    <a:pt x="93" y="40"/>
                  </a:moveTo>
                  <a:cubicBezTo>
                    <a:pt x="94" y="40"/>
                    <a:pt x="96" y="39"/>
                    <a:pt x="96" y="37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8" y="32"/>
                    <a:pt x="100" y="35"/>
                    <a:pt x="100" y="37"/>
                  </a:cubicBezTo>
                  <a:cubicBezTo>
                    <a:pt x="100" y="41"/>
                    <a:pt x="97" y="44"/>
                    <a:pt x="93" y="44"/>
                  </a:cubicBezTo>
                  <a:cubicBezTo>
                    <a:pt x="89" y="44"/>
                    <a:pt x="86" y="41"/>
                    <a:pt x="86" y="37"/>
                  </a:cubicBezTo>
                  <a:cubicBezTo>
                    <a:pt x="86" y="34"/>
                    <a:pt x="88" y="32"/>
                    <a:pt x="90" y="31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90" y="39"/>
                    <a:pt x="91" y="40"/>
                    <a:pt x="93" y="40"/>
                  </a:cubicBezTo>
                  <a:close/>
                  <a:moveTo>
                    <a:pt x="62" y="40"/>
                  </a:moveTo>
                  <a:cubicBezTo>
                    <a:pt x="63" y="40"/>
                    <a:pt x="64" y="39"/>
                    <a:pt x="64" y="37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7" y="32"/>
                    <a:pt x="69" y="35"/>
                    <a:pt x="69" y="37"/>
                  </a:cubicBezTo>
                  <a:cubicBezTo>
                    <a:pt x="69" y="41"/>
                    <a:pt x="65" y="44"/>
                    <a:pt x="62" y="44"/>
                  </a:cubicBezTo>
                  <a:cubicBezTo>
                    <a:pt x="58" y="44"/>
                    <a:pt x="54" y="41"/>
                    <a:pt x="54" y="37"/>
                  </a:cubicBezTo>
                  <a:cubicBezTo>
                    <a:pt x="54" y="34"/>
                    <a:pt x="56" y="32"/>
                    <a:pt x="59" y="31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59" y="39"/>
                    <a:pt x="60" y="40"/>
                    <a:pt x="62" y="40"/>
                  </a:cubicBezTo>
                  <a:close/>
                  <a:moveTo>
                    <a:pt x="30" y="40"/>
                  </a:moveTo>
                  <a:cubicBezTo>
                    <a:pt x="32" y="40"/>
                    <a:pt x="33" y="39"/>
                    <a:pt x="33" y="37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5" y="32"/>
                    <a:pt x="37" y="35"/>
                    <a:pt x="37" y="37"/>
                  </a:cubicBezTo>
                  <a:cubicBezTo>
                    <a:pt x="37" y="41"/>
                    <a:pt x="34" y="44"/>
                    <a:pt x="30" y="44"/>
                  </a:cubicBezTo>
                  <a:cubicBezTo>
                    <a:pt x="26" y="44"/>
                    <a:pt x="23" y="41"/>
                    <a:pt x="23" y="37"/>
                  </a:cubicBezTo>
                  <a:cubicBezTo>
                    <a:pt x="23" y="34"/>
                    <a:pt x="25" y="32"/>
                    <a:pt x="27" y="31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9"/>
                    <a:pt x="29" y="40"/>
                    <a:pt x="30" y="40"/>
                  </a:cubicBezTo>
                  <a:close/>
                  <a:moveTo>
                    <a:pt x="141" y="175"/>
                  </a:moveTo>
                  <a:cubicBezTo>
                    <a:pt x="14" y="175"/>
                    <a:pt x="14" y="175"/>
                    <a:pt x="14" y="175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2" y="26"/>
                    <a:pt x="18" y="31"/>
                    <a:pt x="18" y="37"/>
                  </a:cubicBezTo>
                  <a:cubicBezTo>
                    <a:pt x="18" y="44"/>
                    <a:pt x="23" y="50"/>
                    <a:pt x="30" y="50"/>
                  </a:cubicBezTo>
                  <a:cubicBezTo>
                    <a:pt x="37" y="50"/>
                    <a:pt x="43" y="44"/>
                    <a:pt x="43" y="37"/>
                  </a:cubicBezTo>
                  <a:cubicBezTo>
                    <a:pt x="43" y="31"/>
                    <a:pt x="39" y="26"/>
                    <a:pt x="33" y="25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53" y="26"/>
                    <a:pt x="49" y="31"/>
                    <a:pt x="49" y="37"/>
                  </a:cubicBezTo>
                  <a:cubicBezTo>
                    <a:pt x="49" y="44"/>
                    <a:pt x="55" y="50"/>
                    <a:pt x="62" y="50"/>
                  </a:cubicBezTo>
                  <a:cubicBezTo>
                    <a:pt x="68" y="50"/>
                    <a:pt x="74" y="44"/>
                    <a:pt x="74" y="37"/>
                  </a:cubicBezTo>
                  <a:cubicBezTo>
                    <a:pt x="74" y="31"/>
                    <a:pt x="70" y="26"/>
                    <a:pt x="64" y="25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85" y="26"/>
                    <a:pt x="80" y="31"/>
                    <a:pt x="80" y="37"/>
                  </a:cubicBezTo>
                  <a:cubicBezTo>
                    <a:pt x="80" y="44"/>
                    <a:pt x="86" y="50"/>
                    <a:pt x="93" y="50"/>
                  </a:cubicBezTo>
                  <a:cubicBezTo>
                    <a:pt x="100" y="50"/>
                    <a:pt x="105" y="44"/>
                    <a:pt x="105" y="37"/>
                  </a:cubicBezTo>
                  <a:cubicBezTo>
                    <a:pt x="105" y="31"/>
                    <a:pt x="101" y="26"/>
                    <a:pt x="96" y="25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5"/>
                    <a:pt x="122" y="25"/>
                    <a:pt x="122" y="25"/>
                  </a:cubicBezTo>
                  <a:cubicBezTo>
                    <a:pt x="116" y="26"/>
                    <a:pt x="112" y="31"/>
                    <a:pt x="112" y="37"/>
                  </a:cubicBezTo>
                  <a:cubicBezTo>
                    <a:pt x="112" y="44"/>
                    <a:pt x="117" y="50"/>
                    <a:pt x="124" y="50"/>
                  </a:cubicBezTo>
                  <a:cubicBezTo>
                    <a:pt x="131" y="50"/>
                    <a:pt x="137" y="44"/>
                    <a:pt x="137" y="37"/>
                  </a:cubicBezTo>
                  <a:cubicBezTo>
                    <a:pt x="137" y="31"/>
                    <a:pt x="133" y="26"/>
                    <a:pt x="127" y="25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41" y="20"/>
                    <a:pt x="141" y="20"/>
                    <a:pt x="141" y="20"/>
                  </a:cubicBezTo>
                  <a:lnTo>
                    <a:pt x="141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2820" y="2272"/>
              <a:ext cx="181" cy="12"/>
            </a:xfrm>
            <a:custGeom>
              <a:avLst/>
              <a:gdLst>
                <a:gd name="T0" fmla="*/ 73 w 75"/>
                <a:gd name="T1" fmla="*/ 0 h 5"/>
                <a:gd name="T2" fmla="*/ 2 w 75"/>
                <a:gd name="T3" fmla="*/ 0 h 5"/>
                <a:gd name="T4" fmla="*/ 0 w 75"/>
                <a:gd name="T5" fmla="*/ 3 h 5"/>
                <a:gd name="T6" fmla="*/ 2 w 75"/>
                <a:gd name="T7" fmla="*/ 5 h 5"/>
                <a:gd name="T8" fmla="*/ 73 w 75"/>
                <a:gd name="T9" fmla="*/ 5 h 5"/>
                <a:gd name="T10" fmla="*/ 75 w 75"/>
                <a:gd name="T11" fmla="*/ 3 h 5"/>
                <a:gd name="T12" fmla="*/ 73 w 7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5">
                  <a:moveTo>
                    <a:pt x="7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4" y="5"/>
                    <a:pt x="75" y="4"/>
                    <a:pt x="75" y="3"/>
                  </a:cubicBezTo>
                  <a:cubicBezTo>
                    <a:pt x="75" y="1"/>
                    <a:pt x="74" y="0"/>
                    <a:pt x="7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2820" y="2190"/>
              <a:ext cx="181" cy="14"/>
            </a:xfrm>
            <a:custGeom>
              <a:avLst/>
              <a:gdLst>
                <a:gd name="T0" fmla="*/ 73 w 75"/>
                <a:gd name="T1" fmla="*/ 0 h 6"/>
                <a:gd name="T2" fmla="*/ 2 w 75"/>
                <a:gd name="T3" fmla="*/ 0 h 6"/>
                <a:gd name="T4" fmla="*/ 0 w 75"/>
                <a:gd name="T5" fmla="*/ 3 h 6"/>
                <a:gd name="T6" fmla="*/ 2 w 75"/>
                <a:gd name="T7" fmla="*/ 6 h 6"/>
                <a:gd name="T8" fmla="*/ 73 w 75"/>
                <a:gd name="T9" fmla="*/ 6 h 6"/>
                <a:gd name="T10" fmla="*/ 75 w 75"/>
                <a:gd name="T11" fmla="*/ 3 h 6"/>
                <a:gd name="T12" fmla="*/ 73 w 7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6">
                  <a:moveTo>
                    <a:pt x="7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4" y="6"/>
                    <a:pt x="75" y="5"/>
                    <a:pt x="75" y="3"/>
                  </a:cubicBezTo>
                  <a:cubicBezTo>
                    <a:pt x="75" y="2"/>
                    <a:pt x="74" y="0"/>
                    <a:pt x="7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2820" y="2111"/>
              <a:ext cx="181" cy="12"/>
            </a:xfrm>
            <a:custGeom>
              <a:avLst/>
              <a:gdLst>
                <a:gd name="T0" fmla="*/ 73 w 75"/>
                <a:gd name="T1" fmla="*/ 0 h 5"/>
                <a:gd name="T2" fmla="*/ 2 w 75"/>
                <a:gd name="T3" fmla="*/ 0 h 5"/>
                <a:gd name="T4" fmla="*/ 0 w 75"/>
                <a:gd name="T5" fmla="*/ 3 h 5"/>
                <a:gd name="T6" fmla="*/ 2 w 75"/>
                <a:gd name="T7" fmla="*/ 5 h 5"/>
                <a:gd name="T8" fmla="*/ 73 w 75"/>
                <a:gd name="T9" fmla="*/ 5 h 5"/>
                <a:gd name="T10" fmla="*/ 75 w 75"/>
                <a:gd name="T11" fmla="*/ 3 h 5"/>
                <a:gd name="T12" fmla="*/ 73 w 7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5">
                  <a:moveTo>
                    <a:pt x="7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4" y="5"/>
                    <a:pt x="75" y="4"/>
                    <a:pt x="75" y="3"/>
                  </a:cubicBezTo>
                  <a:cubicBezTo>
                    <a:pt x="75" y="1"/>
                    <a:pt x="74" y="0"/>
                    <a:pt x="7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2755" y="2096"/>
              <a:ext cx="41" cy="41"/>
            </a:xfrm>
            <a:custGeom>
              <a:avLst/>
              <a:gdLst>
                <a:gd name="T0" fmla="*/ 15 w 17"/>
                <a:gd name="T1" fmla="*/ 0 h 17"/>
                <a:gd name="T2" fmla="*/ 3 w 17"/>
                <a:gd name="T3" fmla="*/ 0 h 17"/>
                <a:gd name="T4" fmla="*/ 0 w 17"/>
                <a:gd name="T5" fmla="*/ 3 h 17"/>
                <a:gd name="T6" fmla="*/ 0 w 17"/>
                <a:gd name="T7" fmla="*/ 15 h 17"/>
                <a:gd name="T8" fmla="*/ 3 w 17"/>
                <a:gd name="T9" fmla="*/ 17 h 17"/>
                <a:gd name="T10" fmla="*/ 15 w 17"/>
                <a:gd name="T11" fmla="*/ 17 h 17"/>
                <a:gd name="T12" fmla="*/ 17 w 17"/>
                <a:gd name="T13" fmla="*/ 15 h 17"/>
                <a:gd name="T14" fmla="*/ 17 w 17"/>
                <a:gd name="T15" fmla="*/ 3 h 17"/>
                <a:gd name="T16" fmla="*/ 15 w 17"/>
                <a:gd name="T1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1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3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6" y="17"/>
                    <a:pt x="17" y="16"/>
                    <a:pt x="17" y="15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2755" y="2176"/>
              <a:ext cx="41" cy="43"/>
            </a:xfrm>
            <a:custGeom>
              <a:avLst/>
              <a:gdLst>
                <a:gd name="T0" fmla="*/ 15 w 17"/>
                <a:gd name="T1" fmla="*/ 0 h 18"/>
                <a:gd name="T2" fmla="*/ 3 w 17"/>
                <a:gd name="T3" fmla="*/ 0 h 18"/>
                <a:gd name="T4" fmla="*/ 0 w 17"/>
                <a:gd name="T5" fmla="*/ 3 h 18"/>
                <a:gd name="T6" fmla="*/ 0 w 17"/>
                <a:gd name="T7" fmla="*/ 15 h 18"/>
                <a:gd name="T8" fmla="*/ 3 w 17"/>
                <a:gd name="T9" fmla="*/ 18 h 18"/>
                <a:gd name="T10" fmla="*/ 15 w 17"/>
                <a:gd name="T11" fmla="*/ 18 h 18"/>
                <a:gd name="T12" fmla="*/ 17 w 17"/>
                <a:gd name="T13" fmla="*/ 15 h 18"/>
                <a:gd name="T14" fmla="*/ 17 w 17"/>
                <a:gd name="T15" fmla="*/ 3 h 18"/>
                <a:gd name="T16" fmla="*/ 15 w 17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8">
                  <a:moveTo>
                    <a:pt x="1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7"/>
                    <a:pt x="1" y="18"/>
                    <a:pt x="3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8"/>
                    <a:pt x="17" y="17"/>
                    <a:pt x="17" y="15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2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2755" y="2257"/>
              <a:ext cx="41" cy="41"/>
            </a:xfrm>
            <a:custGeom>
              <a:avLst/>
              <a:gdLst>
                <a:gd name="T0" fmla="*/ 15 w 17"/>
                <a:gd name="T1" fmla="*/ 0 h 17"/>
                <a:gd name="T2" fmla="*/ 3 w 17"/>
                <a:gd name="T3" fmla="*/ 0 h 17"/>
                <a:gd name="T4" fmla="*/ 0 w 17"/>
                <a:gd name="T5" fmla="*/ 3 h 17"/>
                <a:gd name="T6" fmla="*/ 0 w 17"/>
                <a:gd name="T7" fmla="*/ 15 h 17"/>
                <a:gd name="T8" fmla="*/ 3 w 17"/>
                <a:gd name="T9" fmla="*/ 17 h 17"/>
                <a:gd name="T10" fmla="*/ 15 w 17"/>
                <a:gd name="T11" fmla="*/ 17 h 17"/>
                <a:gd name="T12" fmla="*/ 17 w 17"/>
                <a:gd name="T13" fmla="*/ 15 h 17"/>
                <a:gd name="T14" fmla="*/ 17 w 17"/>
                <a:gd name="T15" fmla="*/ 3 h 17"/>
                <a:gd name="T16" fmla="*/ 15 w 17"/>
                <a:gd name="T1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1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3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6" y="17"/>
                    <a:pt x="17" y="16"/>
                    <a:pt x="17" y="15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5" name="椭圆 14"/>
          <p:cNvSpPr>
            <a:spLocks noChangeArrowheads="1"/>
          </p:cNvSpPr>
          <p:nvPr/>
        </p:nvSpPr>
        <p:spPr bwMode="auto">
          <a:xfrm>
            <a:off x="9850340" y="3097685"/>
            <a:ext cx="999420" cy="1001113"/>
          </a:xfrm>
          <a:prstGeom prst="ellipse">
            <a:avLst/>
          </a:prstGeom>
          <a:solidFill>
            <a:srgbClr val="1C50A2"/>
          </a:solidFill>
          <a:ln w="38100">
            <a:solidFill>
              <a:schemeClr val="bg1">
                <a:lumMod val="75000"/>
              </a:schemeClr>
            </a:solidFill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6" name="Freeform 9"/>
          <p:cNvSpPr>
            <a:spLocks noEditPoints="1"/>
          </p:cNvSpPr>
          <p:nvPr/>
        </p:nvSpPr>
        <p:spPr bwMode="auto">
          <a:xfrm>
            <a:off x="10125116" y="3425850"/>
            <a:ext cx="449867" cy="344782"/>
          </a:xfrm>
          <a:custGeom>
            <a:avLst/>
            <a:gdLst>
              <a:gd name="T0" fmla="*/ 16 w 104"/>
              <a:gd name="T1" fmla="*/ 2 h 79"/>
              <a:gd name="T2" fmla="*/ 27 w 104"/>
              <a:gd name="T3" fmla="*/ 4 h 79"/>
              <a:gd name="T4" fmla="*/ 19 w 104"/>
              <a:gd name="T5" fmla="*/ 48 h 79"/>
              <a:gd name="T6" fmla="*/ 4 w 104"/>
              <a:gd name="T7" fmla="*/ 45 h 79"/>
              <a:gd name="T8" fmla="*/ 16 w 104"/>
              <a:gd name="T9" fmla="*/ 2 h 79"/>
              <a:gd name="T10" fmla="*/ 18 w 104"/>
              <a:gd name="T11" fmla="*/ 65 h 79"/>
              <a:gd name="T12" fmla="*/ 16 w 104"/>
              <a:gd name="T13" fmla="*/ 72 h 79"/>
              <a:gd name="T14" fmla="*/ 101 w 104"/>
              <a:gd name="T15" fmla="*/ 72 h 79"/>
              <a:gd name="T16" fmla="*/ 104 w 104"/>
              <a:gd name="T17" fmla="*/ 72 h 79"/>
              <a:gd name="T18" fmla="*/ 104 w 104"/>
              <a:gd name="T19" fmla="*/ 68 h 79"/>
              <a:gd name="T20" fmla="*/ 104 w 104"/>
              <a:gd name="T21" fmla="*/ 26 h 79"/>
              <a:gd name="T22" fmla="*/ 104 w 104"/>
              <a:gd name="T23" fmla="*/ 24 h 79"/>
              <a:gd name="T24" fmla="*/ 103 w 104"/>
              <a:gd name="T25" fmla="*/ 23 h 79"/>
              <a:gd name="T26" fmla="*/ 90 w 104"/>
              <a:gd name="T27" fmla="*/ 10 h 79"/>
              <a:gd name="T28" fmla="*/ 89 w 104"/>
              <a:gd name="T29" fmla="*/ 9 h 79"/>
              <a:gd name="T30" fmla="*/ 87 w 104"/>
              <a:gd name="T31" fmla="*/ 9 h 79"/>
              <a:gd name="T32" fmla="*/ 31 w 104"/>
              <a:gd name="T33" fmla="*/ 9 h 79"/>
              <a:gd name="T34" fmla="*/ 31 w 104"/>
              <a:gd name="T35" fmla="*/ 17 h 79"/>
              <a:gd name="T36" fmla="*/ 84 w 104"/>
              <a:gd name="T37" fmla="*/ 17 h 79"/>
              <a:gd name="T38" fmla="*/ 83 w 104"/>
              <a:gd name="T39" fmla="*/ 28 h 79"/>
              <a:gd name="T40" fmla="*/ 83 w 104"/>
              <a:gd name="T41" fmla="*/ 30 h 79"/>
              <a:gd name="T42" fmla="*/ 85 w 104"/>
              <a:gd name="T43" fmla="*/ 30 h 79"/>
              <a:gd name="T44" fmla="*/ 97 w 104"/>
              <a:gd name="T45" fmla="*/ 29 h 79"/>
              <a:gd name="T46" fmla="*/ 97 w 104"/>
              <a:gd name="T47" fmla="*/ 65 h 79"/>
              <a:gd name="T48" fmla="*/ 18 w 104"/>
              <a:gd name="T49" fmla="*/ 65 h 79"/>
              <a:gd name="T50" fmla="*/ 95 w 104"/>
              <a:gd name="T51" fmla="*/ 26 h 79"/>
              <a:gd name="T52" fmla="*/ 86 w 104"/>
              <a:gd name="T53" fmla="*/ 26 h 79"/>
              <a:gd name="T54" fmla="*/ 87 w 104"/>
              <a:gd name="T55" fmla="*/ 18 h 79"/>
              <a:gd name="T56" fmla="*/ 95 w 104"/>
              <a:gd name="T57" fmla="*/ 26 h 79"/>
              <a:gd name="T58" fmla="*/ 32 w 104"/>
              <a:gd name="T59" fmla="*/ 43 h 79"/>
              <a:gd name="T60" fmla="*/ 74 w 104"/>
              <a:gd name="T61" fmla="*/ 43 h 79"/>
              <a:gd name="T62" fmla="*/ 74 w 104"/>
              <a:gd name="T63" fmla="*/ 45 h 79"/>
              <a:gd name="T64" fmla="*/ 32 w 104"/>
              <a:gd name="T65" fmla="*/ 45 h 79"/>
              <a:gd name="T66" fmla="*/ 32 w 104"/>
              <a:gd name="T67" fmla="*/ 43 h 79"/>
              <a:gd name="T68" fmla="*/ 32 w 104"/>
              <a:gd name="T69" fmla="*/ 32 h 79"/>
              <a:gd name="T70" fmla="*/ 71 w 104"/>
              <a:gd name="T71" fmla="*/ 32 h 79"/>
              <a:gd name="T72" fmla="*/ 71 w 104"/>
              <a:gd name="T73" fmla="*/ 35 h 79"/>
              <a:gd name="T74" fmla="*/ 32 w 104"/>
              <a:gd name="T75" fmla="*/ 35 h 79"/>
              <a:gd name="T76" fmla="*/ 32 w 104"/>
              <a:gd name="T77" fmla="*/ 32 h 79"/>
              <a:gd name="T78" fmla="*/ 32 w 104"/>
              <a:gd name="T79" fmla="*/ 22 h 79"/>
              <a:gd name="T80" fmla="*/ 71 w 104"/>
              <a:gd name="T81" fmla="*/ 22 h 79"/>
              <a:gd name="T82" fmla="*/ 71 w 104"/>
              <a:gd name="T83" fmla="*/ 25 h 79"/>
              <a:gd name="T84" fmla="*/ 32 w 104"/>
              <a:gd name="T85" fmla="*/ 25 h 79"/>
              <a:gd name="T86" fmla="*/ 32 w 104"/>
              <a:gd name="T87" fmla="*/ 22 h 79"/>
              <a:gd name="T88" fmla="*/ 3 w 104"/>
              <a:gd name="T89" fmla="*/ 66 h 79"/>
              <a:gd name="T90" fmla="*/ 9 w 104"/>
              <a:gd name="T91" fmla="*/ 68 h 79"/>
              <a:gd name="T92" fmla="*/ 9 w 104"/>
              <a:gd name="T93" fmla="*/ 74 h 79"/>
              <a:gd name="T94" fmla="*/ 5 w 104"/>
              <a:gd name="T95" fmla="*/ 79 h 79"/>
              <a:gd name="T96" fmla="*/ 2 w 104"/>
              <a:gd name="T97" fmla="*/ 78 h 79"/>
              <a:gd name="T98" fmla="*/ 0 w 104"/>
              <a:gd name="T99" fmla="*/ 72 h 79"/>
              <a:gd name="T100" fmla="*/ 3 w 104"/>
              <a:gd name="T101" fmla="*/ 66 h 79"/>
              <a:gd name="T102" fmla="*/ 4 w 104"/>
              <a:gd name="T103" fmla="*/ 48 h 79"/>
              <a:gd name="T104" fmla="*/ 2 w 104"/>
              <a:gd name="T105" fmla="*/ 65 h 79"/>
              <a:gd name="T106" fmla="*/ 12 w 104"/>
              <a:gd name="T107" fmla="*/ 67 h 79"/>
              <a:gd name="T108" fmla="*/ 17 w 104"/>
              <a:gd name="T109" fmla="*/ 51 h 79"/>
              <a:gd name="T110" fmla="*/ 4 w 104"/>
              <a:gd name="T111" fmla="*/ 48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4" h="79">
                <a:moveTo>
                  <a:pt x="16" y="2"/>
                </a:moveTo>
                <a:cubicBezTo>
                  <a:pt x="21" y="0"/>
                  <a:pt x="24" y="1"/>
                  <a:pt x="27" y="4"/>
                </a:cubicBezTo>
                <a:cubicBezTo>
                  <a:pt x="26" y="20"/>
                  <a:pt x="23" y="35"/>
                  <a:pt x="19" y="48"/>
                </a:cubicBezTo>
                <a:cubicBezTo>
                  <a:pt x="14" y="47"/>
                  <a:pt x="9" y="46"/>
                  <a:pt x="4" y="45"/>
                </a:cubicBezTo>
                <a:cubicBezTo>
                  <a:pt x="6" y="29"/>
                  <a:pt x="10" y="15"/>
                  <a:pt x="16" y="2"/>
                </a:cubicBezTo>
                <a:close/>
                <a:moveTo>
                  <a:pt x="18" y="65"/>
                </a:moveTo>
                <a:cubicBezTo>
                  <a:pt x="16" y="72"/>
                  <a:pt x="16" y="72"/>
                  <a:pt x="16" y="72"/>
                </a:cubicBezTo>
                <a:cubicBezTo>
                  <a:pt x="69" y="72"/>
                  <a:pt x="74" y="72"/>
                  <a:pt x="101" y="72"/>
                </a:cubicBezTo>
                <a:cubicBezTo>
                  <a:pt x="104" y="72"/>
                  <a:pt x="104" y="72"/>
                  <a:pt x="104" y="72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26"/>
                  <a:pt x="104" y="26"/>
                  <a:pt x="104" y="26"/>
                </a:cubicBezTo>
                <a:cubicBezTo>
                  <a:pt x="104" y="24"/>
                  <a:pt x="104" y="24"/>
                  <a:pt x="104" y="24"/>
                </a:cubicBezTo>
                <a:cubicBezTo>
                  <a:pt x="103" y="23"/>
                  <a:pt x="103" y="23"/>
                  <a:pt x="103" y="23"/>
                </a:cubicBezTo>
                <a:cubicBezTo>
                  <a:pt x="90" y="10"/>
                  <a:pt x="90" y="10"/>
                  <a:pt x="90" y="10"/>
                </a:cubicBezTo>
                <a:cubicBezTo>
                  <a:pt x="89" y="9"/>
                  <a:pt x="89" y="9"/>
                  <a:pt x="89" y="9"/>
                </a:cubicBezTo>
                <a:cubicBezTo>
                  <a:pt x="87" y="9"/>
                  <a:pt x="87" y="9"/>
                  <a:pt x="87" y="9"/>
                </a:cubicBezTo>
                <a:cubicBezTo>
                  <a:pt x="31" y="9"/>
                  <a:pt x="31" y="9"/>
                  <a:pt x="31" y="9"/>
                </a:cubicBezTo>
                <a:cubicBezTo>
                  <a:pt x="31" y="12"/>
                  <a:pt x="31" y="14"/>
                  <a:pt x="31" y="17"/>
                </a:cubicBezTo>
                <a:cubicBezTo>
                  <a:pt x="84" y="17"/>
                  <a:pt x="84" y="17"/>
                  <a:pt x="84" y="17"/>
                </a:cubicBezTo>
                <a:cubicBezTo>
                  <a:pt x="83" y="28"/>
                  <a:pt x="83" y="28"/>
                  <a:pt x="83" y="28"/>
                </a:cubicBezTo>
                <a:cubicBezTo>
                  <a:pt x="83" y="30"/>
                  <a:pt x="83" y="30"/>
                  <a:pt x="83" y="30"/>
                </a:cubicBezTo>
                <a:cubicBezTo>
                  <a:pt x="85" y="30"/>
                  <a:pt x="85" y="30"/>
                  <a:pt x="85" y="30"/>
                </a:cubicBezTo>
                <a:cubicBezTo>
                  <a:pt x="97" y="29"/>
                  <a:pt x="97" y="29"/>
                  <a:pt x="97" y="29"/>
                </a:cubicBezTo>
                <a:cubicBezTo>
                  <a:pt x="97" y="65"/>
                  <a:pt x="97" y="65"/>
                  <a:pt x="97" y="65"/>
                </a:cubicBezTo>
                <a:cubicBezTo>
                  <a:pt x="79" y="65"/>
                  <a:pt x="57" y="65"/>
                  <a:pt x="18" y="65"/>
                </a:cubicBezTo>
                <a:close/>
                <a:moveTo>
                  <a:pt x="95" y="26"/>
                </a:moveTo>
                <a:cubicBezTo>
                  <a:pt x="86" y="26"/>
                  <a:pt x="86" y="26"/>
                  <a:pt x="86" y="26"/>
                </a:cubicBezTo>
                <a:cubicBezTo>
                  <a:pt x="87" y="18"/>
                  <a:pt x="87" y="18"/>
                  <a:pt x="87" y="18"/>
                </a:cubicBezTo>
                <a:cubicBezTo>
                  <a:pt x="95" y="26"/>
                  <a:pt x="95" y="26"/>
                  <a:pt x="95" y="26"/>
                </a:cubicBezTo>
                <a:close/>
                <a:moveTo>
                  <a:pt x="32" y="43"/>
                </a:moveTo>
                <a:cubicBezTo>
                  <a:pt x="74" y="43"/>
                  <a:pt x="74" y="43"/>
                  <a:pt x="74" y="43"/>
                </a:cubicBezTo>
                <a:cubicBezTo>
                  <a:pt x="74" y="45"/>
                  <a:pt x="74" y="45"/>
                  <a:pt x="74" y="45"/>
                </a:cubicBezTo>
                <a:cubicBezTo>
                  <a:pt x="32" y="45"/>
                  <a:pt x="32" y="45"/>
                  <a:pt x="32" y="45"/>
                </a:cubicBezTo>
                <a:cubicBezTo>
                  <a:pt x="32" y="43"/>
                  <a:pt x="32" y="43"/>
                  <a:pt x="32" y="43"/>
                </a:cubicBezTo>
                <a:close/>
                <a:moveTo>
                  <a:pt x="32" y="32"/>
                </a:moveTo>
                <a:cubicBezTo>
                  <a:pt x="71" y="32"/>
                  <a:pt x="71" y="32"/>
                  <a:pt x="71" y="32"/>
                </a:cubicBezTo>
                <a:cubicBezTo>
                  <a:pt x="71" y="35"/>
                  <a:pt x="71" y="35"/>
                  <a:pt x="71" y="35"/>
                </a:cubicBezTo>
                <a:cubicBezTo>
                  <a:pt x="32" y="35"/>
                  <a:pt x="32" y="35"/>
                  <a:pt x="32" y="35"/>
                </a:cubicBezTo>
                <a:cubicBezTo>
                  <a:pt x="32" y="32"/>
                  <a:pt x="32" y="32"/>
                  <a:pt x="32" y="32"/>
                </a:cubicBezTo>
                <a:close/>
                <a:moveTo>
                  <a:pt x="32" y="22"/>
                </a:moveTo>
                <a:cubicBezTo>
                  <a:pt x="71" y="22"/>
                  <a:pt x="71" y="22"/>
                  <a:pt x="71" y="22"/>
                </a:cubicBezTo>
                <a:cubicBezTo>
                  <a:pt x="71" y="25"/>
                  <a:pt x="71" y="25"/>
                  <a:pt x="71" y="25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2"/>
                  <a:pt x="32" y="22"/>
                  <a:pt x="32" y="22"/>
                </a:cubicBezTo>
                <a:close/>
                <a:moveTo>
                  <a:pt x="3" y="66"/>
                </a:moveTo>
                <a:cubicBezTo>
                  <a:pt x="9" y="68"/>
                  <a:pt x="9" y="68"/>
                  <a:pt x="9" y="68"/>
                </a:cubicBezTo>
                <a:cubicBezTo>
                  <a:pt x="9" y="74"/>
                  <a:pt x="9" y="74"/>
                  <a:pt x="9" y="74"/>
                </a:cubicBezTo>
                <a:cubicBezTo>
                  <a:pt x="5" y="79"/>
                  <a:pt x="5" y="79"/>
                  <a:pt x="5" y="79"/>
                </a:cubicBezTo>
                <a:cubicBezTo>
                  <a:pt x="4" y="79"/>
                  <a:pt x="3" y="79"/>
                  <a:pt x="2" y="78"/>
                </a:cubicBezTo>
                <a:cubicBezTo>
                  <a:pt x="0" y="72"/>
                  <a:pt x="0" y="72"/>
                  <a:pt x="0" y="72"/>
                </a:cubicBezTo>
                <a:cubicBezTo>
                  <a:pt x="3" y="66"/>
                  <a:pt x="3" y="66"/>
                  <a:pt x="3" y="66"/>
                </a:cubicBezTo>
                <a:close/>
                <a:moveTo>
                  <a:pt x="4" y="48"/>
                </a:moveTo>
                <a:cubicBezTo>
                  <a:pt x="3" y="53"/>
                  <a:pt x="3" y="59"/>
                  <a:pt x="2" y="65"/>
                </a:cubicBezTo>
                <a:cubicBezTo>
                  <a:pt x="5" y="65"/>
                  <a:pt x="9" y="66"/>
                  <a:pt x="12" y="67"/>
                </a:cubicBezTo>
                <a:cubicBezTo>
                  <a:pt x="14" y="61"/>
                  <a:pt x="15" y="56"/>
                  <a:pt x="17" y="51"/>
                </a:cubicBezTo>
                <a:cubicBezTo>
                  <a:pt x="13" y="50"/>
                  <a:pt x="9" y="49"/>
                  <a:pt x="4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0752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0" y="2018215"/>
            <a:ext cx="12192000" cy="2344420"/>
            <a:chOff x="1" y="2324"/>
            <a:chExt cx="14400" cy="2769"/>
          </a:xfrm>
        </p:grpSpPr>
        <p:sp>
          <p:nvSpPr>
            <p:cNvPr id="25" name="梯形 24"/>
            <p:cNvSpPr/>
            <p:nvPr/>
          </p:nvSpPr>
          <p:spPr>
            <a:xfrm rot="16200000">
              <a:off x="8795" y="-533"/>
              <a:ext cx="2707" cy="8504"/>
            </a:xfrm>
            <a:prstGeom prst="trapezoid">
              <a:avLst>
                <a:gd name="adj" fmla="val 16935"/>
              </a:avLst>
            </a:prstGeom>
            <a:solidFill>
              <a:srgbClr val="1C50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梯形 25"/>
            <p:cNvSpPr/>
            <p:nvPr/>
          </p:nvSpPr>
          <p:spPr>
            <a:xfrm rot="5400000">
              <a:off x="1573" y="752"/>
              <a:ext cx="2769" cy="5914"/>
            </a:xfrm>
            <a:prstGeom prst="trapezoid">
              <a:avLst>
                <a:gd name="adj" fmla="val 17865"/>
              </a:avLst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文本框 2"/>
            <p:cNvSpPr txBox="1"/>
            <p:nvPr/>
          </p:nvSpPr>
          <p:spPr>
            <a:xfrm>
              <a:off x="4204" y="3177"/>
              <a:ext cx="1031" cy="106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Part</a:t>
              </a: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640" y="3280"/>
              <a:ext cx="1672" cy="981"/>
            </a:xfrm>
            <a:prstGeom prst="rect">
              <a:avLst/>
            </a:prstGeom>
          </p:spPr>
          <p:txBody>
            <a:bodyPr wrap="none" lIns="68580" tIns="34290" rIns="68580" bIns="3429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绪论</a:t>
              </a:r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78" y="2639"/>
              <a:ext cx="2064" cy="2064"/>
            </a:xfrm>
            <a:prstGeom prst="rect">
              <a:avLst/>
            </a:prstGeom>
          </p:spPr>
        </p:pic>
        <p:grpSp>
          <p:nvGrpSpPr>
            <p:cNvPr id="30" name="组合 29"/>
            <p:cNvGrpSpPr/>
            <p:nvPr/>
          </p:nvGrpSpPr>
          <p:grpSpPr>
            <a:xfrm>
              <a:off x="9195" y="2795"/>
              <a:ext cx="1928" cy="1852"/>
              <a:chOff x="5838755" y="1774524"/>
              <a:chExt cx="1224548" cy="1175804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5838755" y="1774524"/>
                <a:ext cx="1210588" cy="892149"/>
                <a:chOff x="9140243" y="2649839"/>
                <a:chExt cx="1614117" cy="1189530"/>
              </a:xfrm>
            </p:grpSpPr>
            <p:sp>
              <p:nvSpPr>
                <p:cNvPr id="33" name="矩形 32"/>
                <p:cNvSpPr/>
                <p:nvPr/>
              </p:nvSpPr>
              <p:spPr>
                <a:xfrm>
                  <a:off x="9140243" y="2649839"/>
                  <a:ext cx="1614117" cy="4103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3429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微软雅黑" panose="020B0503020204020204" pitchFamily="34" charset="-122"/>
                      <a:cs typeface="+mn-cs"/>
                    </a:rPr>
                    <a:t>1-1 </a:t>
                  </a:r>
                  <a:r>
                    <a:rPr kumimoji="1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微软雅黑" panose="020B0503020204020204" pitchFamily="34" charset="-122"/>
                      <a:cs typeface="+mn-cs"/>
                    </a:rPr>
                    <a:t>选题背景</a:t>
                  </a: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9140243" y="3037021"/>
                  <a:ext cx="1614117" cy="4103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3429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微软雅黑" panose="020B0503020204020204" pitchFamily="34" charset="-122"/>
                      <a:cs typeface="+mn-cs"/>
                    </a:rPr>
                    <a:t>1-2 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微软雅黑" panose="020B0503020204020204" pitchFamily="34" charset="-122"/>
                      <a:cs typeface="+mn-cs"/>
                    </a:rPr>
                    <a:t>研究意义</a:t>
                  </a:r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9140243" y="3429000"/>
                  <a:ext cx="1614117" cy="4103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3429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微软雅黑" panose="020B0503020204020204" pitchFamily="34" charset="-122"/>
                      <a:cs typeface="+mn-cs"/>
                    </a:rPr>
                    <a:t>1-3 </a:t>
                  </a:r>
                  <a:r>
                    <a:rPr kumimoji="1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微软雅黑" panose="020B0503020204020204" pitchFamily="34" charset="-122"/>
                      <a:cs typeface="+mn-cs"/>
                    </a:rPr>
                    <a:t>理论基础</a:t>
                  </a: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sp>
            <p:nvSpPr>
              <p:cNvPr id="32" name="矩形 31"/>
              <p:cNvSpPr/>
              <p:nvPr/>
            </p:nvSpPr>
            <p:spPr>
              <a:xfrm>
                <a:off x="5852715" y="2642551"/>
                <a:ext cx="121058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1-4 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贡献创新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429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"/>
          <p:cNvSpPr txBox="1"/>
          <p:nvPr/>
        </p:nvSpPr>
        <p:spPr>
          <a:xfrm>
            <a:off x="1017713" y="1619747"/>
            <a:ext cx="935577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14" name="文本框 25"/>
          <p:cNvSpPr txBox="1"/>
          <p:nvPr/>
        </p:nvSpPr>
        <p:spPr>
          <a:xfrm>
            <a:off x="1017713" y="2749403"/>
            <a:ext cx="9355772" cy="2153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65"/>
              </a:spcAft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  <a:p>
            <a:pPr>
              <a:lnSpc>
                <a:spcPct val="120000"/>
              </a:lnSpc>
              <a:spcAft>
                <a:spcPts val="1065"/>
              </a:spcAft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sp>
        <p:nvSpPr>
          <p:cNvPr id="15" name="文本框 26"/>
          <p:cNvSpPr txBox="1"/>
          <p:nvPr/>
        </p:nvSpPr>
        <p:spPr>
          <a:xfrm>
            <a:off x="1001676" y="5126448"/>
            <a:ext cx="9181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关键字：   输入关键字      输入关键字      输入关键字</a:t>
            </a:r>
            <a:endParaRPr lang="zh-CN" altLang="en-US" sz="140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0172882" y="1523873"/>
            <a:ext cx="278314" cy="184462"/>
            <a:chOff x="9482595" y="2565731"/>
            <a:chExt cx="278384" cy="184511"/>
          </a:xfrm>
        </p:grpSpPr>
        <p:sp>
          <p:nvSpPr>
            <p:cNvPr id="17" name="椭圆 16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1190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0"/>
          <p:cNvSpPr/>
          <p:nvPr/>
        </p:nvSpPr>
        <p:spPr bwMode="auto">
          <a:xfrm>
            <a:off x="4005078" y="1614421"/>
            <a:ext cx="3606109" cy="4204892"/>
          </a:xfrm>
          <a:custGeom>
            <a:avLst/>
            <a:gdLst>
              <a:gd name="T0" fmla="*/ 432 w 680"/>
              <a:gd name="T1" fmla="*/ 430 h 794"/>
              <a:gd name="T2" fmla="*/ 461 w 680"/>
              <a:gd name="T3" fmla="*/ 417 h 794"/>
              <a:gd name="T4" fmla="*/ 573 w 680"/>
              <a:gd name="T5" fmla="*/ 504 h 794"/>
              <a:gd name="T6" fmla="*/ 573 w 680"/>
              <a:gd name="T7" fmla="*/ 290 h 794"/>
              <a:gd name="T8" fmla="*/ 461 w 680"/>
              <a:gd name="T9" fmla="*/ 377 h 794"/>
              <a:gd name="T10" fmla="*/ 432 w 680"/>
              <a:gd name="T11" fmla="*/ 365 h 794"/>
              <a:gd name="T12" fmla="*/ 355 w 680"/>
              <a:gd name="T13" fmla="*/ 336 h 794"/>
              <a:gd name="T14" fmla="*/ 369 w 680"/>
              <a:gd name="T15" fmla="*/ 253 h 794"/>
              <a:gd name="T16" fmla="*/ 356 w 680"/>
              <a:gd name="T17" fmla="*/ 169 h 794"/>
              <a:gd name="T18" fmla="*/ 432 w 680"/>
              <a:gd name="T19" fmla="*/ 140 h 794"/>
              <a:gd name="T20" fmla="*/ 461 w 680"/>
              <a:gd name="T21" fmla="*/ 128 h 794"/>
              <a:gd name="T22" fmla="*/ 573 w 680"/>
              <a:gd name="T23" fmla="*/ 215 h 794"/>
              <a:gd name="T24" fmla="*/ 573 w 680"/>
              <a:gd name="T25" fmla="*/ 0 h 794"/>
              <a:gd name="T26" fmla="*/ 461 w 680"/>
              <a:gd name="T27" fmla="*/ 87 h 794"/>
              <a:gd name="T28" fmla="*/ 432 w 680"/>
              <a:gd name="T29" fmla="*/ 75 h 794"/>
              <a:gd name="T30" fmla="*/ 311 w 680"/>
              <a:gd name="T31" fmla="*/ 107 h 794"/>
              <a:gd name="T32" fmla="*/ 325 w 680"/>
              <a:gd name="T33" fmla="*/ 191 h 794"/>
              <a:gd name="T34" fmla="*/ 248 w 680"/>
              <a:gd name="T35" fmla="*/ 220 h 794"/>
              <a:gd name="T36" fmla="*/ 219 w 680"/>
              <a:gd name="T37" fmla="*/ 233 h 794"/>
              <a:gd name="T38" fmla="*/ 107 w 680"/>
              <a:gd name="T39" fmla="*/ 146 h 794"/>
              <a:gd name="T40" fmla="*/ 107 w 680"/>
              <a:gd name="T41" fmla="*/ 360 h 794"/>
              <a:gd name="T42" fmla="*/ 219 w 680"/>
              <a:gd name="T43" fmla="*/ 273 h 794"/>
              <a:gd name="T44" fmla="*/ 248 w 680"/>
              <a:gd name="T45" fmla="*/ 286 h 794"/>
              <a:gd name="T46" fmla="*/ 324 w 680"/>
              <a:gd name="T47" fmla="*/ 315 h 794"/>
              <a:gd name="T48" fmla="*/ 311 w 680"/>
              <a:gd name="T49" fmla="*/ 397 h 794"/>
              <a:gd name="T50" fmla="*/ 325 w 680"/>
              <a:gd name="T51" fmla="*/ 481 h 794"/>
              <a:gd name="T52" fmla="*/ 248 w 680"/>
              <a:gd name="T53" fmla="*/ 510 h 794"/>
              <a:gd name="T54" fmla="*/ 219 w 680"/>
              <a:gd name="T55" fmla="*/ 522 h 794"/>
              <a:gd name="T56" fmla="*/ 107 w 680"/>
              <a:gd name="T57" fmla="*/ 435 h 794"/>
              <a:gd name="T58" fmla="*/ 107 w 680"/>
              <a:gd name="T59" fmla="*/ 649 h 794"/>
              <a:gd name="T60" fmla="*/ 219 w 680"/>
              <a:gd name="T61" fmla="*/ 562 h 794"/>
              <a:gd name="T62" fmla="*/ 248 w 680"/>
              <a:gd name="T63" fmla="*/ 575 h 794"/>
              <a:gd name="T64" fmla="*/ 324 w 680"/>
              <a:gd name="T65" fmla="*/ 604 h 794"/>
              <a:gd name="T66" fmla="*/ 311 w 680"/>
              <a:gd name="T67" fmla="*/ 687 h 794"/>
              <a:gd name="T68" fmla="*/ 432 w 680"/>
              <a:gd name="T69" fmla="*/ 719 h 794"/>
              <a:gd name="T70" fmla="*/ 461 w 680"/>
              <a:gd name="T71" fmla="*/ 707 h 794"/>
              <a:gd name="T72" fmla="*/ 573 w 680"/>
              <a:gd name="T73" fmla="*/ 794 h 794"/>
              <a:gd name="T74" fmla="*/ 573 w 680"/>
              <a:gd name="T75" fmla="*/ 580 h 794"/>
              <a:gd name="T76" fmla="*/ 461 w 680"/>
              <a:gd name="T77" fmla="*/ 667 h 794"/>
              <a:gd name="T78" fmla="*/ 432 w 680"/>
              <a:gd name="T79" fmla="*/ 654 h 794"/>
              <a:gd name="T80" fmla="*/ 355 w 680"/>
              <a:gd name="T81" fmla="*/ 625 h 794"/>
              <a:gd name="T82" fmla="*/ 369 w 680"/>
              <a:gd name="T83" fmla="*/ 542 h 794"/>
              <a:gd name="T84" fmla="*/ 356 w 680"/>
              <a:gd name="T85" fmla="*/ 459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80" h="794">
                <a:moveTo>
                  <a:pt x="376" y="462"/>
                </a:moveTo>
                <a:cubicBezTo>
                  <a:pt x="400" y="462"/>
                  <a:pt x="421" y="449"/>
                  <a:pt x="432" y="430"/>
                </a:cubicBezTo>
                <a:cubicBezTo>
                  <a:pt x="432" y="430"/>
                  <a:pt x="439" y="417"/>
                  <a:pt x="445" y="417"/>
                </a:cubicBezTo>
                <a:cubicBezTo>
                  <a:pt x="461" y="417"/>
                  <a:pt x="461" y="417"/>
                  <a:pt x="461" y="417"/>
                </a:cubicBezTo>
                <a:cubicBezTo>
                  <a:pt x="468" y="417"/>
                  <a:pt x="472" y="434"/>
                  <a:pt x="472" y="434"/>
                </a:cubicBezTo>
                <a:cubicBezTo>
                  <a:pt x="487" y="475"/>
                  <a:pt x="527" y="504"/>
                  <a:pt x="573" y="504"/>
                </a:cubicBezTo>
                <a:cubicBezTo>
                  <a:pt x="632" y="504"/>
                  <a:pt x="680" y="456"/>
                  <a:pt x="680" y="397"/>
                </a:cubicBezTo>
                <a:cubicBezTo>
                  <a:pt x="680" y="338"/>
                  <a:pt x="632" y="290"/>
                  <a:pt x="573" y="290"/>
                </a:cubicBezTo>
                <a:cubicBezTo>
                  <a:pt x="527" y="290"/>
                  <a:pt x="487" y="319"/>
                  <a:pt x="472" y="361"/>
                </a:cubicBezTo>
                <a:cubicBezTo>
                  <a:pt x="472" y="361"/>
                  <a:pt x="468" y="377"/>
                  <a:pt x="461" y="377"/>
                </a:cubicBezTo>
                <a:cubicBezTo>
                  <a:pt x="445" y="377"/>
                  <a:pt x="445" y="377"/>
                  <a:pt x="445" y="377"/>
                </a:cubicBezTo>
                <a:cubicBezTo>
                  <a:pt x="439" y="377"/>
                  <a:pt x="432" y="365"/>
                  <a:pt x="432" y="365"/>
                </a:cubicBezTo>
                <a:cubicBezTo>
                  <a:pt x="421" y="345"/>
                  <a:pt x="400" y="332"/>
                  <a:pt x="376" y="332"/>
                </a:cubicBezTo>
                <a:cubicBezTo>
                  <a:pt x="369" y="332"/>
                  <a:pt x="362" y="334"/>
                  <a:pt x="355" y="336"/>
                </a:cubicBezTo>
                <a:cubicBezTo>
                  <a:pt x="340" y="307"/>
                  <a:pt x="340" y="307"/>
                  <a:pt x="340" y="307"/>
                </a:cubicBezTo>
                <a:cubicBezTo>
                  <a:pt x="358" y="295"/>
                  <a:pt x="369" y="276"/>
                  <a:pt x="369" y="253"/>
                </a:cubicBezTo>
                <a:cubicBezTo>
                  <a:pt x="369" y="231"/>
                  <a:pt x="358" y="211"/>
                  <a:pt x="341" y="199"/>
                </a:cubicBezTo>
                <a:cubicBezTo>
                  <a:pt x="356" y="169"/>
                  <a:pt x="356" y="169"/>
                  <a:pt x="356" y="169"/>
                </a:cubicBezTo>
                <a:cubicBezTo>
                  <a:pt x="362" y="171"/>
                  <a:pt x="369" y="172"/>
                  <a:pt x="376" y="172"/>
                </a:cubicBezTo>
                <a:cubicBezTo>
                  <a:pt x="400" y="172"/>
                  <a:pt x="421" y="160"/>
                  <a:pt x="432" y="140"/>
                </a:cubicBezTo>
                <a:cubicBezTo>
                  <a:pt x="432" y="140"/>
                  <a:pt x="439" y="128"/>
                  <a:pt x="445" y="128"/>
                </a:cubicBezTo>
                <a:cubicBezTo>
                  <a:pt x="461" y="128"/>
                  <a:pt x="461" y="128"/>
                  <a:pt x="461" y="128"/>
                </a:cubicBezTo>
                <a:cubicBezTo>
                  <a:pt x="468" y="128"/>
                  <a:pt x="472" y="144"/>
                  <a:pt x="472" y="144"/>
                </a:cubicBezTo>
                <a:cubicBezTo>
                  <a:pt x="487" y="185"/>
                  <a:pt x="527" y="215"/>
                  <a:pt x="573" y="215"/>
                </a:cubicBezTo>
                <a:cubicBezTo>
                  <a:pt x="632" y="215"/>
                  <a:pt x="680" y="167"/>
                  <a:pt x="680" y="107"/>
                </a:cubicBezTo>
                <a:cubicBezTo>
                  <a:pt x="680" y="48"/>
                  <a:pt x="632" y="0"/>
                  <a:pt x="573" y="0"/>
                </a:cubicBezTo>
                <a:cubicBezTo>
                  <a:pt x="527" y="0"/>
                  <a:pt x="487" y="30"/>
                  <a:pt x="472" y="71"/>
                </a:cubicBezTo>
                <a:cubicBezTo>
                  <a:pt x="472" y="71"/>
                  <a:pt x="468" y="87"/>
                  <a:pt x="46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39" y="87"/>
                  <a:pt x="432" y="75"/>
                  <a:pt x="432" y="75"/>
                </a:cubicBezTo>
                <a:cubicBezTo>
                  <a:pt x="421" y="55"/>
                  <a:pt x="400" y="42"/>
                  <a:pt x="376" y="42"/>
                </a:cubicBezTo>
                <a:cubicBezTo>
                  <a:pt x="340" y="42"/>
                  <a:pt x="311" y="72"/>
                  <a:pt x="311" y="107"/>
                </a:cubicBezTo>
                <a:cubicBezTo>
                  <a:pt x="311" y="130"/>
                  <a:pt x="322" y="150"/>
                  <a:pt x="340" y="162"/>
                </a:cubicBezTo>
                <a:cubicBezTo>
                  <a:pt x="325" y="191"/>
                  <a:pt x="325" y="191"/>
                  <a:pt x="325" y="191"/>
                </a:cubicBezTo>
                <a:cubicBezTo>
                  <a:pt x="318" y="189"/>
                  <a:pt x="311" y="188"/>
                  <a:pt x="304" y="188"/>
                </a:cubicBezTo>
                <a:cubicBezTo>
                  <a:pt x="280" y="188"/>
                  <a:pt x="259" y="201"/>
                  <a:pt x="248" y="220"/>
                </a:cubicBezTo>
                <a:cubicBezTo>
                  <a:pt x="248" y="220"/>
                  <a:pt x="242" y="233"/>
                  <a:pt x="235" y="233"/>
                </a:cubicBezTo>
                <a:cubicBezTo>
                  <a:pt x="219" y="233"/>
                  <a:pt x="219" y="233"/>
                  <a:pt x="219" y="233"/>
                </a:cubicBezTo>
                <a:cubicBezTo>
                  <a:pt x="212" y="233"/>
                  <a:pt x="208" y="216"/>
                  <a:pt x="208" y="216"/>
                </a:cubicBezTo>
                <a:cubicBezTo>
                  <a:pt x="193" y="175"/>
                  <a:pt x="154" y="146"/>
                  <a:pt x="107" y="146"/>
                </a:cubicBezTo>
                <a:cubicBezTo>
                  <a:pt x="48" y="146"/>
                  <a:pt x="0" y="194"/>
                  <a:pt x="0" y="253"/>
                </a:cubicBezTo>
                <a:cubicBezTo>
                  <a:pt x="0" y="312"/>
                  <a:pt x="48" y="360"/>
                  <a:pt x="107" y="360"/>
                </a:cubicBezTo>
                <a:cubicBezTo>
                  <a:pt x="154" y="360"/>
                  <a:pt x="193" y="331"/>
                  <a:pt x="208" y="290"/>
                </a:cubicBezTo>
                <a:cubicBezTo>
                  <a:pt x="208" y="290"/>
                  <a:pt x="212" y="273"/>
                  <a:pt x="219" y="273"/>
                </a:cubicBezTo>
                <a:cubicBezTo>
                  <a:pt x="235" y="273"/>
                  <a:pt x="235" y="273"/>
                  <a:pt x="235" y="273"/>
                </a:cubicBezTo>
                <a:cubicBezTo>
                  <a:pt x="242" y="273"/>
                  <a:pt x="248" y="286"/>
                  <a:pt x="248" y="286"/>
                </a:cubicBezTo>
                <a:cubicBezTo>
                  <a:pt x="259" y="305"/>
                  <a:pt x="280" y="318"/>
                  <a:pt x="304" y="318"/>
                </a:cubicBezTo>
                <a:cubicBezTo>
                  <a:pt x="311" y="318"/>
                  <a:pt x="318" y="317"/>
                  <a:pt x="324" y="315"/>
                </a:cubicBezTo>
                <a:cubicBezTo>
                  <a:pt x="339" y="344"/>
                  <a:pt x="339" y="344"/>
                  <a:pt x="339" y="344"/>
                </a:cubicBezTo>
                <a:cubicBezTo>
                  <a:pt x="322" y="356"/>
                  <a:pt x="311" y="375"/>
                  <a:pt x="311" y="397"/>
                </a:cubicBezTo>
                <a:cubicBezTo>
                  <a:pt x="311" y="420"/>
                  <a:pt x="322" y="440"/>
                  <a:pt x="340" y="451"/>
                </a:cubicBezTo>
                <a:cubicBezTo>
                  <a:pt x="325" y="481"/>
                  <a:pt x="325" y="481"/>
                  <a:pt x="325" y="481"/>
                </a:cubicBezTo>
                <a:cubicBezTo>
                  <a:pt x="318" y="479"/>
                  <a:pt x="311" y="477"/>
                  <a:pt x="304" y="477"/>
                </a:cubicBezTo>
                <a:cubicBezTo>
                  <a:pt x="280" y="477"/>
                  <a:pt x="259" y="490"/>
                  <a:pt x="248" y="510"/>
                </a:cubicBezTo>
                <a:cubicBezTo>
                  <a:pt x="248" y="510"/>
                  <a:pt x="242" y="522"/>
                  <a:pt x="235" y="522"/>
                </a:cubicBezTo>
                <a:cubicBezTo>
                  <a:pt x="219" y="522"/>
                  <a:pt x="219" y="522"/>
                  <a:pt x="219" y="522"/>
                </a:cubicBezTo>
                <a:cubicBezTo>
                  <a:pt x="212" y="522"/>
                  <a:pt x="208" y="506"/>
                  <a:pt x="208" y="506"/>
                </a:cubicBezTo>
                <a:cubicBezTo>
                  <a:pt x="193" y="464"/>
                  <a:pt x="154" y="435"/>
                  <a:pt x="107" y="435"/>
                </a:cubicBezTo>
                <a:cubicBezTo>
                  <a:pt x="48" y="435"/>
                  <a:pt x="0" y="483"/>
                  <a:pt x="0" y="542"/>
                </a:cubicBezTo>
                <a:cubicBezTo>
                  <a:pt x="0" y="602"/>
                  <a:pt x="48" y="649"/>
                  <a:pt x="107" y="649"/>
                </a:cubicBezTo>
                <a:cubicBezTo>
                  <a:pt x="154" y="649"/>
                  <a:pt x="193" y="620"/>
                  <a:pt x="208" y="579"/>
                </a:cubicBezTo>
                <a:cubicBezTo>
                  <a:pt x="208" y="579"/>
                  <a:pt x="212" y="562"/>
                  <a:pt x="219" y="562"/>
                </a:cubicBezTo>
                <a:cubicBezTo>
                  <a:pt x="235" y="562"/>
                  <a:pt x="235" y="562"/>
                  <a:pt x="235" y="562"/>
                </a:cubicBezTo>
                <a:cubicBezTo>
                  <a:pt x="242" y="562"/>
                  <a:pt x="248" y="575"/>
                  <a:pt x="248" y="575"/>
                </a:cubicBezTo>
                <a:cubicBezTo>
                  <a:pt x="259" y="594"/>
                  <a:pt x="280" y="607"/>
                  <a:pt x="304" y="607"/>
                </a:cubicBezTo>
                <a:cubicBezTo>
                  <a:pt x="311" y="607"/>
                  <a:pt x="318" y="606"/>
                  <a:pt x="324" y="604"/>
                </a:cubicBezTo>
                <a:cubicBezTo>
                  <a:pt x="339" y="633"/>
                  <a:pt x="339" y="633"/>
                  <a:pt x="339" y="633"/>
                </a:cubicBezTo>
                <a:cubicBezTo>
                  <a:pt x="322" y="645"/>
                  <a:pt x="311" y="665"/>
                  <a:pt x="311" y="687"/>
                </a:cubicBezTo>
                <a:cubicBezTo>
                  <a:pt x="311" y="723"/>
                  <a:pt x="340" y="752"/>
                  <a:pt x="376" y="752"/>
                </a:cubicBezTo>
                <a:cubicBezTo>
                  <a:pt x="400" y="752"/>
                  <a:pt x="421" y="739"/>
                  <a:pt x="432" y="719"/>
                </a:cubicBezTo>
                <a:cubicBezTo>
                  <a:pt x="432" y="719"/>
                  <a:pt x="439" y="707"/>
                  <a:pt x="445" y="707"/>
                </a:cubicBezTo>
                <a:cubicBezTo>
                  <a:pt x="461" y="707"/>
                  <a:pt x="461" y="707"/>
                  <a:pt x="461" y="707"/>
                </a:cubicBezTo>
                <a:cubicBezTo>
                  <a:pt x="468" y="707"/>
                  <a:pt x="472" y="723"/>
                  <a:pt x="472" y="723"/>
                </a:cubicBezTo>
                <a:cubicBezTo>
                  <a:pt x="487" y="764"/>
                  <a:pt x="527" y="794"/>
                  <a:pt x="573" y="794"/>
                </a:cubicBezTo>
                <a:cubicBezTo>
                  <a:pt x="632" y="794"/>
                  <a:pt x="680" y="746"/>
                  <a:pt x="680" y="687"/>
                </a:cubicBezTo>
                <a:cubicBezTo>
                  <a:pt x="680" y="628"/>
                  <a:pt x="632" y="580"/>
                  <a:pt x="573" y="580"/>
                </a:cubicBezTo>
                <a:cubicBezTo>
                  <a:pt x="527" y="580"/>
                  <a:pt x="487" y="609"/>
                  <a:pt x="472" y="650"/>
                </a:cubicBezTo>
                <a:cubicBezTo>
                  <a:pt x="472" y="650"/>
                  <a:pt x="468" y="667"/>
                  <a:pt x="461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39" y="667"/>
                  <a:pt x="432" y="654"/>
                  <a:pt x="432" y="654"/>
                </a:cubicBezTo>
                <a:cubicBezTo>
                  <a:pt x="421" y="635"/>
                  <a:pt x="400" y="622"/>
                  <a:pt x="376" y="622"/>
                </a:cubicBezTo>
                <a:cubicBezTo>
                  <a:pt x="369" y="622"/>
                  <a:pt x="361" y="623"/>
                  <a:pt x="355" y="625"/>
                </a:cubicBezTo>
                <a:cubicBezTo>
                  <a:pt x="340" y="596"/>
                  <a:pt x="340" y="596"/>
                  <a:pt x="340" y="596"/>
                </a:cubicBezTo>
                <a:cubicBezTo>
                  <a:pt x="358" y="585"/>
                  <a:pt x="369" y="565"/>
                  <a:pt x="369" y="542"/>
                </a:cubicBezTo>
                <a:cubicBezTo>
                  <a:pt x="369" y="520"/>
                  <a:pt x="358" y="500"/>
                  <a:pt x="341" y="489"/>
                </a:cubicBezTo>
                <a:cubicBezTo>
                  <a:pt x="356" y="459"/>
                  <a:pt x="356" y="459"/>
                  <a:pt x="356" y="459"/>
                </a:cubicBezTo>
                <a:cubicBezTo>
                  <a:pt x="362" y="461"/>
                  <a:pt x="369" y="462"/>
                  <a:pt x="376" y="462"/>
                </a:cubicBezTo>
                <a:close/>
              </a:path>
            </a:pathLst>
          </a:custGeom>
          <a:solidFill>
            <a:sysClr val="window" lastClr="FFFFFF"/>
          </a:solidFill>
          <a:ln w="9525">
            <a:noFill/>
            <a:round/>
          </a:ln>
          <a:effectLst>
            <a:outerShdw blurRad="279400" dist="254000" dir="2700000" algn="tl" rotWithShape="0">
              <a:prstClr val="black">
                <a:alpha val="28000"/>
              </a:prstClr>
            </a:outerShdw>
          </a:effectLst>
        </p:spPr>
        <p:txBody>
          <a:bodyPr vert="horz" wrap="square" lIns="96429" tIns="48214" rIns="96429" bIns="48214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735714" y="1916156"/>
            <a:ext cx="524181" cy="524181"/>
          </a:xfrm>
          <a:prstGeom prst="ellipse">
            <a:avLst/>
          </a:prstGeom>
          <a:solidFill>
            <a:srgbClr val="1C50A2"/>
          </a:solidFill>
          <a:ln w="28575" cap="flat" cmpd="sng" algn="ctr">
            <a:solidFill>
              <a:srgbClr val="1C50A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kern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735714" y="3454776"/>
            <a:ext cx="524181" cy="524181"/>
          </a:xfrm>
          <a:prstGeom prst="ellipse">
            <a:avLst/>
          </a:prstGeom>
          <a:solidFill>
            <a:srgbClr val="1C50A2"/>
          </a:solidFill>
          <a:ln w="28575" cap="flat" cmpd="sng" algn="ctr">
            <a:solidFill>
              <a:srgbClr val="1C50A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kern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735714" y="4993397"/>
            <a:ext cx="524181" cy="524181"/>
          </a:xfrm>
          <a:prstGeom prst="ellipse">
            <a:avLst/>
          </a:prstGeom>
          <a:solidFill>
            <a:srgbClr val="1C50A2"/>
          </a:solidFill>
          <a:ln w="28575" cap="flat" cmpd="sng" algn="ctr">
            <a:solidFill>
              <a:srgbClr val="1C50A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352928" y="2685466"/>
            <a:ext cx="524181" cy="524181"/>
          </a:xfrm>
          <a:prstGeom prst="ellipse">
            <a:avLst/>
          </a:prstGeom>
          <a:solidFill>
            <a:srgbClr val="1C50A2"/>
          </a:solidFill>
          <a:ln w="28575" cap="flat" cmpd="sng" algn="ctr">
            <a:solidFill>
              <a:srgbClr val="1C50A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kern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352928" y="4224087"/>
            <a:ext cx="524181" cy="524181"/>
          </a:xfrm>
          <a:prstGeom prst="ellipse">
            <a:avLst/>
          </a:prstGeom>
          <a:solidFill>
            <a:srgbClr val="1C50A2"/>
          </a:solidFill>
          <a:ln w="28575" cap="flat" cmpd="sng" algn="ctr">
            <a:solidFill>
              <a:srgbClr val="1C50A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kern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608743" y="1738693"/>
            <a:ext cx="879108" cy="879108"/>
          </a:xfrm>
          <a:prstGeom prst="ellipse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CECAC8"/>
              </a:gs>
            </a:gsLst>
            <a:lin ang="2700000" scaled="1"/>
            <a:tileRect/>
          </a:gradFill>
          <a:ln w="41275" cap="flat" cmpd="sng" algn="ctr">
            <a:gradFill flip="none" rotWithShape="1">
              <a:gsLst>
                <a:gs pos="100000">
                  <a:srgbClr val="FFFFFF"/>
                </a:gs>
                <a:gs pos="0">
                  <a:srgbClr val="CDCDCD"/>
                </a:gs>
              </a:gsLst>
              <a:lin ang="13500000" scaled="1"/>
              <a:tileRect/>
            </a:gradFill>
            <a:prstDash val="solid"/>
            <a:miter lim="800000"/>
          </a:ln>
          <a:effectLst>
            <a:outerShdw blurRad="292100" dist="152400" dir="2700000" sx="102000" sy="102000" algn="tl" rotWithShape="0">
              <a:prstClr val="black">
                <a:alpha val="28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144572" y="2508003"/>
            <a:ext cx="879108" cy="879108"/>
          </a:xfrm>
          <a:prstGeom prst="ellipse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CECAC8"/>
              </a:gs>
            </a:gsLst>
            <a:lin ang="2700000" scaled="1"/>
            <a:tileRect/>
          </a:gradFill>
          <a:ln w="41275" cap="flat" cmpd="sng" algn="ctr">
            <a:gradFill flip="none" rotWithShape="1">
              <a:gsLst>
                <a:gs pos="100000">
                  <a:srgbClr val="FFFFFF"/>
                </a:gs>
                <a:gs pos="0">
                  <a:srgbClr val="CDCDCD"/>
                </a:gs>
              </a:gsLst>
              <a:lin ang="13500000" scaled="1"/>
              <a:tileRect/>
            </a:gradFill>
            <a:prstDash val="solid"/>
            <a:miter lim="800000"/>
          </a:ln>
          <a:effectLst>
            <a:outerShdw blurRad="292100" dist="152400" dir="2700000" sx="102000" sy="102000" algn="tl" rotWithShape="0">
              <a:prstClr val="black">
                <a:alpha val="28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144572" y="4046623"/>
            <a:ext cx="879108" cy="879108"/>
          </a:xfrm>
          <a:prstGeom prst="ellipse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CECAC8"/>
              </a:gs>
            </a:gsLst>
            <a:lin ang="2700000" scaled="1"/>
            <a:tileRect/>
          </a:gradFill>
          <a:ln w="41275" cap="flat" cmpd="sng" algn="ctr">
            <a:gradFill flip="none" rotWithShape="1">
              <a:gsLst>
                <a:gs pos="100000">
                  <a:srgbClr val="FFFFFF"/>
                </a:gs>
                <a:gs pos="0">
                  <a:srgbClr val="CDCDCD"/>
                </a:gs>
              </a:gsLst>
              <a:lin ang="13500000" scaled="1"/>
              <a:tileRect/>
            </a:gradFill>
            <a:prstDash val="solid"/>
            <a:miter lim="800000"/>
          </a:ln>
          <a:effectLst>
            <a:outerShdw blurRad="292100" dist="152400" dir="2700000" sx="102000" sy="102000" algn="tl" rotWithShape="0">
              <a:prstClr val="black">
                <a:alpha val="28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608743" y="3277313"/>
            <a:ext cx="879108" cy="879108"/>
          </a:xfrm>
          <a:prstGeom prst="ellipse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CECAC8"/>
              </a:gs>
            </a:gsLst>
            <a:lin ang="2700000" scaled="1"/>
            <a:tileRect/>
          </a:gradFill>
          <a:ln w="41275" cap="flat" cmpd="sng" algn="ctr">
            <a:gradFill flip="none" rotWithShape="1">
              <a:gsLst>
                <a:gs pos="100000">
                  <a:srgbClr val="FFFFFF"/>
                </a:gs>
                <a:gs pos="0">
                  <a:srgbClr val="CDCDCD"/>
                </a:gs>
              </a:gsLst>
              <a:lin ang="13500000" scaled="1"/>
              <a:tileRect/>
            </a:gradFill>
            <a:prstDash val="solid"/>
            <a:miter lim="800000"/>
          </a:ln>
          <a:effectLst>
            <a:outerShdw blurRad="292100" dist="152400" dir="2700000" sx="102000" sy="102000" algn="tl" rotWithShape="0">
              <a:prstClr val="black">
                <a:alpha val="28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608743" y="4814850"/>
            <a:ext cx="879108" cy="879108"/>
          </a:xfrm>
          <a:prstGeom prst="ellipse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CECAC8"/>
              </a:gs>
            </a:gsLst>
            <a:lin ang="2700000" scaled="1"/>
            <a:tileRect/>
          </a:gradFill>
          <a:ln w="41275" cap="flat" cmpd="sng" algn="ctr">
            <a:gradFill flip="none" rotWithShape="1">
              <a:gsLst>
                <a:gs pos="100000">
                  <a:srgbClr val="FFFFFF"/>
                </a:gs>
                <a:gs pos="0">
                  <a:srgbClr val="CDCDCD"/>
                </a:gs>
              </a:gsLst>
              <a:lin ang="13500000" scaled="1"/>
              <a:tileRect/>
            </a:gradFill>
            <a:prstDash val="solid"/>
            <a:miter lim="800000"/>
          </a:ln>
          <a:effectLst>
            <a:outerShdw blurRad="292100" dist="152400" dir="2700000" sx="102000" sy="102000" algn="tl" rotWithShape="0">
              <a:prstClr val="black">
                <a:alpha val="28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" name="TextBox 73"/>
          <p:cNvSpPr txBox="1"/>
          <p:nvPr/>
        </p:nvSpPr>
        <p:spPr>
          <a:xfrm>
            <a:off x="5737925" y="1951036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5" name="TextBox 74"/>
          <p:cNvSpPr txBox="1"/>
          <p:nvPr/>
        </p:nvSpPr>
        <p:spPr>
          <a:xfrm>
            <a:off x="5362801" y="2716191"/>
            <a:ext cx="521970" cy="4603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6" name="TextBox 75"/>
          <p:cNvSpPr txBox="1"/>
          <p:nvPr/>
        </p:nvSpPr>
        <p:spPr>
          <a:xfrm>
            <a:off x="5720566" y="3475364"/>
            <a:ext cx="521970" cy="46037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7" name="TextBox 76"/>
          <p:cNvSpPr txBox="1"/>
          <p:nvPr/>
        </p:nvSpPr>
        <p:spPr>
          <a:xfrm>
            <a:off x="5315422" y="4251341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8" name="TextBox 77"/>
          <p:cNvSpPr txBox="1"/>
          <p:nvPr/>
        </p:nvSpPr>
        <p:spPr>
          <a:xfrm>
            <a:off x="5720566" y="5035327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05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29" name="Group 23"/>
          <p:cNvGrpSpPr/>
          <p:nvPr/>
        </p:nvGrpSpPr>
        <p:grpSpPr>
          <a:xfrm>
            <a:off x="6852982" y="3517334"/>
            <a:ext cx="398385" cy="399066"/>
            <a:chOff x="7287419" y="3505994"/>
            <a:chExt cx="464344" cy="465138"/>
          </a:xfrm>
          <a:solidFill>
            <a:srgbClr val="1C50A2"/>
          </a:solidFill>
        </p:grpSpPr>
        <p:sp>
          <p:nvSpPr>
            <p:cNvPr id="51" name="AutoShape 37"/>
            <p:cNvSpPr/>
            <p:nvPr/>
          </p:nvSpPr>
          <p:spPr bwMode="auto">
            <a:xfrm>
              <a:off x="7287419" y="3549650"/>
              <a:ext cx="423069" cy="421482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2" name="AutoShape 38"/>
            <p:cNvSpPr/>
            <p:nvPr/>
          </p:nvSpPr>
          <p:spPr bwMode="auto">
            <a:xfrm>
              <a:off x="7490619" y="3738563"/>
              <a:ext cx="72231" cy="730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3" name="AutoShape 39"/>
            <p:cNvSpPr/>
            <p:nvPr/>
          </p:nvSpPr>
          <p:spPr bwMode="auto">
            <a:xfrm>
              <a:off x="7679532" y="3505994"/>
              <a:ext cx="72231" cy="730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4" name="AutoShape 40"/>
            <p:cNvSpPr/>
            <p:nvPr/>
          </p:nvSpPr>
          <p:spPr bwMode="auto">
            <a:xfrm>
              <a:off x="7403307" y="3724275"/>
              <a:ext cx="57944" cy="579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5" name="AutoShape 41"/>
            <p:cNvSpPr/>
            <p:nvPr/>
          </p:nvSpPr>
          <p:spPr bwMode="auto">
            <a:xfrm>
              <a:off x="7461250" y="3825875"/>
              <a:ext cx="29369" cy="285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6" name="AutoShape 42"/>
            <p:cNvSpPr/>
            <p:nvPr/>
          </p:nvSpPr>
          <p:spPr bwMode="auto">
            <a:xfrm>
              <a:off x="7693819" y="3607594"/>
              <a:ext cx="28575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73913" y="5055211"/>
            <a:ext cx="348672" cy="398385"/>
            <a:chOff x="9174163" y="2577307"/>
            <a:chExt cx="406400" cy="464344"/>
          </a:xfrm>
          <a:solidFill>
            <a:srgbClr val="1C50A2"/>
          </a:solidFill>
        </p:grpSpPr>
        <p:sp>
          <p:nvSpPr>
            <p:cNvPr id="47" name="AutoShape 48"/>
            <p:cNvSpPr/>
            <p:nvPr/>
          </p:nvSpPr>
          <p:spPr bwMode="auto">
            <a:xfrm>
              <a:off x="9174163" y="2577307"/>
              <a:ext cx="406400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425"/>
                  </a:moveTo>
                  <a:cubicBezTo>
                    <a:pt x="5687" y="7425"/>
                    <a:pt x="1542" y="6064"/>
                    <a:pt x="1542" y="4387"/>
                  </a:cubicBezTo>
                  <a:cubicBezTo>
                    <a:pt x="1542" y="2709"/>
                    <a:pt x="5687" y="1350"/>
                    <a:pt x="10800" y="1350"/>
                  </a:cubicBezTo>
                  <a:cubicBezTo>
                    <a:pt x="15912" y="1350"/>
                    <a:pt x="20057" y="2709"/>
                    <a:pt x="20057" y="4387"/>
                  </a:cubicBezTo>
                  <a:cubicBezTo>
                    <a:pt x="20057" y="6064"/>
                    <a:pt x="15912" y="7425"/>
                    <a:pt x="10800" y="7425"/>
                  </a:cubicBezTo>
                  <a:moveTo>
                    <a:pt x="20057" y="9112"/>
                  </a:moveTo>
                  <a:lnTo>
                    <a:pt x="20054" y="9112"/>
                  </a:lnTo>
                  <a:cubicBezTo>
                    <a:pt x="20054" y="9119"/>
                    <a:pt x="20057" y="9127"/>
                    <a:pt x="20057" y="9133"/>
                  </a:cubicBezTo>
                  <a:cubicBezTo>
                    <a:pt x="20057" y="10800"/>
                    <a:pt x="15912" y="12150"/>
                    <a:pt x="10800" y="12150"/>
                  </a:cubicBezTo>
                  <a:cubicBezTo>
                    <a:pt x="5687" y="12150"/>
                    <a:pt x="1542" y="10800"/>
                    <a:pt x="1542" y="9133"/>
                  </a:cubicBezTo>
                  <a:cubicBezTo>
                    <a:pt x="1542" y="9127"/>
                    <a:pt x="1545" y="9119"/>
                    <a:pt x="1545" y="9112"/>
                  </a:cubicBezTo>
                  <a:lnTo>
                    <a:pt x="1542" y="9112"/>
                  </a:lnTo>
                  <a:lnTo>
                    <a:pt x="1542" y="6793"/>
                  </a:lnTo>
                  <a:cubicBezTo>
                    <a:pt x="3564" y="8140"/>
                    <a:pt x="7271" y="8774"/>
                    <a:pt x="10800" y="8774"/>
                  </a:cubicBezTo>
                  <a:cubicBezTo>
                    <a:pt x="14328" y="8774"/>
                    <a:pt x="18035" y="8140"/>
                    <a:pt x="20057" y="6793"/>
                  </a:cubicBezTo>
                  <a:cubicBezTo>
                    <a:pt x="20057" y="6793"/>
                    <a:pt x="20057" y="9112"/>
                    <a:pt x="20057" y="9112"/>
                  </a:cubicBezTo>
                  <a:close/>
                  <a:moveTo>
                    <a:pt x="20057" y="13162"/>
                  </a:moveTo>
                  <a:lnTo>
                    <a:pt x="20054" y="13162"/>
                  </a:lnTo>
                  <a:cubicBezTo>
                    <a:pt x="20054" y="13169"/>
                    <a:pt x="20057" y="13177"/>
                    <a:pt x="20057" y="13183"/>
                  </a:cubicBezTo>
                  <a:cubicBezTo>
                    <a:pt x="20057" y="14850"/>
                    <a:pt x="15912" y="16200"/>
                    <a:pt x="10800" y="16200"/>
                  </a:cubicBezTo>
                  <a:cubicBezTo>
                    <a:pt x="5687" y="16200"/>
                    <a:pt x="1542" y="14850"/>
                    <a:pt x="1542" y="13183"/>
                  </a:cubicBezTo>
                  <a:cubicBezTo>
                    <a:pt x="1542" y="13177"/>
                    <a:pt x="1545" y="13169"/>
                    <a:pt x="1545" y="13162"/>
                  </a:cubicBezTo>
                  <a:lnTo>
                    <a:pt x="1542" y="13162"/>
                  </a:lnTo>
                  <a:lnTo>
                    <a:pt x="1542" y="10640"/>
                  </a:lnTo>
                  <a:cubicBezTo>
                    <a:pt x="3136" y="12077"/>
                    <a:pt x="6982" y="12825"/>
                    <a:pt x="10800" y="12825"/>
                  </a:cubicBezTo>
                  <a:cubicBezTo>
                    <a:pt x="14617" y="12825"/>
                    <a:pt x="18463" y="12077"/>
                    <a:pt x="20057" y="10640"/>
                  </a:cubicBezTo>
                  <a:cubicBezTo>
                    <a:pt x="20057" y="10640"/>
                    <a:pt x="20057" y="13162"/>
                    <a:pt x="20057" y="13162"/>
                  </a:cubicBezTo>
                  <a:close/>
                  <a:moveTo>
                    <a:pt x="20057" y="17212"/>
                  </a:moveTo>
                  <a:cubicBezTo>
                    <a:pt x="20057" y="18889"/>
                    <a:pt x="15912" y="20249"/>
                    <a:pt x="10800" y="20249"/>
                  </a:cubicBezTo>
                  <a:cubicBezTo>
                    <a:pt x="5687" y="20249"/>
                    <a:pt x="1542" y="18889"/>
                    <a:pt x="1542" y="17212"/>
                  </a:cubicBezTo>
                  <a:lnTo>
                    <a:pt x="1542" y="14690"/>
                  </a:lnTo>
                  <a:cubicBezTo>
                    <a:pt x="3136" y="16127"/>
                    <a:pt x="6982" y="16875"/>
                    <a:pt x="10800" y="16875"/>
                  </a:cubicBezTo>
                  <a:cubicBezTo>
                    <a:pt x="14617" y="16875"/>
                    <a:pt x="18463" y="16127"/>
                    <a:pt x="20057" y="14690"/>
                  </a:cubicBezTo>
                  <a:cubicBezTo>
                    <a:pt x="20057" y="14690"/>
                    <a:pt x="20057" y="17212"/>
                    <a:pt x="20057" y="17212"/>
                  </a:cubicBezTo>
                  <a:close/>
                  <a:moveTo>
                    <a:pt x="10800" y="0"/>
                  </a:moveTo>
                  <a:cubicBezTo>
                    <a:pt x="5598" y="0"/>
                    <a:pt x="0" y="1372"/>
                    <a:pt x="0" y="4387"/>
                  </a:cubicBezTo>
                  <a:lnTo>
                    <a:pt x="0" y="17212"/>
                  </a:lnTo>
                  <a:cubicBezTo>
                    <a:pt x="0" y="20226"/>
                    <a:pt x="5598" y="21599"/>
                    <a:pt x="10800" y="21599"/>
                  </a:cubicBezTo>
                  <a:cubicBezTo>
                    <a:pt x="16001" y="21599"/>
                    <a:pt x="21599" y="20226"/>
                    <a:pt x="21599" y="17212"/>
                  </a:cubicBezTo>
                  <a:lnTo>
                    <a:pt x="21599" y="4387"/>
                  </a:lnTo>
                  <a:cubicBezTo>
                    <a:pt x="21599" y="1372"/>
                    <a:pt x="1600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8" name="AutoShape 49"/>
            <p:cNvSpPr/>
            <p:nvPr/>
          </p:nvSpPr>
          <p:spPr bwMode="auto">
            <a:xfrm>
              <a:off x="9493250" y="2940050"/>
              <a:ext cx="29369" cy="285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9" name="AutoShape 50"/>
            <p:cNvSpPr/>
            <p:nvPr/>
          </p:nvSpPr>
          <p:spPr bwMode="auto">
            <a:xfrm>
              <a:off x="9493250" y="2852738"/>
              <a:ext cx="29369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0" name="AutoShape 51"/>
            <p:cNvSpPr/>
            <p:nvPr/>
          </p:nvSpPr>
          <p:spPr bwMode="auto">
            <a:xfrm>
              <a:off x="9493250" y="2765425"/>
              <a:ext cx="29369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1" name="Group 35"/>
          <p:cNvGrpSpPr/>
          <p:nvPr/>
        </p:nvGrpSpPr>
        <p:grpSpPr>
          <a:xfrm>
            <a:off x="6849072" y="1973778"/>
            <a:ext cx="398386" cy="398385"/>
            <a:chOff x="7287419" y="2577307"/>
            <a:chExt cx="464344" cy="464344"/>
          </a:xfrm>
          <a:solidFill>
            <a:srgbClr val="1C50A2"/>
          </a:solidFill>
        </p:grpSpPr>
        <p:sp>
          <p:nvSpPr>
            <p:cNvPr id="44" name="AutoShape 56"/>
            <p:cNvSpPr/>
            <p:nvPr/>
          </p:nvSpPr>
          <p:spPr bwMode="auto">
            <a:xfrm>
              <a:off x="7287419" y="2577307"/>
              <a:ext cx="145256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5" name="AutoShape 57"/>
            <p:cNvSpPr/>
            <p:nvPr/>
          </p:nvSpPr>
          <p:spPr bwMode="auto">
            <a:xfrm>
              <a:off x="7606507" y="2577307"/>
              <a:ext cx="145256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AutoShape 58"/>
            <p:cNvSpPr/>
            <p:nvPr/>
          </p:nvSpPr>
          <p:spPr bwMode="auto">
            <a:xfrm>
              <a:off x="7446963" y="2577307"/>
              <a:ext cx="145257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2" name="Group 39"/>
          <p:cNvGrpSpPr/>
          <p:nvPr/>
        </p:nvGrpSpPr>
        <p:grpSpPr>
          <a:xfrm>
            <a:off x="4397531" y="2754657"/>
            <a:ext cx="373188" cy="398385"/>
            <a:chOff x="9159875" y="1647825"/>
            <a:chExt cx="434975" cy="464344"/>
          </a:xfrm>
          <a:solidFill>
            <a:srgbClr val="1C50A2"/>
          </a:solidFill>
        </p:grpSpPr>
        <p:sp>
          <p:nvSpPr>
            <p:cNvPr id="41" name="AutoShape 78"/>
            <p:cNvSpPr/>
            <p:nvPr/>
          </p:nvSpPr>
          <p:spPr bwMode="auto">
            <a:xfrm>
              <a:off x="9159875" y="1647825"/>
              <a:ext cx="434975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18900"/>
                  </a:moveTo>
                  <a:cubicBezTo>
                    <a:pt x="20160" y="19643"/>
                    <a:pt x="19513" y="20249"/>
                    <a:pt x="18720" y="20249"/>
                  </a:cubicBezTo>
                  <a:lnTo>
                    <a:pt x="2880" y="20249"/>
                  </a:lnTo>
                  <a:cubicBezTo>
                    <a:pt x="2086" y="20249"/>
                    <a:pt x="1440" y="19643"/>
                    <a:pt x="1440" y="18900"/>
                  </a:cubicBezTo>
                  <a:lnTo>
                    <a:pt x="1440" y="2700"/>
                  </a:lnTo>
                  <a:cubicBezTo>
                    <a:pt x="1440" y="1955"/>
                    <a:pt x="2086" y="1350"/>
                    <a:pt x="2880" y="1350"/>
                  </a:cubicBezTo>
                  <a:lnTo>
                    <a:pt x="18720" y="1350"/>
                  </a:lnTo>
                  <a:cubicBezTo>
                    <a:pt x="19513" y="1350"/>
                    <a:pt x="20160" y="1955"/>
                    <a:pt x="20160" y="2700"/>
                  </a:cubicBezTo>
                  <a:cubicBezTo>
                    <a:pt x="20160" y="2700"/>
                    <a:pt x="20160" y="18900"/>
                    <a:pt x="20160" y="18900"/>
                  </a:cubicBezTo>
                  <a:close/>
                  <a:moveTo>
                    <a:pt x="18720" y="0"/>
                  </a:moveTo>
                  <a:lnTo>
                    <a:pt x="2880" y="0"/>
                  </a:lnTo>
                  <a:cubicBezTo>
                    <a:pt x="1289" y="0"/>
                    <a:pt x="0" y="1208"/>
                    <a:pt x="0" y="2700"/>
                  </a:cubicBezTo>
                  <a:lnTo>
                    <a:pt x="0" y="18900"/>
                  </a:lnTo>
                  <a:cubicBezTo>
                    <a:pt x="0" y="20391"/>
                    <a:pt x="1289" y="21599"/>
                    <a:pt x="2880" y="21599"/>
                  </a:cubicBezTo>
                  <a:lnTo>
                    <a:pt x="18720" y="21599"/>
                  </a:lnTo>
                  <a:cubicBezTo>
                    <a:pt x="20310" y="21599"/>
                    <a:pt x="21599" y="20391"/>
                    <a:pt x="21599" y="18900"/>
                  </a:cubicBezTo>
                  <a:lnTo>
                    <a:pt x="21599" y="2700"/>
                  </a:lnTo>
                  <a:cubicBezTo>
                    <a:pt x="21599" y="1208"/>
                    <a:pt x="20310" y="0"/>
                    <a:pt x="1872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2" name="AutoShape 79"/>
            <p:cNvSpPr/>
            <p:nvPr/>
          </p:nvSpPr>
          <p:spPr bwMode="auto">
            <a:xfrm>
              <a:off x="9217819" y="1705769"/>
              <a:ext cx="319088" cy="2905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7418" y="20519"/>
                  </a:moveTo>
                  <a:lnTo>
                    <a:pt x="14053" y="16248"/>
                  </a:lnTo>
                  <a:lnTo>
                    <a:pt x="16690" y="12959"/>
                  </a:lnTo>
                  <a:lnTo>
                    <a:pt x="20618" y="17689"/>
                  </a:lnTo>
                  <a:lnTo>
                    <a:pt x="20618" y="20519"/>
                  </a:lnTo>
                  <a:cubicBezTo>
                    <a:pt x="20618" y="20519"/>
                    <a:pt x="17418" y="20519"/>
                    <a:pt x="17418" y="20519"/>
                  </a:cubicBezTo>
                  <a:close/>
                  <a:moveTo>
                    <a:pt x="981" y="11446"/>
                  </a:moveTo>
                  <a:lnTo>
                    <a:pt x="4909" y="6479"/>
                  </a:lnTo>
                  <a:lnTo>
                    <a:pt x="12828" y="16353"/>
                  </a:lnTo>
                  <a:lnTo>
                    <a:pt x="13398" y="17064"/>
                  </a:lnTo>
                  <a:lnTo>
                    <a:pt x="16109" y="20519"/>
                  </a:lnTo>
                  <a:lnTo>
                    <a:pt x="981" y="20519"/>
                  </a:lnTo>
                  <a:cubicBezTo>
                    <a:pt x="981" y="20519"/>
                    <a:pt x="981" y="11446"/>
                    <a:pt x="981" y="11446"/>
                  </a:cubicBezTo>
                  <a:close/>
                  <a:moveTo>
                    <a:pt x="20618" y="1080"/>
                  </a:moveTo>
                  <a:lnTo>
                    <a:pt x="20618" y="16058"/>
                  </a:lnTo>
                  <a:lnTo>
                    <a:pt x="17427" y="12244"/>
                  </a:lnTo>
                  <a:cubicBezTo>
                    <a:pt x="17240" y="12012"/>
                    <a:pt x="16972" y="11879"/>
                    <a:pt x="16690" y="11879"/>
                  </a:cubicBezTo>
                  <a:cubicBezTo>
                    <a:pt x="16409" y="11879"/>
                    <a:pt x="16141" y="12012"/>
                    <a:pt x="15954" y="12244"/>
                  </a:cubicBezTo>
                  <a:lnTo>
                    <a:pt x="13399" y="15432"/>
                  </a:lnTo>
                  <a:lnTo>
                    <a:pt x="5645" y="5764"/>
                  </a:lnTo>
                  <a:cubicBezTo>
                    <a:pt x="5458" y="5532"/>
                    <a:pt x="5190" y="5400"/>
                    <a:pt x="4909" y="5400"/>
                  </a:cubicBezTo>
                  <a:cubicBezTo>
                    <a:pt x="4627" y="5400"/>
                    <a:pt x="4359" y="5532"/>
                    <a:pt x="4172" y="5764"/>
                  </a:cubicBezTo>
                  <a:lnTo>
                    <a:pt x="981" y="9812"/>
                  </a:lnTo>
                  <a:lnTo>
                    <a:pt x="981" y="1080"/>
                  </a:lnTo>
                  <a:cubicBezTo>
                    <a:pt x="981" y="1080"/>
                    <a:pt x="20618" y="1080"/>
                    <a:pt x="20618" y="1080"/>
                  </a:cubicBezTo>
                  <a:close/>
                  <a:moveTo>
                    <a:pt x="20618" y="0"/>
                  </a:moveTo>
                  <a:lnTo>
                    <a:pt x="981" y="0"/>
                  </a:lnTo>
                  <a:cubicBezTo>
                    <a:pt x="439" y="0"/>
                    <a:pt x="0" y="483"/>
                    <a:pt x="0" y="1080"/>
                  </a:cubicBezTo>
                  <a:lnTo>
                    <a:pt x="0" y="20519"/>
                  </a:lnTo>
                  <a:cubicBezTo>
                    <a:pt x="0" y="21116"/>
                    <a:pt x="439" y="21599"/>
                    <a:pt x="981" y="21599"/>
                  </a:cubicBezTo>
                  <a:lnTo>
                    <a:pt x="20618" y="21599"/>
                  </a:lnTo>
                  <a:cubicBezTo>
                    <a:pt x="21160" y="21599"/>
                    <a:pt x="21600" y="21116"/>
                    <a:pt x="21600" y="20519"/>
                  </a:cubicBezTo>
                  <a:lnTo>
                    <a:pt x="21600" y="1080"/>
                  </a:lnTo>
                  <a:cubicBezTo>
                    <a:pt x="21600" y="483"/>
                    <a:pt x="21160" y="0"/>
                    <a:pt x="2061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3" name="AutoShape 80"/>
            <p:cNvSpPr/>
            <p:nvPr/>
          </p:nvSpPr>
          <p:spPr bwMode="auto">
            <a:xfrm>
              <a:off x="9391650" y="1749425"/>
              <a:ext cx="87313" cy="873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3600"/>
                  </a:moveTo>
                  <a:cubicBezTo>
                    <a:pt x="14769" y="3600"/>
                    <a:pt x="17999" y="6827"/>
                    <a:pt x="17999" y="10800"/>
                  </a:cubicBezTo>
                  <a:cubicBezTo>
                    <a:pt x="17999" y="14769"/>
                    <a:pt x="14769" y="18000"/>
                    <a:pt x="10800" y="18000"/>
                  </a:cubicBezTo>
                  <a:cubicBezTo>
                    <a:pt x="6830" y="18000"/>
                    <a:pt x="3600" y="14769"/>
                    <a:pt x="3600" y="10800"/>
                  </a:cubicBezTo>
                  <a:cubicBezTo>
                    <a:pt x="3600" y="6827"/>
                    <a:pt x="6830" y="3600"/>
                    <a:pt x="10800" y="3600"/>
                  </a:cubicBezTo>
                  <a:moveTo>
                    <a:pt x="10800" y="21599"/>
                  </a:moveTo>
                  <a:cubicBezTo>
                    <a:pt x="16766" y="21599"/>
                    <a:pt x="21600" y="16762"/>
                    <a:pt x="21600" y="10800"/>
                  </a:cubicBezTo>
                  <a:cubicBezTo>
                    <a:pt x="21600" y="4833"/>
                    <a:pt x="16766" y="0"/>
                    <a:pt x="10800" y="0"/>
                  </a:cubicBezTo>
                  <a:cubicBezTo>
                    <a:pt x="4833" y="0"/>
                    <a:pt x="0" y="4833"/>
                    <a:pt x="0" y="10800"/>
                  </a:cubicBezTo>
                  <a:cubicBezTo>
                    <a:pt x="0" y="16762"/>
                    <a:pt x="483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3" name="Group 43"/>
          <p:cNvGrpSpPr/>
          <p:nvPr/>
        </p:nvGrpSpPr>
        <p:grpSpPr>
          <a:xfrm>
            <a:off x="4382352" y="4328083"/>
            <a:ext cx="398385" cy="311217"/>
            <a:chOff x="2581275" y="1710532"/>
            <a:chExt cx="464344" cy="362744"/>
          </a:xfrm>
          <a:solidFill>
            <a:srgbClr val="1C50A2"/>
          </a:solidFill>
        </p:grpSpPr>
        <p:sp>
          <p:nvSpPr>
            <p:cNvPr id="34" name="AutoShape 140"/>
            <p:cNvSpPr/>
            <p:nvPr/>
          </p:nvSpPr>
          <p:spPr bwMode="auto">
            <a:xfrm>
              <a:off x="2639219" y="1768475"/>
              <a:ext cx="290513" cy="235744"/>
            </a:xfrm>
            <a:custGeom>
              <a:avLst/>
              <a:gdLst>
                <a:gd name="T0" fmla="+- 0 10800 376"/>
                <a:gd name="T1" fmla="*/ T0 w 20848"/>
                <a:gd name="T2" fmla="*/ 10800 h 21600"/>
                <a:gd name="T3" fmla="+- 0 10800 376"/>
                <a:gd name="T4" fmla="*/ T3 w 20848"/>
                <a:gd name="T5" fmla="*/ 10800 h 21600"/>
                <a:gd name="T6" fmla="+- 0 10800 376"/>
                <a:gd name="T7" fmla="*/ T6 w 20848"/>
                <a:gd name="T8" fmla="*/ 10800 h 21600"/>
                <a:gd name="T9" fmla="+- 0 10800 376"/>
                <a:gd name="T10" fmla="*/ T9 w 208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0848" h="21600">
                  <a:moveTo>
                    <a:pt x="18728" y="19178"/>
                  </a:moveTo>
                  <a:cubicBezTo>
                    <a:pt x="13191" y="20631"/>
                    <a:pt x="7654" y="20631"/>
                    <a:pt x="2118" y="19178"/>
                  </a:cubicBezTo>
                  <a:cubicBezTo>
                    <a:pt x="678" y="13592"/>
                    <a:pt x="678" y="8008"/>
                    <a:pt x="2118" y="2421"/>
                  </a:cubicBezTo>
                  <a:cubicBezTo>
                    <a:pt x="7654" y="968"/>
                    <a:pt x="13191" y="968"/>
                    <a:pt x="18728" y="2421"/>
                  </a:cubicBezTo>
                  <a:cubicBezTo>
                    <a:pt x="20168" y="8008"/>
                    <a:pt x="20168" y="13592"/>
                    <a:pt x="18728" y="19178"/>
                  </a:cubicBezTo>
                  <a:moveTo>
                    <a:pt x="18938" y="1116"/>
                  </a:moveTo>
                  <a:cubicBezTo>
                    <a:pt x="16114" y="375"/>
                    <a:pt x="13249" y="0"/>
                    <a:pt x="10423" y="0"/>
                  </a:cubicBezTo>
                  <a:cubicBezTo>
                    <a:pt x="7597" y="0"/>
                    <a:pt x="4732" y="375"/>
                    <a:pt x="1908" y="1116"/>
                  </a:cubicBezTo>
                  <a:cubicBezTo>
                    <a:pt x="1543" y="1213"/>
                    <a:pt x="1244" y="1552"/>
                    <a:pt x="1127" y="2004"/>
                  </a:cubicBezTo>
                  <a:cubicBezTo>
                    <a:pt x="-376" y="7841"/>
                    <a:pt x="-376" y="13759"/>
                    <a:pt x="1127" y="19593"/>
                  </a:cubicBezTo>
                  <a:cubicBezTo>
                    <a:pt x="1244" y="20047"/>
                    <a:pt x="1543" y="20386"/>
                    <a:pt x="1908" y="20482"/>
                  </a:cubicBezTo>
                  <a:cubicBezTo>
                    <a:pt x="4732" y="21224"/>
                    <a:pt x="7597" y="21600"/>
                    <a:pt x="10423" y="21600"/>
                  </a:cubicBezTo>
                  <a:cubicBezTo>
                    <a:pt x="13249" y="21600"/>
                    <a:pt x="16114" y="21224"/>
                    <a:pt x="18938" y="20482"/>
                  </a:cubicBezTo>
                  <a:cubicBezTo>
                    <a:pt x="19303" y="20386"/>
                    <a:pt x="19602" y="20047"/>
                    <a:pt x="19719" y="19593"/>
                  </a:cubicBezTo>
                  <a:cubicBezTo>
                    <a:pt x="21223" y="13759"/>
                    <a:pt x="21223" y="7841"/>
                    <a:pt x="19719" y="2004"/>
                  </a:cubicBezTo>
                  <a:cubicBezTo>
                    <a:pt x="19602" y="1552"/>
                    <a:pt x="19303" y="1213"/>
                    <a:pt x="18938" y="111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5" name="AutoShape 141"/>
            <p:cNvSpPr/>
            <p:nvPr/>
          </p:nvSpPr>
          <p:spPr bwMode="auto">
            <a:xfrm>
              <a:off x="2581275" y="1710532"/>
              <a:ext cx="464344" cy="362744"/>
            </a:xfrm>
            <a:custGeom>
              <a:avLst/>
              <a:gdLst>
                <a:gd name="T0" fmla="+- 0 10800 252"/>
                <a:gd name="T1" fmla="*/ T0 w 21096"/>
                <a:gd name="T2" fmla="*/ 10800 h 21600"/>
                <a:gd name="T3" fmla="+- 0 10800 252"/>
                <a:gd name="T4" fmla="*/ T3 w 21096"/>
                <a:gd name="T5" fmla="*/ 10800 h 21600"/>
                <a:gd name="T6" fmla="+- 0 10800 252"/>
                <a:gd name="T7" fmla="*/ T6 w 21096"/>
                <a:gd name="T8" fmla="*/ 10800 h 21600"/>
                <a:gd name="T9" fmla="+- 0 10800 252"/>
                <a:gd name="T10" fmla="*/ T9 w 21096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096" h="21600">
                  <a:moveTo>
                    <a:pt x="19056" y="18331"/>
                  </a:moveTo>
                  <a:cubicBezTo>
                    <a:pt x="13383" y="19233"/>
                    <a:pt x="7711" y="19233"/>
                    <a:pt x="2038" y="18331"/>
                  </a:cubicBezTo>
                  <a:cubicBezTo>
                    <a:pt x="1074" y="13022"/>
                    <a:pt x="1074" y="7713"/>
                    <a:pt x="2038" y="2404"/>
                  </a:cubicBezTo>
                  <a:cubicBezTo>
                    <a:pt x="7711" y="1502"/>
                    <a:pt x="13383" y="1502"/>
                    <a:pt x="19056" y="2404"/>
                  </a:cubicBezTo>
                  <a:cubicBezTo>
                    <a:pt x="20021" y="7713"/>
                    <a:pt x="20021" y="13022"/>
                    <a:pt x="19056" y="18331"/>
                  </a:cubicBezTo>
                  <a:moveTo>
                    <a:pt x="20338" y="2005"/>
                  </a:moveTo>
                  <a:cubicBezTo>
                    <a:pt x="20211" y="1301"/>
                    <a:pt x="19762" y="776"/>
                    <a:pt x="19215" y="689"/>
                  </a:cubicBezTo>
                  <a:cubicBezTo>
                    <a:pt x="16339" y="232"/>
                    <a:pt x="13423" y="0"/>
                    <a:pt x="10547" y="0"/>
                  </a:cubicBezTo>
                  <a:cubicBezTo>
                    <a:pt x="7671" y="0"/>
                    <a:pt x="4755" y="232"/>
                    <a:pt x="1879" y="689"/>
                  </a:cubicBezTo>
                  <a:cubicBezTo>
                    <a:pt x="1332" y="776"/>
                    <a:pt x="883" y="1301"/>
                    <a:pt x="756" y="2005"/>
                  </a:cubicBezTo>
                  <a:cubicBezTo>
                    <a:pt x="-252" y="7553"/>
                    <a:pt x="-252" y="13181"/>
                    <a:pt x="756" y="18731"/>
                  </a:cubicBezTo>
                  <a:cubicBezTo>
                    <a:pt x="883" y="19434"/>
                    <a:pt x="1332" y="19959"/>
                    <a:pt x="1879" y="20046"/>
                  </a:cubicBezTo>
                  <a:cubicBezTo>
                    <a:pt x="3265" y="20266"/>
                    <a:pt x="4660" y="20429"/>
                    <a:pt x="6055" y="20544"/>
                  </a:cubicBezTo>
                  <a:cubicBezTo>
                    <a:pt x="5979" y="20606"/>
                    <a:pt x="5931" y="20670"/>
                    <a:pt x="5931" y="20735"/>
                  </a:cubicBezTo>
                  <a:cubicBezTo>
                    <a:pt x="5931" y="21213"/>
                    <a:pt x="7997" y="21599"/>
                    <a:pt x="10547" y="21599"/>
                  </a:cubicBezTo>
                  <a:cubicBezTo>
                    <a:pt x="13097" y="21599"/>
                    <a:pt x="15164" y="21213"/>
                    <a:pt x="15164" y="20735"/>
                  </a:cubicBezTo>
                  <a:cubicBezTo>
                    <a:pt x="15164" y="20670"/>
                    <a:pt x="15115" y="20606"/>
                    <a:pt x="15040" y="20544"/>
                  </a:cubicBezTo>
                  <a:cubicBezTo>
                    <a:pt x="16434" y="20429"/>
                    <a:pt x="17830" y="20266"/>
                    <a:pt x="19215" y="20046"/>
                  </a:cubicBezTo>
                  <a:cubicBezTo>
                    <a:pt x="19762" y="19959"/>
                    <a:pt x="20211" y="19434"/>
                    <a:pt x="20338" y="18731"/>
                  </a:cubicBezTo>
                  <a:cubicBezTo>
                    <a:pt x="21347" y="13181"/>
                    <a:pt x="21347" y="7553"/>
                    <a:pt x="20338" y="200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AutoShape 142"/>
            <p:cNvSpPr/>
            <p:nvPr/>
          </p:nvSpPr>
          <p:spPr bwMode="auto">
            <a:xfrm>
              <a:off x="2944019" y="1783557"/>
              <a:ext cx="43656" cy="4286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200"/>
                  </a:moveTo>
                  <a:cubicBezTo>
                    <a:pt x="12779" y="7200"/>
                    <a:pt x="14399" y="8820"/>
                    <a:pt x="14399" y="10800"/>
                  </a:cubicBezTo>
                  <a:cubicBezTo>
                    <a:pt x="14399" y="12779"/>
                    <a:pt x="12779" y="14400"/>
                    <a:pt x="10800" y="14400"/>
                  </a:cubicBezTo>
                  <a:cubicBezTo>
                    <a:pt x="8820" y="14400"/>
                    <a:pt x="7199" y="12779"/>
                    <a:pt x="7199" y="10800"/>
                  </a:cubicBezTo>
                  <a:cubicBezTo>
                    <a:pt x="7199" y="8820"/>
                    <a:pt x="8820" y="7200"/>
                    <a:pt x="10800" y="7200"/>
                  </a:cubicBezTo>
                  <a:moveTo>
                    <a:pt x="10800" y="21599"/>
                  </a:moveTo>
                  <a:cubicBezTo>
                    <a:pt x="16762" y="21599"/>
                    <a:pt x="21600" y="16762"/>
                    <a:pt x="21600" y="10800"/>
                  </a:cubicBezTo>
                  <a:cubicBezTo>
                    <a:pt x="21600" y="4837"/>
                    <a:pt x="16762" y="0"/>
                    <a:pt x="10800" y="0"/>
                  </a:cubicBezTo>
                  <a:cubicBezTo>
                    <a:pt x="4837" y="0"/>
                    <a:pt x="0" y="4837"/>
                    <a:pt x="0" y="10800"/>
                  </a:cubicBezTo>
                  <a:cubicBezTo>
                    <a:pt x="0" y="16762"/>
                    <a:pt x="483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7" name="AutoShape 143"/>
            <p:cNvSpPr/>
            <p:nvPr/>
          </p:nvSpPr>
          <p:spPr bwMode="auto">
            <a:xfrm>
              <a:off x="2929732" y="1971675"/>
              <a:ext cx="57944" cy="150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8" name="AutoShape 144"/>
            <p:cNvSpPr/>
            <p:nvPr/>
          </p:nvSpPr>
          <p:spPr bwMode="auto">
            <a:xfrm>
              <a:off x="2944019" y="1928019"/>
              <a:ext cx="58738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9" name="AutoShape 145"/>
            <p:cNvSpPr/>
            <p:nvPr/>
          </p:nvSpPr>
          <p:spPr bwMode="auto">
            <a:xfrm>
              <a:off x="2944019" y="1885157"/>
              <a:ext cx="58738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0" name="AutoShape 146"/>
            <p:cNvSpPr/>
            <p:nvPr/>
          </p:nvSpPr>
          <p:spPr bwMode="auto">
            <a:xfrm>
              <a:off x="2697957" y="1826419"/>
              <a:ext cx="86519" cy="61119"/>
            </a:xfrm>
            <a:custGeom>
              <a:avLst/>
              <a:gdLst>
                <a:gd name="T0" fmla="+- 0 10822 44"/>
                <a:gd name="T1" fmla="*/ T0 w 21556"/>
                <a:gd name="T2" fmla="+- 0 10826 53"/>
                <a:gd name="T3" fmla="*/ 10826 h 21547"/>
                <a:gd name="T4" fmla="+- 0 10822 44"/>
                <a:gd name="T5" fmla="*/ T4 w 21556"/>
                <a:gd name="T6" fmla="+- 0 10826 53"/>
                <a:gd name="T7" fmla="*/ 10826 h 21547"/>
                <a:gd name="T8" fmla="+- 0 10822 44"/>
                <a:gd name="T9" fmla="*/ T8 w 21556"/>
                <a:gd name="T10" fmla="+- 0 10826 53"/>
                <a:gd name="T11" fmla="*/ 10826 h 21547"/>
                <a:gd name="T12" fmla="+- 0 10822 44"/>
                <a:gd name="T13" fmla="*/ T12 w 21556"/>
                <a:gd name="T14" fmla="+- 0 10826 53"/>
                <a:gd name="T15" fmla="*/ 10826 h 21547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56" h="21547">
                  <a:moveTo>
                    <a:pt x="19751" y="2"/>
                  </a:moveTo>
                  <a:lnTo>
                    <a:pt x="3200" y="1845"/>
                  </a:lnTo>
                  <a:cubicBezTo>
                    <a:pt x="2215" y="2010"/>
                    <a:pt x="1272" y="3284"/>
                    <a:pt x="1106" y="4676"/>
                  </a:cubicBezTo>
                  <a:lnTo>
                    <a:pt x="1" y="18986"/>
                  </a:lnTo>
                  <a:cubicBezTo>
                    <a:pt x="-44" y="20398"/>
                    <a:pt x="724" y="21547"/>
                    <a:pt x="1712" y="21547"/>
                  </a:cubicBezTo>
                  <a:cubicBezTo>
                    <a:pt x="2698" y="21547"/>
                    <a:pt x="3542" y="20398"/>
                    <a:pt x="3582" y="18978"/>
                  </a:cubicBezTo>
                  <a:lnTo>
                    <a:pt x="4185" y="9251"/>
                  </a:lnTo>
                  <a:cubicBezTo>
                    <a:pt x="4319" y="7849"/>
                    <a:pt x="5235" y="6592"/>
                    <a:pt x="6220" y="6447"/>
                  </a:cubicBezTo>
                  <a:lnTo>
                    <a:pt x="19751" y="5128"/>
                  </a:lnTo>
                  <a:cubicBezTo>
                    <a:pt x="20743" y="5078"/>
                    <a:pt x="21556" y="3884"/>
                    <a:pt x="21556" y="2467"/>
                  </a:cubicBezTo>
                  <a:cubicBezTo>
                    <a:pt x="21556" y="1055"/>
                    <a:pt x="20743" y="-53"/>
                    <a:pt x="19751" y="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7" name="文本框 1"/>
          <p:cNvSpPr txBox="1"/>
          <p:nvPr/>
        </p:nvSpPr>
        <p:spPr>
          <a:xfrm>
            <a:off x="7766564" y="1899368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išļîďè"/>
          <p:cNvSpPr txBox="1"/>
          <p:nvPr/>
        </p:nvSpPr>
        <p:spPr bwMode="auto">
          <a:xfrm>
            <a:off x="7750681" y="1554544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59" name="文本框 1"/>
          <p:cNvSpPr txBox="1"/>
          <p:nvPr/>
        </p:nvSpPr>
        <p:spPr>
          <a:xfrm>
            <a:off x="7766564" y="3521390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0" name="išļîďè"/>
          <p:cNvSpPr txBox="1"/>
          <p:nvPr/>
        </p:nvSpPr>
        <p:spPr bwMode="auto">
          <a:xfrm>
            <a:off x="7750681" y="3176566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61" name="文本框 1"/>
          <p:cNvSpPr txBox="1"/>
          <p:nvPr/>
        </p:nvSpPr>
        <p:spPr>
          <a:xfrm>
            <a:off x="7766564" y="5093092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2" name="išļîďè"/>
          <p:cNvSpPr txBox="1"/>
          <p:nvPr/>
        </p:nvSpPr>
        <p:spPr bwMode="auto">
          <a:xfrm>
            <a:off x="7750681" y="4748268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63" name="文本框 1"/>
          <p:cNvSpPr txBox="1"/>
          <p:nvPr/>
        </p:nvSpPr>
        <p:spPr>
          <a:xfrm>
            <a:off x="1121817" y="4182299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4" name="išļîďè"/>
          <p:cNvSpPr txBox="1"/>
          <p:nvPr/>
        </p:nvSpPr>
        <p:spPr bwMode="auto">
          <a:xfrm>
            <a:off x="1105934" y="3837475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65" name="文本框 1"/>
          <p:cNvSpPr txBox="1"/>
          <p:nvPr/>
        </p:nvSpPr>
        <p:spPr>
          <a:xfrm>
            <a:off x="1121817" y="2484192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6" name="išļîďè"/>
          <p:cNvSpPr txBox="1"/>
          <p:nvPr/>
        </p:nvSpPr>
        <p:spPr bwMode="auto">
          <a:xfrm>
            <a:off x="1105934" y="2139368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93719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37"/>
          <p:cNvSpPr>
            <a:spLocks noEditPoints="1"/>
          </p:cNvSpPr>
          <p:nvPr/>
        </p:nvSpPr>
        <p:spPr bwMode="auto">
          <a:xfrm>
            <a:off x="5893096" y="3232579"/>
            <a:ext cx="465243" cy="386853"/>
          </a:xfrm>
          <a:custGeom>
            <a:avLst/>
            <a:gdLst>
              <a:gd name="T0" fmla="*/ 274 w 309"/>
              <a:gd name="T1" fmla="*/ 0 h 257"/>
              <a:gd name="T2" fmla="*/ 309 w 309"/>
              <a:gd name="T3" fmla="*/ 34 h 257"/>
              <a:gd name="T4" fmla="*/ 299 w 309"/>
              <a:gd name="T5" fmla="*/ 129 h 257"/>
              <a:gd name="T6" fmla="*/ 247 w 309"/>
              <a:gd name="T7" fmla="*/ 139 h 257"/>
              <a:gd name="T8" fmla="*/ 195 w 309"/>
              <a:gd name="T9" fmla="*/ 202 h 257"/>
              <a:gd name="T10" fmla="*/ 195 w 309"/>
              <a:gd name="T11" fmla="*/ 139 h 257"/>
              <a:gd name="T12" fmla="*/ 168 w 309"/>
              <a:gd name="T13" fmla="*/ 123 h 257"/>
              <a:gd name="T14" fmla="*/ 211 w 309"/>
              <a:gd name="T15" fmla="*/ 123 h 257"/>
              <a:gd name="T16" fmla="*/ 211 w 309"/>
              <a:gd name="T17" fmla="*/ 157 h 257"/>
              <a:gd name="T18" fmla="*/ 239 w 309"/>
              <a:gd name="T19" fmla="*/ 123 h 257"/>
              <a:gd name="T20" fmla="*/ 274 w 309"/>
              <a:gd name="T21" fmla="*/ 123 h 257"/>
              <a:gd name="T22" fmla="*/ 293 w 309"/>
              <a:gd name="T23" fmla="*/ 104 h 257"/>
              <a:gd name="T24" fmla="*/ 287 w 309"/>
              <a:gd name="T25" fmla="*/ 21 h 257"/>
              <a:gd name="T26" fmla="*/ 102 w 309"/>
              <a:gd name="T27" fmla="*/ 16 h 257"/>
              <a:gd name="T28" fmla="*/ 83 w 309"/>
              <a:gd name="T29" fmla="*/ 34 h 257"/>
              <a:gd name="T30" fmla="*/ 76 w 309"/>
              <a:gd name="T31" fmla="*/ 118 h 257"/>
              <a:gd name="T32" fmla="*/ 67 w 309"/>
              <a:gd name="T33" fmla="*/ 104 h 257"/>
              <a:gd name="T34" fmla="*/ 77 w 309"/>
              <a:gd name="T35" fmla="*/ 10 h 257"/>
              <a:gd name="T36" fmla="*/ 44 w 309"/>
              <a:gd name="T37" fmla="*/ 115 h 257"/>
              <a:gd name="T38" fmla="*/ 44 w 309"/>
              <a:gd name="T39" fmla="*/ 171 h 257"/>
              <a:gd name="T40" fmla="*/ 44 w 309"/>
              <a:gd name="T41" fmla="*/ 115 h 257"/>
              <a:gd name="T42" fmla="*/ 88 w 309"/>
              <a:gd name="T43" fmla="*/ 123 h 257"/>
              <a:gd name="T44" fmla="*/ 156 w 309"/>
              <a:gd name="T45" fmla="*/ 123 h 257"/>
              <a:gd name="T46" fmla="*/ 92 w 309"/>
              <a:gd name="T47" fmla="*/ 250 h 257"/>
              <a:gd name="T48" fmla="*/ 96 w 309"/>
              <a:gd name="T49" fmla="*/ 201 h 257"/>
              <a:gd name="T50" fmla="*/ 96 w 309"/>
              <a:gd name="T51" fmla="*/ 257 h 257"/>
              <a:gd name="T52" fmla="*/ 149 w 309"/>
              <a:gd name="T53" fmla="*/ 250 h 257"/>
              <a:gd name="T54" fmla="*/ 153 w 309"/>
              <a:gd name="T55" fmla="*/ 201 h 257"/>
              <a:gd name="T56" fmla="*/ 175 w 309"/>
              <a:gd name="T57" fmla="*/ 250 h 257"/>
              <a:gd name="T58" fmla="*/ 153 w 309"/>
              <a:gd name="T59" fmla="*/ 161 h 257"/>
              <a:gd name="T60" fmla="*/ 70 w 309"/>
              <a:gd name="T61" fmla="*/ 183 h 257"/>
              <a:gd name="T62" fmla="*/ 92 w 309"/>
              <a:gd name="T63" fmla="*/ 250 h 257"/>
              <a:gd name="T64" fmla="*/ 19 w 309"/>
              <a:gd name="T65" fmla="*/ 207 h 257"/>
              <a:gd name="T66" fmla="*/ 22 w 309"/>
              <a:gd name="T67" fmla="*/ 248 h 257"/>
              <a:gd name="T68" fmla="*/ 58 w 309"/>
              <a:gd name="T69" fmla="*/ 252 h 257"/>
              <a:gd name="T70" fmla="*/ 59 w 309"/>
              <a:gd name="T71" fmla="*/ 175 h 257"/>
              <a:gd name="T72" fmla="*/ 0 w 309"/>
              <a:gd name="T73" fmla="*/ 193 h 257"/>
              <a:gd name="T74" fmla="*/ 19 w 309"/>
              <a:gd name="T75" fmla="*/ 248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09" h="257">
                <a:moveTo>
                  <a:pt x="102" y="0"/>
                </a:moveTo>
                <a:cubicBezTo>
                  <a:pt x="274" y="0"/>
                  <a:pt x="274" y="0"/>
                  <a:pt x="274" y="0"/>
                </a:cubicBezTo>
                <a:cubicBezTo>
                  <a:pt x="284" y="0"/>
                  <a:pt x="292" y="4"/>
                  <a:pt x="299" y="10"/>
                </a:cubicBezTo>
                <a:cubicBezTo>
                  <a:pt x="305" y="16"/>
                  <a:pt x="309" y="25"/>
                  <a:pt x="309" y="34"/>
                </a:cubicBezTo>
                <a:cubicBezTo>
                  <a:pt x="309" y="104"/>
                  <a:pt x="309" y="104"/>
                  <a:pt x="309" y="104"/>
                </a:cubicBezTo>
                <a:cubicBezTo>
                  <a:pt x="309" y="114"/>
                  <a:pt x="305" y="122"/>
                  <a:pt x="299" y="129"/>
                </a:cubicBezTo>
                <a:cubicBezTo>
                  <a:pt x="292" y="135"/>
                  <a:pt x="284" y="139"/>
                  <a:pt x="274" y="139"/>
                </a:cubicBezTo>
                <a:cubicBezTo>
                  <a:pt x="247" y="139"/>
                  <a:pt x="247" y="139"/>
                  <a:pt x="247" y="139"/>
                </a:cubicBezTo>
                <a:cubicBezTo>
                  <a:pt x="210" y="184"/>
                  <a:pt x="210" y="184"/>
                  <a:pt x="210" y="184"/>
                </a:cubicBezTo>
                <a:cubicBezTo>
                  <a:pt x="195" y="202"/>
                  <a:pt x="195" y="202"/>
                  <a:pt x="195" y="202"/>
                </a:cubicBezTo>
                <a:cubicBezTo>
                  <a:pt x="195" y="179"/>
                  <a:pt x="195" y="179"/>
                  <a:pt x="195" y="179"/>
                </a:cubicBezTo>
                <a:cubicBezTo>
                  <a:pt x="195" y="139"/>
                  <a:pt x="195" y="139"/>
                  <a:pt x="195" y="139"/>
                </a:cubicBezTo>
                <a:cubicBezTo>
                  <a:pt x="165" y="139"/>
                  <a:pt x="165" y="139"/>
                  <a:pt x="165" y="139"/>
                </a:cubicBezTo>
                <a:cubicBezTo>
                  <a:pt x="167" y="134"/>
                  <a:pt x="168" y="128"/>
                  <a:pt x="168" y="123"/>
                </a:cubicBezTo>
                <a:cubicBezTo>
                  <a:pt x="203" y="123"/>
                  <a:pt x="203" y="123"/>
                  <a:pt x="203" y="123"/>
                </a:cubicBezTo>
                <a:cubicBezTo>
                  <a:pt x="211" y="123"/>
                  <a:pt x="211" y="123"/>
                  <a:pt x="211" y="123"/>
                </a:cubicBezTo>
                <a:cubicBezTo>
                  <a:pt x="211" y="131"/>
                  <a:pt x="211" y="131"/>
                  <a:pt x="211" y="131"/>
                </a:cubicBezTo>
                <a:cubicBezTo>
                  <a:pt x="211" y="157"/>
                  <a:pt x="211" y="157"/>
                  <a:pt x="211" y="157"/>
                </a:cubicBezTo>
                <a:cubicBezTo>
                  <a:pt x="237" y="126"/>
                  <a:pt x="237" y="126"/>
                  <a:pt x="237" y="126"/>
                </a:cubicBezTo>
                <a:cubicBezTo>
                  <a:pt x="239" y="123"/>
                  <a:pt x="239" y="123"/>
                  <a:pt x="239" y="123"/>
                </a:cubicBezTo>
                <a:cubicBezTo>
                  <a:pt x="243" y="123"/>
                  <a:pt x="243" y="123"/>
                  <a:pt x="243" y="123"/>
                </a:cubicBezTo>
                <a:cubicBezTo>
                  <a:pt x="274" y="123"/>
                  <a:pt x="274" y="123"/>
                  <a:pt x="274" y="123"/>
                </a:cubicBezTo>
                <a:cubicBezTo>
                  <a:pt x="279" y="123"/>
                  <a:pt x="284" y="121"/>
                  <a:pt x="287" y="117"/>
                </a:cubicBezTo>
                <a:cubicBezTo>
                  <a:pt x="291" y="114"/>
                  <a:pt x="293" y="109"/>
                  <a:pt x="293" y="104"/>
                </a:cubicBezTo>
                <a:cubicBezTo>
                  <a:pt x="293" y="34"/>
                  <a:pt x="293" y="34"/>
                  <a:pt x="293" y="34"/>
                </a:cubicBezTo>
                <a:cubicBezTo>
                  <a:pt x="293" y="29"/>
                  <a:pt x="291" y="25"/>
                  <a:pt x="287" y="21"/>
                </a:cubicBezTo>
                <a:cubicBezTo>
                  <a:pt x="284" y="18"/>
                  <a:pt x="279" y="16"/>
                  <a:pt x="274" y="16"/>
                </a:cubicBezTo>
                <a:cubicBezTo>
                  <a:pt x="102" y="16"/>
                  <a:pt x="102" y="16"/>
                  <a:pt x="102" y="16"/>
                </a:cubicBezTo>
                <a:cubicBezTo>
                  <a:pt x="96" y="16"/>
                  <a:pt x="92" y="18"/>
                  <a:pt x="88" y="21"/>
                </a:cubicBezTo>
                <a:cubicBezTo>
                  <a:pt x="85" y="25"/>
                  <a:pt x="83" y="29"/>
                  <a:pt x="83" y="34"/>
                </a:cubicBezTo>
                <a:cubicBezTo>
                  <a:pt x="83" y="97"/>
                  <a:pt x="83" y="97"/>
                  <a:pt x="83" y="97"/>
                </a:cubicBezTo>
                <a:cubicBezTo>
                  <a:pt x="79" y="104"/>
                  <a:pt x="76" y="111"/>
                  <a:pt x="76" y="118"/>
                </a:cubicBezTo>
                <a:cubicBezTo>
                  <a:pt x="73" y="115"/>
                  <a:pt x="71" y="113"/>
                  <a:pt x="68" y="110"/>
                </a:cubicBezTo>
                <a:cubicBezTo>
                  <a:pt x="67" y="108"/>
                  <a:pt x="67" y="106"/>
                  <a:pt x="67" y="104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25"/>
                  <a:pt x="71" y="16"/>
                  <a:pt x="77" y="10"/>
                </a:cubicBezTo>
                <a:cubicBezTo>
                  <a:pt x="83" y="4"/>
                  <a:pt x="92" y="0"/>
                  <a:pt x="102" y="0"/>
                </a:cubicBezTo>
                <a:close/>
                <a:moveTo>
                  <a:pt x="44" y="115"/>
                </a:moveTo>
                <a:cubicBezTo>
                  <a:pt x="28" y="115"/>
                  <a:pt x="15" y="127"/>
                  <a:pt x="15" y="143"/>
                </a:cubicBezTo>
                <a:cubicBezTo>
                  <a:pt x="15" y="159"/>
                  <a:pt x="28" y="171"/>
                  <a:pt x="44" y="171"/>
                </a:cubicBezTo>
                <a:cubicBezTo>
                  <a:pt x="59" y="171"/>
                  <a:pt x="72" y="159"/>
                  <a:pt x="72" y="143"/>
                </a:cubicBezTo>
                <a:cubicBezTo>
                  <a:pt x="72" y="127"/>
                  <a:pt x="59" y="115"/>
                  <a:pt x="44" y="115"/>
                </a:cubicBezTo>
                <a:close/>
                <a:moveTo>
                  <a:pt x="122" y="88"/>
                </a:moveTo>
                <a:cubicBezTo>
                  <a:pt x="103" y="88"/>
                  <a:pt x="88" y="104"/>
                  <a:pt x="88" y="123"/>
                </a:cubicBezTo>
                <a:cubicBezTo>
                  <a:pt x="88" y="141"/>
                  <a:pt x="103" y="157"/>
                  <a:pt x="122" y="157"/>
                </a:cubicBezTo>
                <a:cubicBezTo>
                  <a:pt x="141" y="157"/>
                  <a:pt x="156" y="141"/>
                  <a:pt x="156" y="123"/>
                </a:cubicBezTo>
                <a:cubicBezTo>
                  <a:pt x="156" y="104"/>
                  <a:pt x="141" y="88"/>
                  <a:pt x="122" y="88"/>
                </a:cubicBezTo>
                <a:close/>
                <a:moveTo>
                  <a:pt x="92" y="250"/>
                </a:moveTo>
                <a:cubicBezTo>
                  <a:pt x="92" y="201"/>
                  <a:pt x="92" y="201"/>
                  <a:pt x="92" y="201"/>
                </a:cubicBezTo>
                <a:cubicBezTo>
                  <a:pt x="96" y="201"/>
                  <a:pt x="96" y="201"/>
                  <a:pt x="96" y="201"/>
                </a:cubicBezTo>
                <a:cubicBezTo>
                  <a:pt x="96" y="250"/>
                  <a:pt x="96" y="250"/>
                  <a:pt x="96" y="250"/>
                </a:cubicBezTo>
                <a:cubicBezTo>
                  <a:pt x="96" y="257"/>
                  <a:pt x="96" y="257"/>
                  <a:pt x="96" y="257"/>
                </a:cubicBezTo>
                <a:cubicBezTo>
                  <a:pt x="149" y="257"/>
                  <a:pt x="149" y="257"/>
                  <a:pt x="149" y="257"/>
                </a:cubicBezTo>
                <a:cubicBezTo>
                  <a:pt x="149" y="250"/>
                  <a:pt x="149" y="250"/>
                  <a:pt x="149" y="250"/>
                </a:cubicBezTo>
                <a:cubicBezTo>
                  <a:pt x="149" y="201"/>
                  <a:pt x="149" y="201"/>
                  <a:pt x="149" y="201"/>
                </a:cubicBezTo>
                <a:cubicBezTo>
                  <a:pt x="153" y="201"/>
                  <a:pt x="153" y="201"/>
                  <a:pt x="153" y="201"/>
                </a:cubicBezTo>
                <a:cubicBezTo>
                  <a:pt x="153" y="250"/>
                  <a:pt x="153" y="250"/>
                  <a:pt x="153" y="250"/>
                </a:cubicBezTo>
                <a:cubicBezTo>
                  <a:pt x="175" y="250"/>
                  <a:pt x="175" y="250"/>
                  <a:pt x="175" y="250"/>
                </a:cubicBezTo>
                <a:cubicBezTo>
                  <a:pt x="175" y="183"/>
                  <a:pt x="175" y="183"/>
                  <a:pt x="175" y="183"/>
                </a:cubicBezTo>
                <a:cubicBezTo>
                  <a:pt x="175" y="171"/>
                  <a:pt x="165" y="161"/>
                  <a:pt x="153" y="161"/>
                </a:cubicBezTo>
                <a:cubicBezTo>
                  <a:pt x="88" y="161"/>
                  <a:pt x="157" y="161"/>
                  <a:pt x="91" y="161"/>
                </a:cubicBezTo>
                <a:cubicBezTo>
                  <a:pt x="79" y="161"/>
                  <a:pt x="70" y="171"/>
                  <a:pt x="70" y="183"/>
                </a:cubicBezTo>
                <a:cubicBezTo>
                  <a:pt x="70" y="250"/>
                  <a:pt x="70" y="250"/>
                  <a:pt x="70" y="250"/>
                </a:cubicBezTo>
                <a:cubicBezTo>
                  <a:pt x="73" y="250"/>
                  <a:pt x="82" y="250"/>
                  <a:pt x="92" y="250"/>
                </a:cubicBezTo>
                <a:close/>
                <a:moveTo>
                  <a:pt x="19" y="248"/>
                </a:moveTo>
                <a:cubicBezTo>
                  <a:pt x="19" y="207"/>
                  <a:pt x="19" y="207"/>
                  <a:pt x="19" y="207"/>
                </a:cubicBezTo>
                <a:cubicBezTo>
                  <a:pt x="22" y="207"/>
                  <a:pt x="22" y="207"/>
                  <a:pt x="22" y="207"/>
                </a:cubicBezTo>
                <a:cubicBezTo>
                  <a:pt x="22" y="248"/>
                  <a:pt x="22" y="248"/>
                  <a:pt x="22" y="248"/>
                </a:cubicBezTo>
                <a:cubicBezTo>
                  <a:pt x="22" y="252"/>
                  <a:pt x="22" y="252"/>
                  <a:pt x="22" y="252"/>
                </a:cubicBezTo>
                <a:cubicBezTo>
                  <a:pt x="58" y="252"/>
                  <a:pt x="58" y="252"/>
                  <a:pt x="58" y="252"/>
                </a:cubicBezTo>
                <a:cubicBezTo>
                  <a:pt x="58" y="183"/>
                  <a:pt x="58" y="183"/>
                  <a:pt x="58" y="183"/>
                </a:cubicBezTo>
                <a:cubicBezTo>
                  <a:pt x="58" y="180"/>
                  <a:pt x="59" y="177"/>
                  <a:pt x="59" y="175"/>
                </a:cubicBezTo>
                <a:cubicBezTo>
                  <a:pt x="18" y="175"/>
                  <a:pt x="18" y="175"/>
                  <a:pt x="18" y="175"/>
                </a:cubicBezTo>
                <a:cubicBezTo>
                  <a:pt x="8" y="175"/>
                  <a:pt x="0" y="183"/>
                  <a:pt x="0" y="193"/>
                </a:cubicBezTo>
                <a:cubicBezTo>
                  <a:pt x="0" y="248"/>
                  <a:pt x="0" y="248"/>
                  <a:pt x="0" y="248"/>
                </a:cubicBezTo>
                <a:cubicBezTo>
                  <a:pt x="4" y="248"/>
                  <a:pt x="11" y="248"/>
                  <a:pt x="19" y="248"/>
                </a:cubicBez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Freeform 47"/>
          <p:cNvSpPr>
            <a:spLocks noChangeAspect="1" noEditPoints="1"/>
          </p:cNvSpPr>
          <p:nvPr/>
        </p:nvSpPr>
        <p:spPr bwMode="auto">
          <a:xfrm>
            <a:off x="6523277" y="3894926"/>
            <a:ext cx="479376" cy="388800"/>
          </a:xfrm>
          <a:custGeom>
            <a:avLst/>
            <a:gdLst>
              <a:gd name="T0" fmla="*/ 214 w 329"/>
              <a:gd name="T1" fmla="*/ 10 h 267"/>
              <a:gd name="T2" fmla="*/ 297 w 329"/>
              <a:gd name="T3" fmla="*/ 115 h 267"/>
              <a:gd name="T4" fmla="*/ 221 w 329"/>
              <a:gd name="T5" fmla="*/ 247 h 267"/>
              <a:gd name="T6" fmla="*/ 137 w 329"/>
              <a:gd name="T7" fmla="*/ 265 h 267"/>
              <a:gd name="T8" fmla="*/ 128 w 329"/>
              <a:gd name="T9" fmla="*/ 256 h 267"/>
              <a:gd name="T10" fmla="*/ 113 w 329"/>
              <a:gd name="T11" fmla="*/ 170 h 267"/>
              <a:gd name="T12" fmla="*/ 11 w 329"/>
              <a:gd name="T13" fmla="*/ 151 h 267"/>
              <a:gd name="T14" fmla="*/ 11 w 329"/>
              <a:gd name="T15" fmla="*/ 10 h 267"/>
              <a:gd name="T16" fmla="*/ 227 w 329"/>
              <a:gd name="T17" fmla="*/ 195 h 267"/>
              <a:gd name="T18" fmla="*/ 227 w 329"/>
              <a:gd name="T19" fmla="*/ 187 h 267"/>
              <a:gd name="T20" fmla="*/ 292 w 329"/>
              <a:gd name="T21" fmla="*/ 176 h 267"/>
              <a:gd name="T22" fmla="*/ 227 w 329"/>
              <a:gd name="T23" fmla="*/ 149 h 267"/>
              <a:gd name="T24" fmla="*/ 292 w 329"/>
              <a:gd name="T25" fmla="*/ 149 h 267"/>
              <a:gd name="T26" fmla="*/ 126 w 329"/>
              <a:gd name="T27" fmla="*/ 86 h 267"/>
              <a:gd name="T28" fmla="*/ 126 w 329"/>
              <a:gd name="T29" fmla="*/ 77 h 267"/>
              <a:gd name="T30" fmla="*/ 192 w 329"/>
              <a:gd name="T31" fmla="*/ 67 h 267"/>
              <a:gd name="T32" fmla="*/ 126 w 329"/>
              <a:gd name="T33" fmla="*/ 39 h 267"/>
              <a:gd name="T34" fmla="*/ 192 w 329"/>
              <a:gd name="T35" fmla="*/ 39 h 267"/>
              <a:gd name="T36" fmla="*/ 58 w 329"/>
              <a:gd name="T37" fmla="*/ 36 h 267"/>
              <a:gd name="T38" fmla="*/ 77 w 329"/>
              <a:gd name="T39" fmla="*/ 83 h 267"/>
              <a:gd name="T40" fmla="*/ 96 w 329"/>
              <a:gd name="T41" fmla="*/ 36 h 267"/>
              <a:gd name="T42" fmla="*/ 70 w 329"/>
              <a:gd name="T43" fmla="*/ 124 h 267"/>
              <a:gd name="T44" fmla="*/ 77 w 329"/>
              <a:gd name="T45" fmla="*/ 95 h 267"/>
              <a:gd name="T46" fmla="*/ 73 w 329"/>
              <a:gd name="T47" fmla="*/ 94 h 267"/>
              <a:gd name="T48" fmla="*/ 81 w 329"/>
              <a:gd name="T49" fmla="*/ 93 h 267"/>
              <a:gd name="T50" fmla="*/ 88 w 329"/>
              <a:gd name="T51" fmla="*/ 85 h 267"/>
              <a:gd name="T52" fmla="*/ 65 w 329"/>
              <a:gd name="T53" fmla="*/ 85 h 267"/>
              <a:gd name="T54" fmla="*/ 81 w 329"/>
              <a:gd name="T55" fmla="*/ 45 h 267"/>
              <a:gd name="T56" fmla="*/ 53 w 329"/>
              <a:gd name="T57" fmla="*/ 56 h 267"/>
              <a:gd name="T58" fmla="*/ 94 w 329"/>
              <a:gd name="T59" fmla="*/ 72 h 267"/>
              <a:gd name="T60" fmla="*/ 94 w 329"/>
              <a:gd name="T61" fmla="*/ 50 h 267"/>
              <a:gd name="T62" fmla="*/ 224 w 329"/>
              <a:gd name="T63" fmla="*/ 126 h 267"/>
              <a:gd name="T64" fmla="*/ 186 w 329"/>
              <a:gd name="T65" fmla="*/ 162 h 267"/>
              <a:gd name="T66" fmla="*/ 173 w 329"/>
              <a:gd name="T67" fmla="*/ 200 h 267"/>
              <a:gd name="T68" fmla="*/ 127 w 329"/>
              <a:gd name="T69" fmla="*/ 170 h 267"/>
              <a:gd name="T70" fmla="*/ 155 w 329"/>
              <a:gd name="T71" fmla="*/ 221 h 267"/>
              <a:gd name="T72" fmla="*/ 182 w 329"/>
              <a:gd name="T73" fmla="*/ 229 h 267"/>
              <a:gd name="T74" fmla="*/ 221 w 329"/>
              <a:gd name="T75" fmla="*/ 233 h 267"/>
              <a:gd name="T76" fmla="*/ 288 w 329"/>
              <a:gd name="T77" fmla="*/ 127 h 267"/>
              <a:gd name="T78" fmla="*/ 146 w 329"/>
              <a:gd name="T79" fmla="*/ 115 h 267"/>
              <a:gd name="T80" fmla="*/ 203 w 329"/>
              <a:gd name="T81" fmla="*/ 20 h 267"/>
              <a:gd name="T82" fmla="*/ 21 w 329"/>
              <a:gd name="T83" fmla="*/ 20 h 267"/>
              <a:gd name="T84" fmla="*/ 21 w 329"/>
              <a:gd name="T85" fmla="*/ 141 h 267"/>
              <a:gd name="T86" fmla="*/ 210 w 329"/>
              <a:gd name="T87" fmla="*/ 108 h 267"/>
              <a:gd name="T88" fmla="*/ 148 w 329"/>
              <a:gd name="T89" fmla="*/ 148 h 267"/>
              <a:gd name="T90" fmla="*/ 171 w 329"/>
              <a:gd name="T91" fmla="*/ 174 h 267"/>
              <a:gd name="T92" fmla="*/ 188 w 329"/>
              <a:gd name="T93" fmla="*/ 148 h 267"/>
              <a:gd name="T94" fmla="*/ 210 w 329"/>
              <a:gd name="T95" fmla="*/ 108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9" h="267">
                <a:moveTo>
                  <a:pt x="36" y="0"/>
                </a:moveTo>
                <a:cubicBezTo>
                  <a:pt x="188" y="0"/>
                  <a:pt x="188" y="0"/>
                  <a:pt x="188" y="0"/>
                </a:cubicBezTo>
                <a:cubicBezTo>
                  <a:pt x="198" y="0"/>
                  <a:pt x="207" y="4"/>
                  <a:pt x="214" y="10"/>
                </a:cubicBezTo>
                <a:cubicBezTo>
                  <a:pt x="220" y="17"/>
                  <a:pt x="224" y="26"/>
                  <a:pt x="224" y="36"/>
                </a:cubicBezTo>
                <a:cubicBezTo>
                  <a:pt x="224" y="93"/>
                  <a:pt x="224" y="93"/>
                  <a:pt x="224" y="93"/>
                </a:cubicBezTo>
                <a:cubicBezTo>
                  <a:pt x="252" y="94"/>
                  <a:pt x="278" y="102"/>
                  <a:pt x="297" y="115"/>
                </a:cubicBezTo>
                <a:cubicBezTo>
                  <a:pt x="317" y="129"/>
                  <a:pt x="329" y="148"/>
                  <a:pt x="329" y="170"/>
                </a:cubicBezTo>
                <a:cubicBezTo>
                  <a:pt x="329" y="192"/>
                  <a:pt x="317" y="211"/>
                  <a:pt x="297" y="225"/>
                </a:cubicBezTo>
                <a:cubicBezTo>
                  <a:pt x="277" y="239"/>
                  <a:pt x="251" y="247"/>
                  <a:pt x="221" y="247"/>
                </a:cubicBezTo>
                <a:cubicBezTo>
                  <a:pt x="215" y="247"/>
                  <a:pt x="208" y="247"/>
                  <a:pt x="202" y="246"/>
                </a:cubicBezTo>
                <a:cubicBezTo>
                  <a:pt x="196" y="245"/>
                  <a:pt x="191" y="244"/>
                  <a:pt x="186" y="243"/>
                </a:cubicBezTo>
                <a:cubicBezTo>
                  <a:pt x="137" y="265"/>
                  <a:pt x="137" y="265"/>
                  <a:pt x="137" y="265"/>
                </a:cubicBezTo>
                <a:cubicBezTo>
                  <a:pt x="134" y="267"/>
                  <a:pt x="130" y="265"/>
                  <a:pt x="128" y="261"/>
                </a:cubicBezTo>
                <a:cubicBezTo>
                  <a:pt x="127" y="260"/>
                  <a:pt x="127" y="258"/>
                  <a:pt x="128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40" y="221"/>
                  <a:pt x="140" y="221"/>
                  <a:pt x="140" y="221"/>
                </a:cubicBezTo>
                <a:cubicBezTo>
                  <a:pt x="132" y="215"/>
                  <a:pt x="126" y="207"/>
                  <a:pt x="121" y="200"/>
                </a:cubicBezTo>
                <a:cubicBezTo>
                  <a:pt x="116" y="191"/>
                  <a:pt x="113" y="181"/>
                  <a:pt x="113" y="170"/>
                </a:cubicBezTo>
                <a:cubicBezTo>
                  <a:pt x="113" y="167"/>
                  <a:pt x="113" y="165"/>
                  <a:pt x="113" y="162"/>
                </a:cubicBezTo>
                <a:cubicBezTo>
                  <a:pt x="36" y="162"/>
                  <a:pt x="36" y="162"/>
                  <a:pt x="36" y="162"/>
                </a:cubicBezTo>
                <a:cubicBezTo>
                  <a:pt x="26" y="162"/>
                  <a:pt x="17" y="158"/>
                  <a:pt x="11" y="151"/>
                </a:cubicBezTo>
                <a:cubicBezTo>
                  <a:pt x="4" y="145"/>
                  <a:pt x="0" y="136"/>
                  <a:pt x="0" y="12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26"/>
                  <a:pt x="4" y="17"/>
                  <a:pt x="11" y="10"/>
                </a:cubicBezTo>
                <a:cubicBezTo>
                  <a:pt x="17" y="4"/>
                  <a:pt x="26" y="0"/>
                  <a:pt x="36" y="0"/>
                </a:cubicBezTo>
                <a:close/>
                <a:moveTo>
                  <a:pt x="227" y="187"/>
                </a:moveTo>
                <a:cubicBezTo>
                  <a:pt x="227" y="195"/>
                  <a:pt x="227" y="195"/>
                  <a:pt x="227" y="195"/>
                </a:cubicBezTo>
                <a:cubicBezTo>
                  <a:pt x="292" y="195"/>
                  <a:pt x="292" y="195"/>
                  <a:pt x="292" y="195"/>
                </a:cubicBezTo>
                <a:cubicBezTo>
                  <a:pt x="292" y="187"/>
                  <a:pt x="292" y="187"/>
                  <a:pt x="292" y="187"/>
                </a:cubicBezTo>
                <a:cubicBezTo>
                  <a:pt x="227" y="187"/>
                  <a:pt x="227" y="187"/>
                  <a:pt x="227" y="187"/>
                </a:cubicBezTo>
                <a:close/>
                <a:moveTo>
                  <a:pt x="227" y="168"/>
                </a:moveTo>
                <a:cubicBezTo>
                  <a:pt x="227" y="176"/>
                  <a:pt x="227" y="176"/>
                  <a:pt x="227" y="176"/>
                </a:cubicBezTo>
                <a:cubicBezTo>
                  <a:pt x="292" y="176"/>
                  <a:pt x="292" y="176"/>
                  <a:pt x="292" y="176"/>
                </a:cubicBezTo>
                <a:cubicBezTo>
                  <a:pt x="292" y="168"/>
                  <a:pt x="292" y="168"/>
                  <a:pt x="292" y="168"/>
                </a:cubicBezTo>
                <a:cubicBezTo>
                  <a:pt x="227" y="168"/>
                  <a:pt x="227" y="168"/>
                  <a:pt x="227" y="168"/>
                </a:cubicBezTo>
                <a:close/>
                <a:moveTo>
                  <a:pt x="227" y="149"/>
                </a:moveTo>
                <a:cubicBezTo>
                  <a:pt x="227" y="157"/>
                  <a:pt x="227" y="157"/>
                  <a:pt x="227" y="157"/>
                </a:cubicBezTo>
                <a:cubicBezTo>
                  <a:pt x="292" y="157"/>
                  <a:pt x="292" y="157"/>
                  <a:pt x="292" y="157"/>
                </a:cubicBezTo>
                <a:cubicBezTo>
                  <a:pt x="292" y="149"/>
                  <a:pt x="292" y="149"/>
                  <a:pt x="292" y="149"/>
                </a:cubicBezTo>
                <a:cubicBezTo>
                  <a:pt x="227" y="149"/>
                  <a:pt x="227" y="149"/>
                  <a:pt x="227" y="149"/>
                </a:cubicBezTo>
                <a:close/>
                <a:moveTo>
                  <a:pt x="126" y="77"/>
                </a:moveTo>
                <a:cubicBezTo>
                  <a:pt x="126" y="86"/>
                  <a:pt x="126" y="86"/>
                  <a:pt x="126" y="86"/>
                </a:cubicBezTo>
                <a:cubicBezTo>
                  <a:pt x="192" y="86"/>
                  <a:pt x="192" y="86"/>
                  <a:pt x="192" y="86"/>
                </a:cubicBezTo>
                <a:cubicBezTo>
                  <a:pt x="192" y="77"/>
                  <a:pt x="192" y="77"/>
                  <a:pt x="192" y="77"/>
                </a:cubicBezTo>
                <a:cubicBezTo>
                  <a:pt x="126" y="77"/>
                  <a:pt x="126" y="77"/>
                  <a:pt x="126" y="77"/>
                </a:cubicBezTo>
                <a:close/>
                <a:moveTo>
                  <a:pt x="126" y="58"/>
                </a:moveTo>
                <a:cubicBezTo>
                  <a:pt x="126" y="67"/>
                  <a:pt x="126" y="67"/>
                  <a:pt x="126" y="67"/>
                </a:cubicBezTo>
                <a:cubicBezTo>
                  <a:pt x="192" y="67"/>
                  <a:pt x="192" y="67"/>
                  <a:pt x="192" y="67"/>
                </a:cubicBezTo>
                <a:cubicBezTo>
                  <a:pt x="192" y="58"/>
                  <a:pt x="192" y="58"/>
                  <a:pt x="192" y="58"/>
                </a:cubicBezTo>
                <a:cubicBezTo>
                  <a:pt x="126" y="58"/>
                  <a:pt x="126" y="58"/>
                  <a:pt x="126" y="58"/>
                </a:cubicBezTo>
                <a:close/>
                <a:moveTo>
                  <a:pt x="126" y="39"/>
                </a:moveTo>
                <a:cubicBezTo>
                  <a:pt x="126" y="48"/>
                  <a:pt x="126" y="48"/>
                  <a:pt x="126" y="48"/>
                </a:cubicBezTo>
                <a:cubicBezTo>
                  <a:pt x="192" y="48"/>
                  <a:pt x="192" y="48"/>
                  <a:pt x="192" y="48"/>
                </a:cubicBezTo>
                <a:cubicBezTo>
                  <a:pt x="192" y="39"/>
                  <a:pt x="192" y="39"/>
                  <a:pt x="192" y="39"/>
                </a:cubicBezTo>
                <a:cubicBezTo>
                  <a:pt x="126" y="39"/>
                  <a:pt x="126" y="39"/>
                  <a:pt x="126" y="39"/>
                </a:cubicBezTo>
                <a:close/>
                <a:moveTo>
                  <a:pt x="77" y="28"/>
                </a:moveTo>
                <a:cubicBezTo>
                  <a:pt x="70" y="28"/>
                  <a:pt x="63" y="31"/>
                  <a:pt x="58" y="36"/>
                </a:cubicBezTo>
                <a:cubicBezTo>
                  <a:pt x="53" y="41"/>
                  <a:pt x="50" y="48"/>
                  <a:pt x="50" y="56"/>
                </a:cubicBezTo>
                <a:cubicBezTo>
                  <a:pt x="50" y="63"/>
                  <a:pt x="53" y="70"/>
                  <a:pt x="58" y="75"/>
                </a:cubicBezTo>
                <a:cubicBezTo>
                  <a:pt x="63" y="80"/>
                  <a:pt x="70" y="83"/>
                  <a:pt x="77" y="83"/>
                </a:cubicBezTo>
                <a:cubicBezTo>
                  <a:pt x="85" y="83"/>
                  <a:pt x="92" y="80"/>
                  <a:pt x="96" y="75"/>
                </a:cubicBezTo>
                <a:cubicBezTo>
                  <a:pt x="101" y="70"/>
                  <a:pt x="104" y="63"/>
                  <a:pt x="104" y="56"/>
                </a:cubicBezTo>
                <a:cubicBezTo>
                  <a:pt x="104" y="48"/>
                  <a:pt x="101" y="41"/>
                  <a:pt x="96" y="36"/>
                </a:cubicBezTo>
                <a:cubicBezTo>
                  <a:pt x="92" y="31"/>
                  <a:pt x="85" y="28"/>
                  <a:pt x="77" y="28"/>
                </a:cubicBezTo>
                <a:close/>
                <a:moveTo>
                  <a:pt x="76" y="95"/>
                </a:moveTo>
                <a:cubicBezTo>
                  <a:pt x="70" y="124"/>
                  <a:pt x="70" y="124"/>
                  <a:pt x="70" y="124"/>
                </a:cubicBezTo>
                <a:cubicBezTo>
                  <a:pt x="77" y="129"/>
                  <a:pt x="77" y="129"/>
                  <a:pt x="77" y="129"/>
                </a:cubicBezTo>
                <a:cubicBezTo>
                  <a:pt x="83" y="124"/>
                  <a:pt x="83" y="124"/>
                  <a:pt x="83" y="124"/>
                </a:cubicBezTo>
                <a:cubicBezTo>
                  <a:pt x="77" y="95"/>
                  <a:pt x="77" y="95"/>
                  <a:pt x="77" y="95"/>
                </a:cubicBezTo>
                <a:cubicBezTo>
                  <a:pt x="80" y="94"/>
                  <a:pt x="80" y="94"/>
                  <a:pt x="80" y="94"/>
                </a:cubicBezTo>
                <a:cubicBezTo>
                  <a:pt x="77" y="91"/>
                  <a:pt x="77" y="91"/>
                  <a:pt x="77" y="91"/>
                </a:cubicBezTo>
                <a:cubicBezTo>
                  <a:pt x="73" y="94"/>
                  <a:pt x="73" y="94"/>
                  <a:pt x="73" y="94"/>
                </a:cubicBezTo>
                <a:cubicBezTo>
                  <a:pt x="76" y="95"/>
                  <a:pt x="76" y="95"/>
                  <a:pt x="76" y="95"/>
                </a:cubicBezTo>
                <a:close/>
                <a:moveTo>
                  <a:pt x="88" y="85"/>
                </a:moveTo>
                <a:cubicBezTo>
                  <a:pt x="81" y="93"/>
                  <a:pt x="81" y="93"/>
                  <a:pt x="81" y="93"/>
                </a:cubicBezTo>
                <a:cubicBezTo>
                  <a:pt x="88" y="124"/>
                  <a:pt x="88" y="124"/>
                  <a:pt x="88" y="124"/>
                </a:cubicBezTo>
                <a:cubicBezTo>
                  <a:pt x="116" y="124"/>
                  <a:pt x="116" y="124"/>
                  <a:pt x="116" y="124"/>
                </a:cubicBezTo>
                <a:cubicBezTo>
                  <a:pt x="115" y="106"/>
                  <a:pt x="104" y="90"/>
                  <a:pt x="88" y="85"/>
                </a:cubicBezTo>
                <a:close/>
                <a:moveTo>
                  <a:pt x="66" y="124"/>
                </a:moveTo>
                <a:cubicBezTo>
                  <a:pt x="72" y="93"/>
                  <a:pt x="72" y="93"/>
                  <a:pt x="72" y="93"/>
                </a:cubicBezTo>
                <a:cubicBezTo>
                  <a:pt x="65" y="85"/>
                  <a:pt x="65" y="85"/>
                  <a:pt x="65" y="85"/>
                </a:cubicBezTo>
                <a:cubicBezTo>
                  <a:pt x="50" y="90"/>
                  <a:pt x="38" y="106"/>
                  <a:pt x="38" y="124"/>
                </a:cubicBezTo>
                <a:cubicBezTo>
                  <a:pt x="66" y="124"/>
                  <a:pt x="66" y="124"/>
                  <a:pt x="66" y="124"/>
                </a:cubicBezTo>
                <a:close/>
                <a:moveTo>
                  <a:pt x="81" y="45"/>
                </a:moveTo>
                <a:cubicBezTo>
                  <a:pt x="80" y="46"/>
                  <a:pt x="80" y="46"/>
                  <a:pt x="79" y="46"/>
                </a:cubicBezTo>
                <a:cubicBezTo>
                  <a:pt x="70" y="51"/>
                  <a:pt x="59" y="51"/>
                  <a:pt x="54" y="51"/>
                </a:cubicBezTo>
                <a:cubicBezTo>
                  <a:pt x="54" y="53"/>
                  <a:pt x="53" y="54"/>
                  <a:pt x="53" y="56"/>
                </a:cubicBezTo>
                <a:cubicBezTo>
                  <a:pt x="53" y="62"/>
                  <a:pt x="56" y="68"/>
                  <a:pt x="60" y="72"/>
                </a:cubicBezTo>
                <a:cubicBezTo>
                  <a:pt x="65" y="77"/>
                  <a:pt x="71" y="79"/>
                  <a:pt x="77" y="79"/>
                </a:cubicBezTo>
                <a:cubicBezTo>
                  <a:pt x="84" y="79"/>
                  <a:pt x="90" y="77"/>
                  <a:pt x="94" y="72"/>
                </a:cubicBezTo>
                <a:cubicBezTo>
                  <a:pt x="98" y="68"/>
                  <a:pt x="101" y="62"/>
                  <a:pt x="101" y="56"/>
                </a:cubicBezTo>
                <a:cubicBezTo>
                  <a:pt x="101" y="54"/>
                  <a:pt x="101" y="52"/>
                  <a:pt x="100" y="51"/>
                </a:cubicBezTo>
                <a:cubicBezTo>
                  <a:pt x="98" y="51"/>
                  <a:pt x="96" y="51"/>
                  <a:pt x="94" y="50"/>
                </a:cubicBezTo>
                <a:cubicBezTo>
                  <a:pt x="89" y="49"/>
                  <a:pt x="85" y="48"/>
                  <a:pt x="81" y="45"/>
                </a:cubicBezTo>
                <a:close/>
                <a:moveTo>
                  <a:pt x="224" y="107"/>
                </a:moveTo>
                <a:cubicBezTo>
                  <a:pt x="224" y="126"/>
                  <a:pt x="224" y="126"/>
                  <a:pt x="224" y="126"/>
                </a:cubicBezTo>
                <a:cubicBezTo>
                  <a:pt x="224" y="136"/>
                  <a:pt x="220" y="145"/>
                  <a:pt x="214" y="151"/>
                </a:cubicBezTo>
                <a:cubicBezTo>
                  <a:pt x="207" y="158"/>
                  <a:pt x="198" y="162"/>
                  <a:pt x="188" y="162"/>
                </a:cubicBezTo>
                <a:cubicBezTo>
                  <a:pt x="186" y="162"/>
                  <a:pt x="186" y="162"/>
                  <a:pt x="186" y="162"/>
                </a:cubicBezTo>
                <a:cubicBezTo>
                  <a:pt x="186" y="196"/>
                  <a:pt x="186" y="196"/>
                  <a:pt x="186" y="196"/>
                </a:cubicBezTo>
                <a:cubicBezTo>
                  <a:pt x="186" y="200"/>
                  <a:pt x="183" y="203"/>
                  <a:pt x="179" y="203"/>
                </a:cubicBezTo>
                <a:cubicBezTo>
                  <a:pt x="176" y="203"/>
                  <a:pt x="174" y="202"/>
                  <a:pt x="173" y="200"/>
                </a:cubicBezTo>
                <a:cubicBezTo>
                  <a:pt x="144" y="162"/>
                  <a:pt x="144" y="162"/>
                  <a:pt x="144" y="162"/>
                </a:cubicBezTo>
                <a:cubicBezTo>
                  <a:pt x="128" y="162"/>
                  <a:pt x="128" y="162"/>
                  <a:pt x="128" y="162"/>
                </a:cubicBezTo>
                <a:cubicBezTo>
                  <a:pt x="128" y="165"/>
                  <a:pt x="127" y="167"/>
                  <a:pt x="127" y="170"/>
                </a:cubicBezTo>
                <a:cubicBezTo>
                  <a:pt x="127" y="178"/>
                  <a:pt x="130" y="185"/>
                  <a:pt x="134" y="192"/>
                </a:cubicBezTo>
                <a:cubicBezTo>
                  <a:pt x="138" y="200"/>
                  <a:pt x="144" y="206"/>
                  <a:pt x="152" y="212"/>
                </a:cubicBezTo>
                <a:cubicBezTo>
                  <a:pt x="155" y="214"/>
                  <a:pt x="156" y="217"/>
                  <a:pt x="155" y="221"/>
                </a:cubicBezTo>
                <a:cubicBezTo>
                  <a:pt x="147" y="245"/>
                  <a:pt x="147" y="245"/>
                  <a:pt x="147" y="245"/>
                </a:cubicBezTo>
                <a:cubicBezTo>
                  <a:pt x="182" y="229"/>
                  <a:pt x="182" y="229"/>
                  <a:pt x="182" y="229"/>
                </a:cubicBezTo>
                <a:cubicBezTo>
                  <a:pt x="182" y="229"/>
                  <a:pt x="182" y="229"/>
                  <a:pt x="182" y="229"/>
                </a:cubicBezTo>
                <a:cubicBezTo>
                  <a:pt x="183" y="228"/>
                  <a:pt x="185" y="228"/>
                  <a:pt x="187" y="228"/>
                </a:cubicBezTo>
                <a:cubicBezTo>
                  <a:pt x="192" y="230"/>
                  <a:pt x="198" y="231"/>
                  <a:pt x="204" y="232"/>
                </a:cubicBezTo>
                <a:cubicBezTo>
                  <a:pt x="209" y="232"/>
                  <a:pt x="215" y="233"/>
                  <a:pt x="221" y="233"/>
                </a:cubicBezTo>
                <a:cubicBezTo>
                  <a:pt x="248" y="233"/>
                  <a:pt x="271" y="225"/>
                  <a:pt x="288" y="214"/>
                </a:cubicBezTo>
                <a:cubicBezTo>
                  <a:pt x="305" y="202"/>
                  <a:pt x="315" y="187"/>
                  <a:pt x="315" y="170"/>
                </a:cubicBezTo>
                <a:cubicBezTo>
                  <a:pt x="315" y="153"/>
                  <a:pt x="305" y="138"/>
                  <a:pt x="288" y="127"/>
                </a:cubicBezTo>
                <a:cubicBezTo>
                  <a:pt x="272" y="115"/>
                  <a:pt x="249" y="108"/>
                  <a:pt x="224" y="107"/>
                </a:cubicBezTo>
                <a:close/>
                <a:moveTo>
                  <a:pt x="118" y="148"/>
                </a:moveTo>
                <a:cubicBezTo>
                  <a:pt x="123" y="135"/>
                  <a:pt x="133" y="124"/>
                  <a:pt x="146" y="115"/>
                </a:cubicBezTo>
                <a:cubicBezTo>
                  <a:pt x="162" y="103"/>
                  <a:pt x="185" y="95"/>
                  <a:pt x="210" y="93"/>
                </a:cubicBezTo>
                <a:cubicBezTo>
                  <a:pt x="210" y="36"/>
                  <a:pt x="210" y="36"/>
                  <a:pt x="210" y="36"/>
                </a:cubicBezTo>
                <a:cubicBezTo>
                  <a:pt x="210" y="30"/>
                  <a:pt x="207" y="24"/>
                  <a:pt x="203" y="20"/>
                </a:cubicBezTo>
                <a:cubicBezTo>
                  <a:pt x="200" y="17"/>
                  <a:pt x="194" y="14"/>
                  <a:pt x="188" y="14"/>
                </a:cubicBezTo>
                <a:cubicBezTo>
                  <a:pt x="36" y="14"/>
                  <a:pt x="36" y="14"/>
                  <a:pt x="36" y="14"/>
                </a:cubicBezTo>
                <a:cubicBezTo>
                  <a:pt x="30" y="14"/>
                  <a:pt x="25" y="17"/>
                  <a:pt x="21" y="20"/>
                </a:cubicBezTo>
                <a:cubicBezTo>
                  <a:pt x="17" y="24"/>
                  <a:pt x="15" y="30"/>
                  <a:pt x="15" y="36"/>
                </a:cubicBezTo>
                <a:cubicBezTo>
                  <a:pt x="15" y="126"/>
                  <a:pt x="15" y="126"/>
                  <a:pt x="15" y="126"/>
                </a:cubicBezTo>
                <a:cubicBezTo>
                  <a:pt x="15" y="132"/>
                  <a:pt x="17" y="137"/>
                  <a:pt x="21" y="141"/>
                </a:cubicBezTo>
                <a:cubicBezTo>
                  <a:pt x="25" y="145"/>
                  <a:pt x="30" y="148"/>
                  <a:pt x="36" y="148"/>
                </a:cubicBezTo>
                <a:cubicBezTo>
                  <a:pt x="118" y="148"/>
                  <a:pt x="118" y="148"/>
                  <a:pt x="118" y="148"/>
                </a:cubicBezTo>
                <a:close/>
                <a:moveTo>
                  <a:pt x="210" y="108"/>
                </a:moveTo>
                <a:cubicBezTo>
                  <a:pt x="188" y="110"/>
                  <a:pt x="168" y="116"/>
                  <a:pt x="154" y="127"/>
                </a:cubicBezTo>
                <a:cubicBezTo>
                  <a:pt x="145" y="133"/>
                  <a:pt x="138" y="140"/>
                  <a:pt x="134" y="148"/>
                </a:cubicBezTo>
                <a:cubicBezTo>
                  <a:pt x="148" y="148"/>
                  <a:pt x="148" y="148"/>
                  <a:pt x="148" y="148"/>
                </a:cubicBezTo>
                <a:cubicBezTo>
                  <a:pt x="148" y="148"/>
                  <a:pt x="148" y="148"/>
                  <a:pt x="148" y="148"/>
                </a:cubicBezTo>
                <a:cubicBezTo>
                  <a:pt x="150" y="148"/>
                  <a:pt x="152" y="149"/>
                  <a:pt x="154" y="150"/>
                </a:cubicBezTo>
                <a:cubicBezTo>
                  <a:pt x="171" y="174"/>
                  <a:pt x="171" y="174"/>
                  <a:pt x="171" y="174"/>
                </a:cubicBezTo>
                <a:cubicBezTo>
                  <a:pt x="171" y="155"/>
                  <a:pt x="171" y="155"/>
                  <a:pt x="171" y="155"/>
                </a:cubicBezTo>
                <a:cubicBezTo>
                  <a:pt x="171" y="151"/>
                  <a:pt x="175" y="148"/>
                  <a:pt x="179" y="148"/>
                </a:cubicBezTo>
                <a:cubicBezTo>
                  <a:pt x="188" y="148"/>
                  <a:pt x="188" y="148"/>
                  <a:pt x="188" y="148"/>
                </a:cubicBezTo>
                <a:cubicBezTo>
                  <a:pt x="194" y="148"/>
                  <a:pt x="200" y="145"/>
                  <a:pt x="203" y="141"/>
                </a:cubicBezTo>
                <a:cubicBezTo>
                  <a:pt x="207" y="137"/>
                  <a:pt x="210" y="132"/>
                  <a:pt x="210" y="126"/>
                </a:cubicBezTo>
                <a:lnTo>
                  <a:pt x="210" y="108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Freeform 42"/>
          <p:cNvSpPr>
            <a:spLocks noChangeAspect="1" noEditPoints="1"/>
          </p:cNvSpPr>
          <p:nvPr/>
        </p:nvSpPr>
        <p:spPr bwMode="auto">
          <a:xfrm>
            <a:off x="5288231" y="3894926"/>
            <a:ext cx="303929" cy="388800"/>
          </a:xfrm>
          <a:custGeom>
            <a:avLst/>
            <a:gdLst>
              <a:gd name="T0" fmla="*/ 49 w 224"/>
              <a:gd name="T1" fmla="*/ 93 h 287"/>
              <a:gd name="T2" fmla="*/ 54 w 224"/>
              <a:gd name="T3" fmla="*/ 281 h 287"/>
              <a:gd name="T4" fmla="*/ 21 w 224"/>
              <a:gd name="T5" fmla="*/ 279 h 287"/>
              <a:gd name="T6" fmla="*/ 0 w 224"/>
              <a:gd name="T7" fmla="*/ 254 h 287"/>
              <a:gd name="T8" fmla="*/ 12 w 224"/>
              <a:gd name="T9" fmla="*/ 70 h 287"/>
              <a:gd name="T10" fmla="*/ 171 w 224"/>
              <a:gd name="T11" fmla="*/ 217 h 287"/>
              <a:gd name="T12" fmla="*/ 190 w 224"/>
              <a:gd name="T13" fmla="*/ 166 h 287"/>
              <a:gd name="T14" fmla="*/ 185 w 224"/>
              <a:gd name="T15" fmla="*/ 183 h 287"/>
              <a:gd name="T16" fmla="*/ 181 w 224"/>
              <a:gd name="T17" fmla="*/ 188 h 287"/>
              <a:gd name="T18" fmla="*/ 161 w 224"/>
              <a:gd name="T19" fmla="*/ 188 h 287"/>
              <a:gd name="T20" fmla="*/ 156 w 224"/>
              <a:gd name="T21" fmla="*/ 183 h 287"/>
              <a:gd name="T22" fmla="*/ 192 w 224"/>
              <a:gd name="T23" fmla="*/ 137 h 287"/>
              <a:gd name="T24" fmla="*/ 193 w 224"/>
              <a:gd name="T25" fmla="*/ 138 h 287"/>
              <a:gd name="T26" fmla="*/ 196 w 224"/>
              <a:gd name="T27" fmla="*/ 139 h 287"/>
              <a:gd name="T28" fmla="*/ 197 w 224"/>
              <a:gd name="T29" fmla="*/ 139 h 287"/>
              <a:gd name="T30" fmla="*/ 198 w 224"/>
              <a:gd name="T31" fmla="*/ 140 h 287"/>
              <a:gd name="T32" fmla="*/ 199 w 224"/>
              <a:gd name="T33" fmla="*/ 141 h 287"/>
              <a:gd name="T34" fmla="*/ 200 w 224"/>
              <a:gd name="T35" fmla="*/ 142 h 287"/>
              <a:gd name="T36" fmla="*/ 202 w 224"/>
              <a:gd name="T37" fmla="*/ 143 h 287"/>
              <a:gd name="T38" fmla="*/ 203 w 224"/>
              <a:gd name="T39" fmla="*/ 144 h 287"/>
              <a:gd name="T40" fmla="*/ 204 w 224"/>
              <a:gd name="T41" fmla="*/ 145 h 287"/>
              <a:gd name="T42" fmla="*/ 205 w 224"/>
              <a:gd name="T43" fmla="*/ 146 h 287"/>
              <a:gd name="T44" fmla="*/ 219 w 224"/>
              <a:gd name="T45" fmla="*/ 185 h 287"/>
              <a:gd name="T46" fmla="*/ 219 w 224"/>
              <a:gd name="T47" fmla="*/ 250 h 287"/>
              <a:gd name="T48" fmla="*/ 124 w 224"/>
              <a:gd name="T49" fmla="*/ 178 h 287"/>
              <a:gd name="T50" fmla="*/ 124 w 224"/>
              <a:gd name="T51" fmla="*/ 178 h 287"/>
              <a:gd name="T52" fmla="*/ 118 w 224"/>
              <a:gd name="T53" fmla="*/ 283 h 287"/>
              <a:gd name="T54" fmla="*/ 118 w 224"/>
              <a:gd name="T55" fmla="*/ 283 h 287"/>
              <a:gd name="T56" fmla="*/ 191 w 224"/>
              <a:gd name="T57" fmla="*/ 234 h 287"/>
              <a:gd name="T58" fmla="*/ 172 w 224"/>
              <a:gd name="T59" fmla="*/ 37 h 287"/>
              <a:gd name="T60" fmla="*/ 52 w 224"/>
              <a:gd name="T61" fmla="*/ 83 h 287"/>
              <a:gd name="T62" fmla="*/ 40 w 224"/>
              <a:gd name="T63" fmla="*/ 82 h 287"/>
              <a:gd name="T64" fmla="*/ 155 w 224"/>
              <a:gd name="T65" fmla="*/ 26 h 287"/>
              <a:gd name="T66" fmla="*/ 40 w 224"/>
              <a:gd name="T67" fmla="*/ 82 h 287"/>
              <a:gd name="T68" fmla="*/ 148 w 224"/>
              <a:gd name="T69" fmla="*/ 19 h 287"/>
              <a:gd name="T70" fmla="*/ 25 w 224"/>
              <a:gd name="T71" fmla="*/ 72 h 287"/>
              <a:gd name="T72" fmla="*/ 62 w 224"/>
              <a:gd name="T73" fmla="*/ 100 h 287"/>
              <a:gd name="T74" fmla="*/ 194 w 224"/>
              <a:gd name="T75" fmla="*/ 40 h 287"/>
              <a:gd name="T76" fmla="*/ 203 w 224"/>
              <a:gd name="T77" fmla="*/ 130 h 287"/>
              <a:gd name="T78" fmla="*/ 202 w 224"/>
              <a:gd name="T79" fmla="*/ 129 h 287"/>
              <a:gd name="T80" fmla="*/ 199 w 224"/>
              <a:gd name="T81" fmla="*/ 127 h 287"/>
              <a:gd name="T82" fmla="*/ 198 w 224"/>
              <a:gd name="T83" fmla="*/ 127 h 287"/>
              <a:gd name="T84" fmla="*/ 172 w 224"/>
              <a:gd name="T85" fmla="*/ 121 h 287"/>
              <a:gd name="T86" fmla="*/ 112 w 224"/>
              <a:gd name="T87" fmla="*/ 178 h 287"/>
              <a:gd name="T88" fmla="*/ 72 w 224"/>
              <a:gd name="T89" fmla="*/ 286 h 287"/>
              <a:gd name="T90" fmla="*/ 21 w 224"/>
              <a:gd name="T91" fmla="*/ 65 h 287"/>
              <a:gd name="T92" fmla="*/ 145 w 224"/>
              <a:gd name="T93" fmla="*/ 1 h 287"/>
              <a:gd name="T94" fmla="*/ 21 w 224"/>
              <a:gd name="T95" fmla="*/ 65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24" h="287">
                <a:moveTo>
                  <a:pt x="12" y="70"/>
                </a:moveTo>
                <a:cubicBezTo>
                  <a:pt x="16" y="77"/>
                  <a:pt x="21" y="82"/>
                  <a:pt x="27" y="86"/>
                </a:cubicBezTo>
                <a:cubicBezTo>
                  <a:pt x="33" y="90"/>
                  <a:pt x="41" y="92"/>
                  <a:pt x="49" y="93"/>
                </a:cubicBezTo>
                <a:cubicBezTo>
                  <a:pt x="52" y="94"/>
                  <a:pt x="54" y="97"/>
                  <a:pt x="54" y="100"/>
                </a:cubicBezTo>
                <a:cubicBezTo>
                  <a:pt x="54" y="100"/>
                  <a:pt x="54" y="100"/>
                  <a:pt x="54" y="100"/>
                </a:cubicBezTo>
                <a:cubicBezTo>
                  <a:pt x="54" y="281"/>
                  <a:pt x="54" y="281"/>
                  <a:pt x="54" y="281"/>
                </a:cubicBezTo>
                <a:cubicBezTo>
                  <a:pt x="54" y="285"/>
                  <a:pt x="52" y="287"/>
                  <a:pt x="48" y="287"/>
                </a:cubicBezTo>
                <a:cubicBezTo>
                  <a:pt x="47" y="287"/>
                  <a:pt x="47" y="287"/>
                  <a:pt x="47" y="287"/>
                </a:cubicBezTo>
                <a:cubicBezTo>
                  <a:pt x="38" y="286"/>
                  <a:pt x="29" y="283"/>
                  <a:pt x="21" y="279"/>
                </a:cubicBezTo>
                <a:cubicBezTo>
                  <a:pt x="13" y="274"/>
                  <a:pt x="6" y="267"/>
                  <a:pt x="1" y="257"/>
                </a:cubicBezTo>
                <a:cubicBezTo>
                  <a:pt x="0" y="256"/>
                  <a:pt x="0" y="255"/>
                  <a:pt x="0" y="254"/>
                </a:cubicBezTo>
                <a:cubicBezTo>
                  <a:pt x="0" y="254"/>
                  <a:pt x="0" y="254"/>
                  <a:pt x="0" y="254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70"/>
                  <a:pt x="3" y="67"/>
                  <a:pt x="6" y="67"/>
                </a:cubicBezTo>
                <a:cubicBezTo>
                  <a:pt x="9" y="67"/>
                  <a:pt x="11" y="68"/>
                  <a:pt x="12" y="70"/>
                </a:cubicBezTo>
                <a:close/>
                <a:moveTo>
                  <a:pt x="135" y="180"/>
                </a:moveTo>
                <a:cubicBezTo>
                  <a:pt x="135" y="180"/>
                  <a:pt x="135" y="180"/>
                  <a:pt x="135" y="180"/>
                </a:cubicBezTo>
                <a:cubicBezTo>
                  <a:pt x="135" y="201"/>
                  <a:pt x="151" y="217"/>
                  <a:pt x="171" y="217"/>
                </a:cubicBezTo>
                <a:cubicBezTo>
                  <a:pt x="192" y="217"/>
                  <a:pt x="208" y="201"/>
                  <a:pt x="208" y="180"/>
                </a:cubicBezTo>
                <a:cubicBezTo>
                  <a:pt x="208" y="180"/>
                  <a:pt x="208" y="180"/>
                  <a:pt x="208" y="180"/>
                </a:cubicBezTo>
                <a:cubicBezTo>
                  <a:pt x="200" y="177"/>
                  <a:pt x="194" y="172"/>
                  <a:pt x="190" y="166"/>
                </a:cubicBezTo>
                <a:cubicBezTo>
                  <a:pt x="178" y="175"/>
                  <a:pt x="162" y="180"/>
                  <a:pt x="143" y="180"/>
                </a:cubicBezTo>
                <a:cubicBezTo>
                  <a:pt x="140" y="180"/>
                  <a:pt x="137" y="180"/>
                  <a:pt x="135" y="180"/>
                </a:cubicBezTo>
                <a:close/>
                <a:moveTo>
                  <a:pt x="185" y="183"/>
                </a:moveTo>
                <a:cubicBezTo>
                  <a:pt x="188" y="183"/>
                  <a:pt x="190" y="185"/>
                  <a:pt x="190" y="188"/>
                </a:cubicBezTo>
                <a:cubicBezTo>
                  <a:pt x="190" y="191"/>
                  <a:pt x="188" y="193"/>
                  <a:pt x="185" y="193"/>
                </a:cubicBezTo>
                <a:cubicBezTo>
                  <a:pt x="183" y="193"/>
                  <a:pt x="181" y="191"/>
                  <a:pt x="181" y="188"/>
                </a:cubicBezTo>
                <a:cubicBezTo>
                  <a:pt x="181" y="185"/>
                  <a:pt x="183" y="183"/>
                  <a:pt x="185" y="183"/>
                </a:cubicBezTo>
                <a:close/>
                <a:moveTo>
                  <a:pt x="156" y="183"/>
                </a:moveTo>
                <a:cubicBezTo>
                  <a:pt x="159" y="183"/>
                  <a:pt x="161" y="185"/>
                  <a:pt x="161" y="188"/>
                </a:cubicBezTo>
                <a:cubicBezTo>
                  <a:pt x="161" y="191"/>
                  <a:pt x="159" y="193"/>
                  <a:pt x="156" y="193"/>
                </a:cubicBezTo>
                <a:cubicBezTo>
                  <a:pt x="153" y="193"/>
                  <a:pt x="151" y="191"/>
                  <a:pt x="151" y="188"/>
                </a:cubicBezTo>
                <a:cubicBezTo>
                  <a:pt x="151" y="185"/>
                  <a:pt x="153" y="183"/>
                  <a:pt x="156" y="183"/>
                </a:cubicBezTo>
                <a:close/>
                <a:moveTo>
                  <a:pt x="190" y="136"/>
                </a:moveTo>
                <a:cubicBezTo>
                  <a:pt x="190" y="136"/>
                  <a:pt x="190" y="136"/>
                  <a:pt x="190" y="136"/>
                </a:cubicBezTo>
                <a:cubicBezTo>
                  <a:pt x="191" y="136"/>
                  <a:pt x="192" y="137"/>
                  <a:pt x="192" y="137"/>
                </a:cubicBezTo>
                <a:cubicBezTo>
                  <a:pt x="193" y="137"/>
                  <a:pt x="193" y="137"/>
                  <a:pt x="193" y="137"/>
                </a:cubicBezTo>
                <a:cubicBezTo>
                  <a:pt x="193" y="137"/>
                  <a:pt x="193" y="137"/>
                  <a:pt x="193" y="137"/>
                </a:cubicBezTo>
                <a:cubicBezTo>
                  <a:pt x="193" y="138"/>
                  <a:pt x="193" y="138"/>
                  <a:pt x="193" y="138"/>
                </a:cubicBezTo>
                <a:cubicBezTo>
                  <a:pt x="194" y="138"/>
                  <a:pt x="195" y="138"/>
                  <a:pt x="195" y="138"/>
                </a:cubicBezTo>
                <a:cubicBezTo>
                  <a:pt x="195" y="138"/>
                  <a:pt x="195" y="138"/>
                  <a:pt x="195" y="138"/>
                </a:cubicBezTo>
                <a:cubicBezTo>
                  <a:pt x="195" y="139"/>
                  <a:pt x="196" y="139"/>
                  <a:pt x="196" y="139"/>
                </a:cubicBezTo>
                <a:cubicBezTo>
                  <a:pt x="196" y="139"/>
                  <a:pt x="196" y="139"/>
                  <a:pt x="196" y="139"/>
                </a:cubicBezTo>
                <a:cubicBezTo>
                  <a:pt x="196" y="139"/>
                  <a:pt x="196" y="139"/>
                  <a:pt x="197" y="139"/>
                </a:cubicBezTo>
                <a:cubicBezTo>
                  <a:pt x="197" y="139"/>
                  <a:pt x="197" y="139"/>
                  <a:pt x="197" y="139"/>
                </a:cubicBezTo>
                <a:cubicBezTo>
                  <a:pt x="197" y="140"/>
                  <a:pt x="197" y="140"/>
                  <a:pt x="197" y="140"/>
                </a:cubicBezTo>
                <a:cubicBezTo>
                  <a:pt x="198" y="140"/>
                  <a:pt x="198" y="140"/>
                  <a:pt x="198" y="140"/>
                </a:cubicBezTo>
                <a:cubicBezTo>
                  <a:pt x="198" y="140"/>
                  <a:pt x="198" y="140"/>
                  <a:pt x="198" y="140"/>
                </a:cubicBezTo>
                <a:cubicBezTo>
                  <a:pt x="198" y="141"/>
                  <a:pt x="198" y="141"/>
                  <a:pt x="198" y="141"/>
                </a:cubicBezTo>
                <a:cubicBezTo>
                  <a:pt x="199" y="141"/>
                  <a:pt x="199" y="141"/>
                  <a:pt x="199" y="141"/>
                </a:cubicBezTo>
                <a:cubicBezTo>
                  <a:pt x="199" y="141"/>
                  <a:pt x="199" y="141"/>
                  <a:pt x="199" y="141"/>
                </a:cubicBezTo>
                <a:cubicBezTo>
                  <a:pt x="199" y="141"/>
                  <a:pt x="200" y="141"/>
                  <a:pt x="200" y="141"/>
                </a:cubicBezTo>
                <a:cubicBezTo>
                  <a:pt x="200" y="142"/>
                  <a:pt x="200" y="142"/>
                  <a:pt x="200" y="142"/>
                </a:cubicBezTo>
                <a:cubicBezTo>
                  <a:pt x="200" y="142"/>
                  <a:pt x="200" y="142"/>
                  <a:pt x="200" y="142"/>
                </a:cubicBezTo>
                <a:cubicBezTo>
                  <a:pt x="201" y="142"/>
                  <a:pt x="201" y="142"/>
                  <a:pt x="201" y="142"/>
                </a:cubicBezTo>
                <a:cubicBezTo>
                  <a:pt x="201" y="142"/>
                  <a:pt x="201" y="142"/>
                  <a:pt x="201" y="143"/>
                </a:cubicBezTo>
                <a:cubicBezTo>
                  <a:pt x="202" y="143"/>
                  <a:pt x="202" y="143"/>
                  <a:pt x="202" y="143"/>
                </a:cubicBezTo>
                <a:cubicBezTo>
                  <a:pt x="202" y="143"/>
                  <a:pt x="202" y="143"/>
                  <a:pt x="202" y="143"/>
                </a:cubicBezTo>
                <a:cubicBezTo>
                  <a:pt x="202" y="143"/>
                  <a:pt x="202" y="143"/>
                  <a:pt x="202" y="143"/>
                </a:cubicBezTo>
                <a:cubicBezTo>
                  <a:pt x="203" y="144"/>
                  <a:pt x="203" y="144"/>
                  <a:pt x="203" y="144"/>
                </a:cubicBezTo>
                <a:cubicBezTo>
                  <a:pt x="203" y="144"/>
                  <a:pt x="203" y="144"/>
                  <a:pt x="203" y="144"/>
                </a:cubicBezTo>
                <a:cubicBezTo>
                  <a:pt x="203" y="144"/>
                  <a:pt x="203" y="144"/>
                  <a:pt x="203" y="144"/>
                </a:cubicBezTo>
                <a:cubicBezTo>
                  <a:pt x="204" y="145"/>
                  <a:pt x="204" y="145"/>
                  <a:pt x="204" y="145"/>
                </a:cubicBezTo>
                <a:cubicBezTo>
                  <a:pt x="204" y="145"/>
                  <a:pt x="204" y="145"/>
                  <a:pt x="204" y="145"/>
                </a:cubicBezTo>
                <a:cubicBezTo>
                  <a:pt x="204" y="145"/>
                  <a:pt x="204" y="145"/>
                  <a:pt x="204" y="145"/>
                </a:cubicBezTo>
                <a:cubicBezTo>
                  <a:pt x="205" y="146"/>
                  <a:pt x="205" y="146"/>
                  <a:pt x="205" y="146"/>
                </a:cubicBezTo>
                <a:cubicBezTo>
                  <a:pt x="205" y="146"/>
                  <a:pt x="205" y="146"/>
                  <a:pt x="205" y="146"/>
                </a:cubicBezTo>
                <a:cubicBezTo>
                  <a:pt x="214" y="154"/>
                  <a:pt x="219" y="166"/>
                  <a:pt x="219" y="180"/>
                </a:cubicBezTo>
                <a:cubicBezTo>
                  <a:pt x="219" y="181"/>
                  <a:pt x="219" y="183"/>
                  <a:pt x="219" y="185"/>
                </a:cubicBezTo>
                <a:cubicBezTo>
                  <a:pt x="219" y="185"/>
                  <a:pt x="219" y="185"/>
                  <a:pt x="219" y="185"/>
                </a:cubicBezTo>
                <a:cubicBezTo>
                  <a:pt x="219" y="185"/>
                  <a:pt x="219" y="185"/>
                  <a:pt x="219" y="185"/>
                </a:cubicBezTo>
                <a:cubicBezTo>
                  <a:pt x="219" y="250"/>
                  <a:pt x="219" y="250"/>
                  <a:pt x="219" y="250"/>
                </a:cubicBezTo>
                <a:cubicBezTo>
                  <a:pt x="200" y="215"/>
                  <a:pt x="147" y="214"/>
                  <a:pt x="124" y="248"/>
                </a:cubicBezTo>
                <a:cubicBezTo>
                  <a:pt x="124" y="178"/>
                  <a:pt x="124" y="178"/>
                  <a:pt x="124" y="178"/>
                </a:cubicBezTo>
                <a:cubicBezTo>
                  <a:pt x="124" y="178"/>
                  <a:pt x="124" y="178"/>
                  <a:pt x="124" y="178"/>
                </a:cubicBezTo>
                <a:cubicBezTo>
                  <a:pt x="124" y="178"/>
                  <a:pt x="124" y="178"/>
                  <a:pt x="124" y="178"/>
                </a:cubicBezTo>
                <a:cubicBezTo>
                  <a:pt x="124" y="178"/>
                  <a:pt x="124" y="178"/>
                  <a:pt x="124" y="178"/>
                </a:cubicBezTo>
                <a:cubicBezTo>
                  <a:pt x="124" y="178"/>
                  <a:pt x="124" y="178"/>
                  <a:pt x="124" y="178"/>
                </a:cubicBezTo>
                <a:cubicBezTo>
                  <a:pt x="125" y="153"/>
                  <a:pt x="146" y="132"/>
                  <a:pt x="172" y="132"/>
                </a:cubicBezTo>
                <a:cubicBezTo>
                  <a:pt x="178" y="132"/>
                  <a:pt x="184" y="134"/>
                  <a:pt x="190" y="136"/>
                </a:cubicBezTo>
                <a:close/>
                <a:moveTo>
                  <a:pt x="118" y="283"/>
                </a:moveTo>
                <a:cubicBezTo>
                  <a:pt x="168" y="283"/>
                  <a:pt x="168" y="283"/>
                  <a:pt x="168" y="283"/>
                </a:cubicBezTo>
                <a:cubicBezTo>
                  <a:pt x="150" y="234"/>
                  <a:pt x="150" y="234"/>
                  <a:pt x="150" y="234"/>
                </a:cubicBezTo>
                <a:cubicBezTo>
                  <a:pt x="132" y="243"/>
                  <a:pt x="120" y="262"/>
                  <a:pt x="118" y="283"/>
                </a:cubicBezTo>
                <a:close/>
                <a:moveTo>
                  <a:pt x="176" y="283"/>
                </a:moveTo>
                <a:cubicBezTo>
                  <a:pt x="224" y="283"/>
                  <a:pt x="224" y="283"/>
                  <a:pt x="224" y="283"/>
                </a:cubicBezTo>
                <a:cubicBezTo>
                  <a:pt x="221" y="262"/>
                  <a:pt x="210" y="243"/>
                  <a:pt x="191" y="234"/>
                </a:cubicBezTo>
                <a:cubicBezTo>
                  <a:pt x="176" y="283"/>
                  <a:pt x="176" y="283"/>
                  <a:pt x="176" y="283"/>
                </a:cubicBezTo>
                <a:close/>
                <a:moveTo>
                  <a:pt x="55" y="88"/>
                </a:moveTo>
                <a:cubicBezTo>
                  <a:pt x="172" y="37"/>
                  <a:pt x="172" y="37"/>
                  <a:pt x="172" y="37"/>
                </a:cubicBezTo>
                <a:cubicBezTo>
                  <a:pt x="174" y="37"/>
                  <a:pt x="175" y="35"/>
                  <a:pt x="174" y="34"/>
                </a:cubicBezTo>
                <a:cubicBezTo>
                  <a:pt x="173" y="32"/>
                  <a:pt x="172" y="32"/>
                  <a:pt x="170" y="32"/>
                </a:cubicBezTo>
                <a:cubicBezTo>
                  <a:pt x="52" y="83"/>
                  <a:pt x="52" y="83"/>
                  <a:pt x="52" y="83"/>
                </a:cubicBezTo>
                <a:cubicBezTo>
                  <a:pt x="51" y="83"/>
                  <a:pt x="50" y="85"/>
                  <a:pt x="51" y="87"/>
                </a:cubicBezTo>
                <a:cubicBezTo>
                  <a:pt x="51" y="88"/>
                  <a:pt x="53" y="89"/>
                  <a:pt x="55" y="88"/>
                </a:cubicBezTo>
                <a:close/>
                <a:moveTo>
                  <a:pt x="40" y="82"/>
                </a:moveTo>
                <a:cubicBezTo>
                  <a:pt x="157" y="31"/>
                  <a:pt x="157" y="31"/>
                  <a:pt x="157" y="31"/>
                </a:cubicBezTo>
                <a:cubicBezTo>
                  <a:pt x="159" y="30"/>
                  <a:pt x="160" y="29"/>
                  <a:pt x="159" y="27"/>
                </a:cubicBezTo>
                <a:cubicBezTo>
                  <a:pt x="158" y="26"/>
                  <a:pt x="157" y="25"/>
                  <a:pt x="155" y="26"/>
                </a:cubicBezTo>
                <a:cubicBezTo>
                  <a:pt x="37" y="76"/>
                  <a:pt x="37" y="76"/>
                  <a:pt x="37" y="76"/>
                </a:cubicBezTo>
                <a:cubicBezTo>
                  <a:pt x="36" y="77"/>
                  <a:pt x="35" y="79"/>
                  <a:pt x="36" y="80"/>
                </a:cubicBezTo>
                <a:cubicBezTo>
                  <a:pt x="36" y="82"/>
                  <a:pt x="38" y="82"/>
                  <a:pt x="40" y="82"/>
                </a:cubicBezTo>
                <a:close/>
                <a:moveTo>
                  <a:pt x="29" y="73"/>
                </a:moveTo>
                <a:cubicBezTo>
                  <a:pt x="147" y="23"/>
                  <a:pt x="147" y="23"/>
                  <a:pt x="147" y="23"/>
                </a:cubicBezTo>
                <a:cubicBezTo>
                  <a:pt x="148" y="22"/>
                  <a:pt x="149" y="21"/>
                  <a:pt x="148" y="19"/>
                </a:cubicBezTo>
                <a:cubicBezTo>
                  <a:pt x="148" y="18"/>
                  <a:pt x="146" y="17"/>
                  <a:pt x="145" y="18"/>
                </a:cubicBezTo>
                <a:cubicBezTo>
                  <a:pt x="27" y="68"/>
                  <a:pt x="27" y="68"/>
                  <a:pt x="27" y="68"/>
                </a:cubicBezTo>
                <a:cubicBezTo>
                  <a:pt x="25" y="69"/>
                  <a:pt x="25" y="71"/>
                  <a:pt x="25" y="72"/>
                </a:cubicBezTo>
                <a:cubicBezTo>
                  <a:pt x="26" y="73"/>
                  <a:pt x="27" y="74"/>
                  <a:pt x="29" y="73"/>
                </a:cubicBezTo>
                <a:close/>
                <a:moveTo>
                  <a:pt x="62" y="280"/>
                </a:moveTo>
                <a:cubicBezTo>
                  <a:pt x="62" y="100"/>
                  <a:pt x="62" y="100"/>
                  <a:pt x="62" y="100"/>
                </a:cubicBezTo>
                <a:cubicBezTo>
                  <a:pt x="62" y="100"/>
                  <a:pt x="62" y="100"/>
                  <a:pt x="62" y="100"/>
                </a:cubicBezTo>
                <a:cubicBezTo>
                  <a:pt x="62" y="98"/>
                  <a:pt x="64" y="95"/>
                  <a:pt x="66" y="94"/>
                </a:cubicBezTo>
                <a:cubicBezTo>
                  <a:pt x="194" y="40"/>
                  <a:pt x="194" y="40"/>
                  <a:pt x="194" y="40"/>
                </a:cubicBezTo>
                <a:cubicBezTo>
                  <a:pt x="194" y="39"/>
                  <a:pt x="195" y="39"/>
                  <a:pt x="197" y="39"/>
                </a:cubicBezTo>
                <a:cubicBezTo>
                  <a:pt x="200" y="39"/>
                  <a:pt x="203" y="42"/>
                  <a:pt x="203" y="45"/>
                </a:cubicBezTo>
                <a:cubicBezTo>
                  <a:pt x="203" y="130"/>
                  <a:pt x="203" y="130"/>
                  <a:pt x="203" y="130"/>
                </a:cubicBezTo>
                <a:cubicBezTo>
                  <a:pt x="203" y="129"/>
                  <a:pt x="203" y="129"/>
                  <a:pt x="203" y="129"/>
                </a:cubicBezTo>
                <a:cubicBezTo>
                  <a:pt x="203" y="129"/>
                  <a:pt x="202" y="129"/>
                  <a:pt x="202" y="129"/>
                </a:cubicBezTo>
                <a:cubicBezTo>
                  <a:pt x="202" y="129"/>
                  <a:pt x="202" y="129"/>
                  <a:pt x="202" y="129"/>
                </a:cubicBezTo>
                <a:cubicBezTo>
                  <a:pt x="201" y="129"/>
                  <a:pt x="201" y="128"/>
                  <a:pt x="201" y="128"/>
                </a:cubicBezTo>
                <a:cubicBezTo>
                  <a:pt x="201" y="128"/>
                  <a:pt x="201" y="128"/>
                  <a:pt x="201" y="128"/>
                </a:cubicBezTo>
                <a:cubicBezTo>
                  <a:pt x="200" y="128"/>
                  <a:pt x="200" y="128"/>
                  <a:pt x="199" y="127"/>
                </a:cubicBezTo>
                <a:cubicBezTo>
                  <a:pt x="199" y="127"/>
                  <a:pt x="199" y="127"/>
                  <a:pt x="199" y="127"/>
                </a:cubicBezTo>
                <a:cubicBezTo>
                  <a:pt x="198" y="127"/>
                  <a:pt x="198" y="127"/>
                  <a:pt x="198" y="127"/>
                </a:cubicBezTo>
                <a:cubicBezTo>
                  <a:pt x="198" y="127"/>
                  <a:pt x="198" y="127"/>
                  <a:pt x="198" y="127"/>
                </a:cubicBezTo>
                <a:cubicBezTo>
                  <a:pt x="197" y="126"/>
                  <a:pt x="196" y="126"/>
                  <a:pt x="194" y="125"/>
                </a:cubicBezTo>
                <a:cubicBezTo>
                  <a:pt x="194" y="125"/>
                  <a:pt x="194" y="125"/>
                  <a:pt x="194" y="125"/>
                </a:cubicBezTo>
                <a:cubicBezTo>
                  <a:pt x="187" y="122"/>
                  <a:pt x="179" y="121"/>
                  <a:pt x="172" y="121"/>
                </a:cubicBezTo>
                <a:cubicBezTo>
                  <a:pt x="140" y="121"/>
                  <a:pt x="114" y="146"/>
                  <a:pt x="112" y="177"/>
                </a:cubicBezTo>
                <a:cubicBezTo>
                  <a:pt x="112" y="178"/>
                  <a:pt x="112" y="178"/>
                  <a:pt x="112" y="178"/>
                </a:cubicBezTo>
                <a:cubicBezTo>
                  <a:pt x="112" y="178"/>
                  <a:pt x="112" y="178"/>
                  <a:pt x="112" y="178"/>
                </a:cubicBezTo>
                <a:cubicBezTo>
                  <a:pt x="112" y="258"/>
                  <a:pt x="112" y="258"/>
                  <a:pt x="112" y="258"/>
                </a:cubicBezTo>
                <a:cubicBezTo>
                  <a:pt x="111" y="262"/>
                  <a:pt x="109" y="266"/>
                  <a:pt x="108" y="270"/>
                </a:cubicBezTo>
                <a:cubicBezTo>
                  <a:pt x="72" y="286"/>
                  <a:pt x="72" y="286"/>
                  <a:pt x="72" y="286"/>
                </a:cubicBezTo>
                <a:cubicBezTo>
                  <a:pt x="71" y="286"/>
                  <a:pt x="70" y="286"/>
                  <a:pt x="69" y="286"/>
                </a:cubicBezTo>
                <a:cubicBezTo>
                  <a:pt x="65" y="286"/>
                  <a:pt x="62" y="284"/>
                  <a:pt x="62" y="280"/>
                </a:cubicBezTo>
                <a:close/>
                <a:moveTo>
                  <a:pt x="21" y="65"/>
                </a:moveTo>
                <a:cubicBezTo>
                  <a:pt x="18" y="66"/>
                  <a:pt x="15" y="64"/>
                  <a:pt x="14" y="62"/>
                </a:cubicBezTo>
                <a:cubicBezTo>
                  <a:pt x="13" y="60"/>
                  <a:pt x="15" y="57"/>
                  <a:pt x="17" y="56"/>
                </a:cubicBezTo>
                <a:cubicBezTo>
                  <a:pt x="145" y="1"/>
                  <a:pt x="145" y="1"/>
                  <a:pt x="145" y="1"/>
                </a:cubicBezTo>
                <a:cubicBezTo>
                  <a:pt x="147" y="0"/>
                  <a:pt x="150" y="1"/>
                  <a:pt x="151" y="3"/>
                </a:cubicBezTo>
                <a:cubicBezTo>
                  <a:pt x="152" y="6"/>
                  <a:pt x="151" y="9"/>
                  <a:pt x="149" y="10"/>
                </a:cubicBezTo>
                <a:lnTo>
                  <a:pt x="21" y="65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5863108" y="4507178"/>
            <a:ext cx="449680" cy="388799"/>
            <a:chOff x="5169548" y="3637977"/>
            <a:chExt cx="674520" cy="583200"/>
          </a:xfrm>
          <a:solidFill>
            <a:srgbClr val="1C50A2"/>
          </a:solidFill>
        </p:grpSpPr>
        <p:sp>
          <p:nvSpPr>
            <p:cNvPr id="33" name="Freeform 52"/>
            <p:cNvSpPr>
              <a:spLocks noEditPoints="1"/>
            </p:cNvSpPr>
            <p:nvPr/>
          </p:nvSpPr>
          <p:spPr bwMode="auto">
            <a:xfrm>
              <a:off x="5284736" y="3885993"/>
              <a:ext cx="456598" cy="250091"/>
            </a:xfrm>
            <a:custGeom>
              <a:avLst/>
              <a:gdLst>
                <a:gd name="T0" fmla="*/ 148 w 186"/>
                <a:gd name="T1" fmla="*/ 81 h 102"/>
                <a:gd name="T2" fmla="*/ 92 w 186"/>
                <a:gd name="T3" fmla="*/ 88 h 102"/>
                <a:gd name="T4" fmla="*/ 92 w 186"/>
                <a:gd name="T5" fmla="*/ 64 h 102"/>
                <a:gd name="T6" fmla="*/ 148 w 186"/>
                <a:gd name="T7" fmla="*/ 71 h 102"/>
                <a:gd name="T8" fmla="*/ 92 w 186"/>
                <a:gd name="T9" fmla="*/ 64 h 102"/>
                <a:gd name="T10" fmla="*/ 186 w 186"/>
                <a:gd name="T11" fmla="*/ 44 h 102"/>
                <a:gd name="T12" fmla="*/ 92 w 186"/>
                <a:gd name="T13" fmla="*/ 51 h 102"/>
                <a:gd name="T14" fmla="*/ 92 w 186"/>
                <a:gd name="T15" fmla="*/ 25 h 102"/>
                <a:gd name="T16" fmla="*/ 186 w 186"/>
                <a:gd name="T17" fmla="*/ 32 h 102"/>
                <a:gd name="T18" fmla="*/ 92 w 186"/>
                <a:gd name="T19" fmla="*/ 25 h 102"/>
                <a:gd name="T20" fmla="*/ 186 w 186"/>
                <a:gd name="T21" fmla="*/ 6 h 102"/>
                <a:gd name="T22" fmla="*/ 92 w 186"/>
                <a:gd name="T23" fmla="*/ 13 h 102"/>
                <a:gd name="T24" fmla="*/ 28 w 186"/>
                <a:gd name="T25" fmla="*/ 3 h 102"/>
                <a:gd name="T26" fmla="*/ 26 w 186"/>
                <a:gd name="T27" fmla="*/ 4 h 102"/>
                <a:gd name="T28" fmla="*/ 25 w 186"/>
                <a:gd name="T29" fmla="*/ 4 h 102"/>
                <a:gd name="T30" fmla="*/ 24 w 186"/>
                <a:gd name="T31" fmla="*/ 5 h 102"/>
                <a:gd name="T32" fmla="*/ 24 w 186"/>
                <a:gd name="T33" fmla="*/ 5 h 102"/>
                <a:gd name="T34" fmla="*/ 23 w 186"/>
                <a:gd name="T35" fmla="*/ 6 h 102"/>
                <a:gd name="T36" fmla="*/ 23 w 186"/>
                <a:gd name="T37" fmla="*/ 6 h 102"/>
                <a:gd name="T38" fmla="*/ 22 w 186"/>
                <a:gd name="T39" fmla="*/ 6 h 102"/>
                <a:gd name="T40" fmla="*/ 21 w 186"/>
                <a:gd name="T41" fmla="*/ 7 h 102"/>
                <a:gd name="T42" fmla="*/ 21 w 186"/>
                <a:gd name="T43" fmla="*/ 7 h 102"/>
                <a:gd name="T44" fmla="*/ 20 w 186"/>
                <a:gd name="T45" fmla="*/ 8 h 102"/>
                <a:gd name="T46" fmla="*/ 20 w 186"/>
                <a:gd name="T47" fmla="*/ 8 h 102"/>
                <a:gd name="T48" fmla="*/ 19 w 186"/>
                <a:gd name="T49" fmla="*/ 8 h 102"/>
                <a:gd name="T50" fmla="*/ 19 w 186"/>
                <a:gd name="T51" fmla="*/ 9 h 102"/>
                <a:gd name="T52" fmla="*/ 18 w 186"/>
                <a:gd name="T53" fmla="*/ 9 h 102"/>
                <a:gd name="T54" fmla="*/ 18 w 186"/>
                <a:gd name="T55" fmla="*/ 10 h 102"/>
                <a:gd name="T56" fmla="*/ 18 w 186"/>
                <a:gd name="T57" fmla="*/ 10 h 102"/>
                <a:gd name="T58" fmla="*/ 8 w 186"/>
                <a:gd name="T59" fmla="*/ 28 h 102"/>
                <a:gd name="T60" fmla="*/ 2 w 186"/>
                <a:gd name="T61" fmla="*/ 61 h 102"/>
                <a:gd name="T62" fmla="*/ 40 w 186"/>
                <a:gd name="T63" fmla="*/ 1 h 102"/>
                <a:gd name="T64" fmla="*/ 16 w 186"/>
                <a:gd name="T65" fmla="*/ 30 h 102"/>
                <a:gd name="T66" fmla="*/ 42 w 186"/>
                <a:gd name="T67" fmla="*/ 16 h 102"/>
                <a:gd name="T68" fmla="*/ 45 w 186"/>
                <a:gd name="T69" fmla="*/ 30 h 102"/>
                <a:gd name="T70" fmla="*/ 49 w 186"/>
                <a:gd name="T71" fmla="*/ 30 h 102"/>
                <a:gd name="T72" fmla="*/ 64 w 186"/>
                <a:gd name="T73" fmla="*/ 33 h 102"/>
                <a:gd name="T74" fmla="*/ 15 w 186"/>
                <a:gd name="T75" fmla="*/ 33 h 102"/>
                <a:gd name="T76" fmla="*/ 16 w 186"/>
                <a:gd name="T77" fmla="*/ 30 h 102"/>
                <a:gd name="T78" fmla="*/ 53 w 186"/>
                <a:gd name="T79" fmla="*/ 38 h 102"/>
                <a:gd name="T80" fmla="*/ 46 w 186"/>
                <a:gd name="T81" fmla="*/ 38 h 102"/>
                <a:gd name="T82" fmla="*/ 29 w 186"/>
                <a:gd name="T83" fmla="*/ 35 h 102"/>
                <a:gd name="T84" fmla="*/ 29 w 186"/>
                <a:gd name="T85" fmla="*/ 42 h 102"/>
                <a:gd name="T86" fmla="*/ 29 w 186"/>
                <a:gd name="T87" fmla="*/ 35 h 102"/>
                <a:gd name="T88" fmla="*/ 0 w 186"/>
                <a:gd name="T89" fmla="*/ 102 h 102"/>
                <a:gd name="T90" fmla="*/ 28 w 186"/>
                <a:gd name="T91" fmla="*/ 96 h 102"/>
                <a:gd name="T92" fmla="*/ 79 w 186"/>
                <a:gd name="T93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86" h="102">
                  <a:moveTo>
                    <a:pt x="92" y="81"/>
                  </a:moveTo>
                  <a:cubicBezTo>
                    <a:pt x="148" y="81"/>
                    <a:pt x="148" y="81"/>
                    <a:pt x="148" y="81"/>
                  </a:cubicBezTo>
                  <a:cubicBezTo>
                    <a:pt x="148" y="88"/>
                    <a:pt x="148" y="88"/>
                    <a:pt x="148" y="88"/>
                  </a:cubicBezTo>
                  <a:cubicBezTo>
                    <a:pt x="92" y="88"/>
                    <a:pt x="92" y="88"/>
                    <a:pt x="92" y="88"/>
                  </a:cubicBezTo>
                  <a:cubicBezTo>
                    <a:pt x="92" y="81"/>
                    <a:pt x="92" y="81"/>
                    <a:pt x="92" y="81"/>
                  </a:cubicBezTo>
                  <a:close/>
                  <a:moveTo>
                    <a:pt x="92" y="64"/>
                  </a:moveTo>
                  <a:cubicBezTo>
                    <a:pt x="148" y="64"/>
                    <a:pt x="148" y="64"/>
                    <a:pt x="148" y="64"/>
                  </a:cubicBezTo>
                  <a:cubicBezTo>
                    <a:pt x="148" y="71"/>
                    <a:pt x="148" y="71"/>
                    <a:pt x="148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64"/>
                    <a:pt x="92" y="64"/>
                    <a:pt x="92" y="64"/>
                  </a:cubicBezTo>
                  <a:close/>
                  <a:moveTo>
                    <a:pt x="92" y="44"/>
                  </a:moveTo>
                  <a:cubicBezTo>
                    <a:pt x="186" y="44"/>
                    <a:pt x="186" y="44"/>
                    <a:pt x="186" y="44"/>
                  </a:cubicBezTo>
                  <a:cubicBezTo>
                    <a:pt x="186" y="51"/>
                    <a:pt x="186" y="51"/>
                    <a:pt x="186" y="51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2" y="44"/>
                    <a:pt x="92" y="44"/>
                    <a:pt x="92" y="44"/>
                  </a:cubicBezTo>
                  <a:close/>
                  <a:moveTo>
                    <a:pt x="92" y="25"/>
                  </a:moveTo>
                  <a:cubicBezTo>
                    <a:pt x="186" y="25"/>
                    <a:pt x="186" y="25"/>
                    <a:pt x="186" y="25"/>
                  </a:cubicBezTo>
                  <a:cubicBezTo>
                    <a:pt x="186" y="32"/>
                    <a:pt x="186" y="32"/>
                    <a:pt x="186" y="32"/>
                  </a:cubicBezTo>
                  <a:cubicBezTo>
                    <a:pt x="92" y="32"/>
                    <a:pt x="92" y="32"/>
                    <a:pt x="92" y="32"/>
                  </a:cubicBezTo>
                  <a:cubicBezTo>
                    <a:pt x="92" y="25"/>
                    <a:pt x="92" y="25"/>
                    <a:pt x="92" y="25"/>
                  </a:cubicBezTo>
                  <a:close/>
                  <a:moveTo>
                    <a:pt x="92" y="6"/>
                  </a:moveTo>
                  <a:cubicBezTo>
                    <a:pt x="186" y="6"/>
                    <a:pt x="186" y="6"/>
                    <a:pt x="186" y="6"/>
                  </a:cubicBezTo>
                  <a:cubicBezTo>
                    <a:pt x="186" y="13"/>
                    <a:pt x="186" y="13"/>
                    <a:pt x="186" y="13"/>
                  </a:cubicBezTo>
                  <a:cubicBezTo>
                    <a:pt x="92" y="13"/>
                    <a:pt x="92" y="13"/>
                    <a:pt x="92" y="13"/>
                  </a:cubicBezTo>
                  <a:cubicBezTo>
                    <a:pt x="92" y="6"/>
                    <a:pt x="92" y="6"/>
                    <a:pt x="92" y="6"/>
                  </a:cubicBezTo>
                  <a:close/>
                  <a:moveTo>
                    <a:pt x="28" y="3"/>
                  </a:moveTo>
                  <a:cubicBezTo>
                    <a:pt x="28" y="3"/>
                    <a:pt x="28" y="3"/>
                    <a:pt x="28" y="3"/>
                  </a:cubicBezTo>
                  <a:cubicBezTo>
                    <a:pt x="27" y="4"/>
                    <a:pt x="26" y="4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"/>
                    <a:pt x="19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3" y="15"/>
                    <a:pt x="9" y="21"/>
                    <a:pt x="8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6" y="38"/>
                    <a:pt x="17" y="55"/>
                    <a:pt x="2" y="61"/>
                  </a:cubicBezTo>
                  <a:cubicBezTo>
                    <a:pt x="75" y="61"/>
                    <a:pt x="75" y="61"/>
                    <a:pt x="75" y="61"/>
                  </a:cubicBezTo>
                  <a:cubicBezTo>
                    <a:pt x="82" y="40"/>
                    <a:pt x="74" y="0"/>
                    <a:pt x="40" y="1"/>
                  </a:cubicBezTo>
                  <a:cubicBezTo>
                    <a:pt x="36" y="1"/>
                    <a:pt x="31" y="2"/>
                    <a:pt x="28" y="3"/>
                  </a:cubicBezTo>
                  <a:close/>
                  <a:moveTo>
                    <a:pt x="16" y="30"/>
                  </a:moveTo>
                  <a:cubicBezTo>
                    <a:pt x="40" y="30"/>
                    <a:pt x="40" y="30"/>
                    <a:pt x="40" y="30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4" y="31"/>
                    <a:pt x="64" y="32"/>
                    <a:pt x="64" y="33"/>
                  </a:cubicBezTo>
                  <a:cubicBezTo>
                    <a:pt x="64" y="47"/>
                    <a:pt x="53" y="58"/>
                    <a:pt x="40" y="58"/>
                  </a:cubicBezTo>
                  <a:cubicBezTo>
                    <a:pt x="26" y="58"/>
                    <a:pt x="15" y="47"/>
                    <a:pt x="15" y="33"/>
                  </a:cubicBezTo>
                  <a:cubicBezTo>
                    <a:pt x="15" y="31"/>
                    <a:pt x="15" y="29"/>
                    <a:pt x="16" y="27"/>
                  </a:cubicBezTo>
                  <a:cubicBezTo>
                    <a:pt x="16" y="29"/>
                    <a:pt x="16" y="30"/>
                    <a:pt x="16" y="30"/>
                  </a:cubicBezTo>
                  <a:close/>
                  <a:moveTo>
                    <a:pt x="49" y="35"/>
                  </a:moveTo>
                  <a:cubicBezTo>
                    <a:pt x="51" y="35"/>
                    <a:pt x="53" y="37"/>
                    <a:pt x="53" y="38"/>
                  </a:cubicBezTo>
                  <a:cubicBezTo>
                    <a:pt x="53" y="40"/>
                    <a:pt x="51" y="42"/>
                    <a:pt x="49" y="42"/>
                  </a:cubicBezTo>
                  <a:cubicBezTo>
                    <a:pt x="47" y="42"/>
                    <a:pt x="46" y="40"/>
                    <a:pt x="46" y="38"/>
                  </a:cubicBezTo>
                  <a:cubicBezTo>
                    <a:pt x="46" y="37"/>
                    <a:pt x="47" y="35"/>
                    <a:pt x="49" y="35"/>
                  </a:cubicBezTo>
                  <a:close/>
                  <a:moveTo>
                    <a:pt x="29" y="35"/>
                  </a:moveTo>
                  <a:cubicBezTo>
                    <a:pt x="31" y="35"/>
                    <a:pt x="33" y="37"/>
                    <a:pt x="33" y="38"/>
                  </a:cubicBezTo>
                  <a:cubicBezTo>
                    <a:pt x="33" y="40"/>
                    <a:pt x="31" y="42"/>
                    <a:pt x="29" y="42"/>
                  </a:cubicBezTo>
                  <a:cubicBezTo>
                    <a:pt x="28" y="42"/>
                    <a:pt x="26" y="40"/>
                    <a:pt x="26" y="38"/>
                  </a:cubicBezTo>
                  <a:cubicBezTo>
                    <a:pt x="26" y="37"/>
                    <a:pt x="28" y="35"/>
                    <a:pt x="29" y="35"/>
                  </a:cubicBezTo>
                  <a:close/>
                  <a:moveTo>
                    <a:pt x="79" y="102"/>
                  </a:moveTo>
                  <a:cubicBezTo>
                    <a:pt x="0" y="102"/>
                    <a:pt x="0" y="102"/>
                    <a:pt x="0" y="102"/>
                  </a:cubicBezTo>
                  <a:cubicBezTo>
                    <a:pt x="1" y="83"/>
                    <a:pt x="12" y="68"/>
                    <a:pt x="28" y="63"/>
                  </a:cubicBezTo>
                  <a:cubicBezTo>
                    <a:pt x="28" y="96"/>
                    <a:pt x="28" y="96"/>
                    <a:pt x="28" y="96"/>
                  </a:cubicBezTo>
                  <a:cubicBezTo>
                    <a:pt x="51" y="63"/>
                    <a:pt x="51" y="63"/>
                    <a:pt x="51" y="63"/>
                  </a:cubicBezTo>
                  <a:cubicBezTo>
                    <a:pt x="67" y="68"/>
                    <a:pt x="78" y="83"/>
                    <a:pt x="79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Freeform 53"/>
            <p:cNvSpPr>
              <a:spLocks noEditPoints="1"/>
            </p:cNvSpPr>
            <p:nvPr/>
          </p:nvSpPr>
          <p:spPr bwMode="auto">
            <a:xfrm>
              <a:off x="5169548" y="3637977"/>
              <a:ext cx="674520" cy="583200"/>
            </a:xfrm>
            <a:custGeom>
              <a:avLst/>
              <a:gdLst>
                <a:gd name="T0" fmla="*/ 265 w 275"/>
                <a:gd name="T1" fmla="*/ 71 h 238"/>
                <a:gd name="T2" fmla="*/ 243 w 275"/>
                <a:gd name="T3" fmla="*/ 62 h 238"/>
                <a:gd name="T4" fmla="*/ 217 w 275"/>
                <a:gd name="T5" fmla="*/ 62 h 238"/>
                <a:gd name="T6" fmla="*/ 194 w 275"/>
                <a:gd name="T7" fmla="*/ 43 h 238"/>
                <a:gd name="T8" fmla="*/ 172 w 275"/>
                <a:gd name="T9" fmla="*/ 43 h 238"/>
                <a:gd name="T10" fmla="*/ 145 w 275"/>
                <a:gd name="T11" fmla="*/ 0 h 238"/>
                <a:gd name="T12" fmla="*/ 126 w 275"/>
                <a:gd name="T13" fmla="*/ 0 h 238"/>
                <a:gd name="T14" fmla="*/ 100 w 275"/>
                <a:gd name="T15" fmla="*/ 43 h 238"/>
                <a:gd name="T16" fmla="*/ 76 w 275"/>
                <a:gd name="T17" fmla="*/ 44 h 238"/>
                <a:gd name="T18" fmla="*/ 53 w 275"/>
                <a:gd name="T19" fmla="*/ 62 h 238"/>
                <a:gd name="T20" fmla="*/ 31 w 275"/>
                <a:gd name="T21" fmla="*/ 62 h 238"/>
                <a:gd name="T22" fmla="*/ 9 w 275"/>
                <a:gd name="T23" fmla="*/ 71 h 238"/>
                <a:gd name="T24" fmla="*/ 0 w 275"/>
                <a:gd name="T25" fmla="*/ 93 h 238"/>
                <a:gd name="T26" fmla="*/ 0 w 275"/>
                <a:gd name="T27" fmla="*/ 207 h 238"/>
                <a:gd name="T28" fmla="*/ 9 w 275"/>
                <a:gd name="T29" fmla="*/ 229 h 238"/>
                <a:gd name="T30" fmla="*/ 31 w 275"/>
                <a:gd name="T31" fmla="*/ 238 h 238"/>
                <a:gd name="T32" fmla="*/ 243 w 275"/>
                <a:gd name="T33" fmla="*/ 238 h 238"/>
                <a:gd name="T34" fmla="*/ 265 w 275"/>
                <a:gd name="T35" fmla="*/ 229 h 238"/>
                <a:gd name="T36" fmla="*/ 275 w 275"/>
                <a:gd name="T37" fmla="*/ 207 h 238"/>
                <a:gd name="T38" fmla="*/ 275 w 275"/>
                <a:gd name="T39" fmla="*/ 93 h 238"/>
                <a:gd name="T40" fmla="*/ 265 w 275"/>
                <a:gd name="T41" fmla="*/ 71 h 238"/>
                <a:gd name="T42" fmla="*/ 77 w 275"/>
                <a:gd name="T43" fmla="*/ 50 h 238"/>
                <a:gd name="T44" fmla="*/ 194 w 275"/>
                <a:gd name="T45" fmla="*/ 49 h 238"/>
                <a:gd name="T46" fmla="*/ 210 w 275"/>
                <a:gd name="T47" fmla="*/ 58 h 238"/>
                <a:gd name="T48" fmla="*/ 201 w 275"/>
                <a:gd name="T49" fmla="*/ 56 h 238"/>
                <a:gd name="T50" fmla="*/ 83 w 275"/>
                <a:gd name="T51" fmla="*/ 57 h 238"/>
                <a:gd name="T52" fmla="*/ 66 w 275"/>
                <a:gd name="T53" fmla="*/ 74 h 238"/>
                <a:gd name="T54" fmla="*/ 68 w 275"/>
                <a:gd name="T55" fmla="*/ 83 h 238"/>
                <a:gd name="T56" fmla="*/ 59 w 275"/>
                <a:gd name="T57" fmla="*/ 68 h 238"/>
                <a:gd name="T58" fmla="*/ 77 w 275"/>
                <a:gd name="T59" fmla="*/ 50 h 238"/>
                <a:gd name="T60" fmla="*/ 258 w 275"/>
                <a:gd name="T61" fmla="*/ 207 h 238"/>
                <a:gd name="T62" fmla="*/ 254 w 275"/>
                <a:gd name="T63" fmla="*/ 217 h 238"/>
                <a:gd name="T64" fmla="*/ 243 w 275"/>
                <a:gd name="T65" fmla="*/ 222 h 238"/>
                <a:gd name="T66" fmla="*/ 31 w 275"/>
                <a:gd name="T67" fmla="*/ 222 h 238"/>
                <a:gd name="T68" fmla="*/ 21 w 275"/>
                <a:gd name="T69" fmla="*/ 217 h 238"/>
                <a:gd name="T70" fmla="*/ 17 w 275"/>
                <a:gd name="T71" fmla="*/ 207 h 238"/>
                <a:gd name="T72" fmla="*/ 17 w 275"/>
                <a:gd name="T73" fmla="*/ 93 h 238"/>
                <a:gd name="T74" fmla="*/ 21 w 275"/>
                <a:gd name="T75" fmla="*/ 83 h 238"/>
                <a:gd name="T76" fmla="*/ 31 w 275"/>
                <a:gd name="T77" fmla="*/ 78 h 238"/>
                <a:gd name="T78" fmla="*/ 54 w 275"/>
                <a:gd name="T79" fmla="*/ 78 h 238"/>
                <a:gd name="T80" fmla="*/ 76 w 275"/>
                <a:gd name="T81" fmla="*/ 92 h 238"/>
                <a:gd name="T82" fmla="*/ 194 w 275"/>
                <a:gd name="T83" fmla="*/ 92 h 238"/>
                <a:gd name="T84" fmla="*/ 215 w 275"/>
                <a:gd name="T85" fmla="*/ 78 h 238"/>
                <a:gd name="T86" fmla="*/ 243 w 275"/>
                <a:gd name="T87" fmla="*/ 78 h 238"/>
                <a:gd name="T88" fmla="*/ 254 w 275"/>
                <a:gd name="T89" fmla="*/ 83 h 238"/>
                <a:gd name="T90" fmla="*/ 258 w 275"/>
                <a:gd name="T91" fmla="*/ 93 h 238"/>
                <a:gd name="T92" fmla="*/ 258 w 275"/>
                <a:gd name="T93" fmla="*/ 207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75" h="238">
                  <a:moveTo>
                    <a:pt x="265" y="71"/>
                  </a:moveTo>
                  <a:cubicBezTo>
                    <a:pt x="260" y="65"/>
                    <a:pt x="252" y="62"/>
                    <a:pt x="243" y="62"/>
                  </a:cubicBezTo>
                  <a:cubicBezTo>
                    <a:pt x="217" y="62"/>
                    <a:pt x="217" y="62"/>
                    <a:pt x="217" y="62"/>
                  </a:cubicBezTo>
                  <a:cubicBezTo>
                    <a:pt x="215" y="51"/>
                    <a:pt x="205" y="43"/>
                    <a:pt x="194" y="43"/>
                  </a:cubicBezTo>
                  <a:cubicBezTo>
                    <a:pt x="172" y="43"/>
                    <a:pt x="172" y="43"/>
                    <a:pt x="172" y="43"/>
                  </a:cubicBezTo>
                  <a:cubicBezTo>
                    <a:pt x="155" y="30"/>
                    <a:pt x="148" y="15"/>
                    <a:pt x="145" y="0"/>
                  </a:cubicBezTo>
                  <a:cubicBezTo>
                    <a:pt x="138" y="0"/>
                    <a:pt x="132" y="0"/>
                    <a:pt x="126" y="0"/>
                  </a:cubicBezTo>
                  <a:cubicBezTo>
                    <a:pt x="123" y="20"/>
                    <a:pt x="114" y="33"/>
                    <a:pt x="100" y="43"/>
                  </a:cubicBezTo>
                  <a:cubicBezTo>
                    <a:pt x="76" y="44"/>
                    <a:pt x="76" y="44"/>
                    <a:pt x="76" y="44"/>
                  </a:cubicBezTo>
                  <a:cubicBezTo>
                    <a:pt x="65" y="44"/>
                    <a:pt x="56" y="51"/>
                    <a:pt x="53" y="62"/>
                  </a:cubicBezTo>
                  <a:cubicBezTo>
                    <a:pt x="31" y="62"/>
                    <a:pt x="31" y="62"/>
                    <a:pt x="31" y="62"/>
                  </a:cubicBezTo>
                  <a:cubicBezTo>
                    <a:pt x="23" y="62"/>
                    <a:pt x="15" y="65"/>
                    <a:pt x="9" y="71"/>
                  </a:cubicBezTo>
                  <a:cubicBezTo>
                    <a:pt x="3" y="77"/>
                    <a:pt x="0" y="84"/>
                    <a:pt x="0" y="93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3" y="223"/>
                    <a:pt x="9" y="229"/>
                  </a:cubicBezTo>
                  <a:cubicBezTo>
                    <a:pt x="15" y="235"/>
                    <a:pt x="23" y="238"/>
                    <a:pt x="31" y="238"/>
                  </a:cubicBezTo>
                  <a:cubicBezTo>
                    <a:pt x="243" y="238"/>
                    <a:pt x="243" y="238"/>
                    <a:pt x="243" y="238"/>
                  </a:cubicBezTo>
                  <a:cubicBezTo>
                    <a:pt x="252" y="238"/>
                    <a:pt x="260" y="235"/>
                    <a:pt x="265" y="229"/>
                  </a:cubicBezTo>
                  <a:cubicBezTo>
                    <a:pt x="271" y="223"/>
                    <a:pt x="275" y="215"/>
                    <a:pt x="275" y="207"/>
                  </a:cubicBezTo>
                  <a:cubicBezTo>
                    <a:pt x="275" y="93"/>
                    <a:pt x="275" y="93"/>
                    <a:pt x="275" y="93"/>
                  </a:cubicBezTo>
                  <a:cubicBezTo>
                    <a:pt x="275" y="84"/>
                    <a:pt x="271" y="77"/>
                    <a:pt x="265" y="71"/>
                  </a:cubicBezTo>
                  <a:close/>
                  <a:moveTo>
                    <a:pt x="77" y="50"/>
                  </a:moveTo>
                  <a:cubicBezTo>
                    <a:pt x="194" y="49"/>
                    <a:pt x="194" y="49"/>
                    <a:pt x="194" y="49"/>
                  </a:cubicBezTo>
                  <a:cubicBezTo>
                    <a:pt x="201" y="49"/>
                    <a:pt x="207" y="53"/>
                    <a:pt x="210" y="58"/>
                  </a:cubicBezTo>
                  <a:cubicBezTo>
                    <a:pt x="207" y="57"/>
                    <a:pt x="204" y="56"/>
                    <a:pt x="201" y="56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74" y="57"/>
                    <a:pt x="66" y="65"/>
                    <a:pt x="66" y="74"/>
                  </a:cubicBezTo>
                  <a:cubicBezTo>
                    <a:pt x="66" y="77"/>
                    <a:pt x="66" y="80"/>
                    <a:pt x="68" y="83"/>
                  </a:cubicBezTo>
                  <a:cubicBezTo>
                    <a:pt x="63" y="80"/>
                    <a:pt x="59" y="74"/>
                    <a:pt x="59" y="68"/>
                  </a:cubicBezTo>
                  <a:cubicBezTo>
                    <a:pt x="59" y="58"/>
                    <a:pt x="67" y="50"/>
                    <a:pt x="77" y="50"/>
                  </a:cubicBezTo>
                  <a:close/>
                  <a:moveTo>
                    <a:pt x="258" y="207"/>
                  </a:moveTo>
                  <a:cubicBezTo>
                    <a:pt x="258" y="211"/>
                    <a:pt x="256" y="214"/>
                    <a:pt x="254" y="217"/>
                  </a:cubicBezTo>
                  <a:cubicBezTo>
                    <a:pt x="251" y="220"/>
                    <a:pt x="247" y="222"/>
                    <a:pt x="243" y="222"/>
                  </a:cubicBezTo>
                  <a:cubicBezTo>
                    <a:pt x="31" y="222"/>
                    <a:pt x="31" y="222"/>
                    <a:pt x="31" y="222"/>
                  </a:cubicBezTo>
                  <a:cubicBezTo>
                    <a:pt x="27" y="222"/>
                    <a:pt x="24" y="220"/>
                    <a:pt x="21" y="217"/>
                  </a:cubicBezTo>
                  <a:cubicBezTo>
                    <a:pt x="18" y="214"/>
                    <a:pt x="17" y="211"/>
                    <a:pt x="17" y="207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17" y="89"/>
                    <a:pt x="18" y="85"/>
                    <a:pt x="21" y="83"/>
                  </a:cubicBezTo>
                  <a:cubicBezTo>
                    <a:pt x="24" y="80"/>
                    <a:pt x="27" y="78"/>
                    <a:pt x="31" y="78"/>
                  </a:cubicBezTo>
                  <a:cubicBezTo>
                    <a:pt x="54" y="78"/>
                    <a:pt x="54" y="78"/>
                    <a:pt x="54" y="78"/>
                  </a:cubicBezTo>
                  <a:cubicBezTo>
                    <a:pt x="58" y="87"/>
                    <a:pt x="67" y="92"/>
                    <a:pt x="76" y="92"/>
                  </a:cubicBezTo>
                  <a:cubicBezTo>
                    <a:pt x="194" y="92"/>
                    <a:pt x="194" y="92"/>
                    <a:pt x="194" y="92"/>
                  </a:cubicBezTo>
                  <a:cubicBezTo>
                    <a:pt x="203" y="92"/>
                    <a:pt x="211" y="86"/>
                    <a:pt x="215" y="78"/>
                  </a:cubicBezTo>
                  <a:cubicBezTo>
                    <a:pt x="243" y="78"/>
                    <a:pt x="243" y="78"/>
                    <a:pt x="243" y="78"/>
                  </a:cubicBezTo>
                  <a:cubicBezTo>
                    <a:pt x="247" y="78"/>
                    <a:pt x="251" y="80"/>
                    <a:pt x="254" y="83"/>
                  </a:cubicBezTo>
                  <a:cubicBezTo>
                    <a:pt x="256" y="85"/>
                    <a:pt x="258" y="89"/>
                    <a:pt x="258" y="93"/>
                  </a:cubicBezTo>
                  <a:lnTo>
                    <a:pt x="258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525262" y="2514527"/>
            <a:ext cx="1525938" cy="1516360"/>
            <a:chOff x="3006872" y="1129208"/>
            <a:chExt cx="1525938" cy="1516360"/>
          </a:xfrm>
          <a:solidFill>
            <a:srgbClr val="1C50A2"/>
          </a:solidFill>
        </p:grpSpPr>
        <p:sp>
          <p:nvSpPr>
            <p:cNvPr id="31" name="圆角矩形 26"/>
            <p:cNvSpPr/>
            <p:nvPr/>
          </p:nvSpPr>
          <p:spPr>
            <a:xfrm>
              <a:off x="3006872" y="1129208"/>
              <a:ext cx="1525938" cy="1516360"/>
            </a:xfrm>
            <a:custGeom>
              <a:avLst/>
              <a:gdLst/>
              <a:ahLst/>
              <a:cxnLst/>
              <a:rect l="l" t="t" r="r" b="b"/>
              <a:pathLst>
                <a:path w="1525938" h="1516360">
                  <a:moveTo>
                    <a:pt x="904603" y="0"/>
                  </a:moveTo>
                  <a:cubicBezTo>
                    <a:pt x="1058735" y="0"/>
                    <a:pt x="1184591" y="121065"/>
                    <a:pt x="1191155" y="273347"/>
                  </a:cubicBezTo>
                  <a:lnTo>
                    <a:pt x="1368771" y="273347"/>
                  </a:lnTo>
                  <a:cubicBezTo>
                    <a:pt x="1455572" y="273347"/>
                    <a:pt x="1525938" y="343713"/>
                    <a:pt x="1525938" y="430514"/>
                  </a:cubicBezTo>
                  <a:lnTo>
                    <a:pt x="1525938" y="611087"/>
                  </a:lnTo>
                  <a:lnTo>
                    <a:pt x="1507259" y="609204"/>
                  </a:lnTo>
                  <a:cubicBezTo>
                    <a:pt x="1348183" y="609204"/>
                    <a:pt x="1219227" y="738160"/>
                    <a:pt x="1219227" y="897236"/>
                  </a:cubicBezTo>
                  <a:cubicBezTo>
                    <a:pt x="1219227" y="1056312"/>
                    <a:pt x="1348183" y="1185268"/>
                    <a:pt x="1507259" y="1185268"/>
                  </a:cubicBezTo>
                  <a:cubicBezTo>
                    <a:pt x="1513562" y="1185268"/>
                    <a:pt x="1519818" y="1185066"/>
                    <a:pt x="1525938" y="1183385"/>
                  </a:cubicBezTo>
                  <a:lnTo>
                    <a:pt x="1525938" y="1359193"/>
                  </a:lnTo>
                  <a:cubicBezTo>
                    <a:pt x="1525938" y="1445994"/>
                    <a:pt x="1455572" y="1516360"/>
                    <a:pt x="1368771" y="1516360"/>
                  </a:cubicBezTo>
                  <a:lnTo>
                    <a:pt x="1191254" y="1516360"/>
                  </a:lnTo>
                  <a:lnTo>
                    <a:pt x="1192636" y="1502644"/>
                  </a:lnTo>
                  <a:cubicBezTo>
                    <a:pt x="1192636" y="1343568"/>
                    <a:pt x="1063680" y="1214612"/>
                    <a:pt x="904604" y="1214612"/>
                  </a:cubicBezTo>
                  <a:cubicBezTo>
                    <a:pt x="745528" y="1214612"/>
                    <a:pt x="616572" y="1343568"/>
                    <a:pt x="616572" y="1502644"/>
                  </a:cubicBezTo>
                  <a:cubicBezTo>
                    <a:pt x="616572" y="1507259"/>
                    <a:pt x="616681" y="1511848"/>
                    <a:pt x="617955" y="1516360"/>
                  </a:cubicBezTo>
                  <a:lnTo>
                    <a:pt x="426150" y="1516360"/>
                  </a:lnTo>
                  <a:cubicBezTo>
                    <a:pt x="339349" y="1516360"/>
                    <a:pt x="268983" y="1445994"/>
                    <a:pt x="268983" y="1359193"/>
                  </a:cubicBezTo>
                  <a:lnTo>
                    <a:pt x="268983" y="1183347"/>
                  </a:lnTo>
                  <a:cubicBezTo>
                    <a:pt x="118743" y="1174794"/>
                    <a:pt x="0" y="1049882"/>
                    <a:pt x="0" y="897235"/>
                  </a:cubicBezTo>
                  <a:cubicBezTo>
                    <a:pt x="0" y="744588"/>
                    <a:pt x="118743" y="619676"/>
                    <a:pt x="268983" y="611123"/>
                  </a:cubicBezTo>
                  <a:lnTo>
                    <a:pt x="268983" y="430514"/>
                  </a:lnTo>
                  <a:cubicBezTo>
                    <a:pt x="268983" y="343713"/>
                    <a:pt x="339349" y="273347"/>
                    <a:pt x="426150" y="273347"/>
                  </a:cubicBezTo>
                  <a:lnTo>
                    <a:pt x="618051" y="273347"/>
                  </a:lnTo>
                  <a:cubicBezTo>
                    <a:pt x="624616" y="121065"/>
                    <a:pt x="750471" y="0"/>
                    <a:pt x="904603" y="0"/>
                  </a:cubicBezTo>
                  <a:close/>
                </a:path>
              </a:pathLst>
            </a:cu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TextBox 35"/>
            <p:cNvSpPr txBox="1"/>
            <p:nvPr/>
          </p:nvSpPr>
          <p:spPr>
            <a:xfrm>
              <a:off x="3542656" y="1649338"/>
              <a:ext cx="555625" cy="5835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01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125718" y="2514527"/>
            <a:ext cx="1525938" cy="1516360"/>
            <a:chOff x="4607328" y="1129208"/>
            <a:chExt cx="1525938" cy="151636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9" name="圆角矩形 26"/>
            <p:cNvSpPr/>
            <p:nvPr/>
          </p:nvSpPr>
          <p:spPr>
            <a:xfrm flipH="1">
              <a:off x="4607328" y="1129208"/>
              <a:ext cx="1525938" cy="1516360"/>
            </a:xfrm>
            <a:custGeom>
              <a:avLst/>
              <a:gdLst/>
              <a:ahLst/>
              <a:cxnLst/>
              <a:rect l="l" t="t" r="r" b="b"/>
              <a:pathLst>
                <a:path w="1525938" h="1516360">
                  <a:moveTo>
                    <a:pt x="904603" y="0"/>
                  </a:moveTo>
                  <a:cubicBezTo>
                    <a:pt x="1058735" y="0"/>
                    <a:pt x="1184591" y="121065"/>
                    <a:pt x="1191155" y="273347"/>
                  </a:cubicBezTo>
                  <a:lnTo>
                    <a:pt x="1368771" y="273347"/>
                  </a:lnTo>
                  <a:cubicBezTo>
                    <a:pt x="1455572" y="273347"/>
                    <a:pt x="1525938" y="343713"/>
                    <a:pt x="1525938" y="430514"/>
                  </a:cubicBezTo>
                  <a:lnTo>
                    <a:pt x="1525938" y="611087"/>
                  </a:lnTo>
                  <a:lnTo>
                    <a:pt x="1507259" y="609204"/>
                  </a:lnTo>
                  <a:cubicBezTo>
                    <a:pt x="1348183" y="609204"/>
                    <a:pt x="1219227" y="738160"/>
                    <a:pt x="1219227" y="897236"/>
                  </a:cubicBezTo>
                  <a:cubicBezTo>
                    <a:pt x="1219227" y="1056312"/>
                    <a:pt x="1348183" y="1185268"/>
                    <a:pt x="1507259" y="1185268"/>
                  </a:cubicBezTo>
                  <a:cubicBezTo>
                    <a:pt x="1513562" y="1185268"/>
                    <a:pt x="1519818" y="1185066"/>
                    <a:pt x="1525938" y="1183385"/>
                  </a:cubicBezTo>
                  <a:lnTo>
                    <a:pt x="1525938" y="1359193"/>
                  </a:lnTo>
                  <a:cubicBezTo>
                    <a:pt x="1525938" y="1445994"/>
                    <a:pt x="1455572" y="1516360"/>
                    <a:pt x="1368771" y="1516360"/>
                  </a:cubicBezTo>
                  <a:lnTo>
                    <a:pt x="1191254" y="1516360"/>
                  </a:lnTo>
                  <a:lnTo>
                    <a:pt x="1192636" y="1502644"/>
                  </a:lnTo>
                  <a:cubicBezTo>
                    <a:pt x="1192636" y="1343568"/>
                    <a:pt x="1063680" y="1214612"/>
                    <a:pt x="904604" y="1214612"/>
                  </a:cubicBezTo>
                  <a:cubicBezTo>
                    <a:pt x="745528" y="1214612"/>
                    <a:pt x="616572" y="1343568"/>
                    <a:pt x="616572" y="1502644"/>
                  </a:cubicBezTo>
                  <a:cubicBezTo>
                    <a:pt x="616572" y="1507259"/>
                    <a:pt x="616681" y="1511848"/>
                    <a:pt x="617955" y="1516360"/>
                  </a:cubicBezTo>
                  <a:lnTo>
                    <a:pt x="426150" y="1516360"/>
                  </a:lnTo>
                  <a:cubicBezTo>
                    <a:pt x="339349" y="1516360"/>
                    <a:pt x="268983" y="1445994"/>
                    <a:pt x="268983" y="1359193"/>
                  </a:cubicBezTo>
                  <a:lnTo>
                    <a:pt x="268983" y="1183347"/>
                  </a:lnTo>
                  <a:cubicBezTo>
                    <a:pt x="118743" y="1174794"/>
                    <a:pt x="0" y="1049882"/>
                    <a:pt x="0" y="897235"/>
                  </a:cubicBezTo>
                  <a:cubicBezTo>
                    <a:pt x="0" y="744588"/>
                    <a:pt x="118743" y="619676"/>
                    <a:pt x="268983" y="611123"/>
                  </a:cubicBezTo>
                  <a:lnTo>
                    <a:pt x="268983" y="430514"/>
                  </a:lnTo>
                  <a:cubicBezTo>
                    <a:pt x="268983" y="343713"/>
                    <a:pt x="339349" y="273347"/>
                    <a:pt x="426150" y="273347"/>
                  </a:cubicBezTo>
                  <a:lnTo>
                    <a:pt x="618051" y="273347"/>
                  </a:lnTo>
                  <a:cubicBezTo>
                    <a:pt x="624616" y="121065"/>
                    <a:pt x="750471" y="0"/>
                    <a:pt x="904603" y="0"/>
                  </a:cubicBezTo>
                  <a:close/>
                </a:path>
              </a:pathLst>
            </a:cu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TextBox 38"/>
            <p:cNvSpPr txBox="1"/>
            <p:nvPr/>
          </p:nvSpPr>
          <p:spPr>
            <a:xfrm>
              <a:off x="5089611" y="1649338"/>
              <a:ext cx="604520" cy="5835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02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125719" y="4126645"/>
            <a:ext cx="1525938" cy="1516360"/>
            <a:chOff x="4607329" y="2741326"/>
            <a:chExt cx="1525938" cy="1516360"/>
          </a:xfrm>
          <a:solidFill>
            <a:srgbClr val="1C50A2"/>
          </a:solidFill>
        </p:grpSpPr>
        <p:sp>
          <p:nvSpPr>
            <p:cNvPr id="27" name="圆角矩形 26"/>
            <p:cNvSpPr/>
            <p:nvPr/>
          </p:nvSpPr>
          <p:spPr>
            <a:xfrm flipH="1" flipV="1">
              <a:off x="4607329" y="2741326"/>
              <a:ext cx="1525938" cy="1516360"/>
            </a:xfrm>
            <a:custGeom>
              <a:avLst/>
              <a:gdLst/>
              <a:ahLst/>
              <a:cxnLst/>
              <a:rect l="l" t="t" r="r" b="b"/>
              <a:pathLst>
                <a:path w="1525938" h="1516360">
                  <a:moveTo>
                    <a:pt x="904603" y="0"/>
                  </a:moveTo>
                  <a:cubicBezTo>
                    <a:pt x="1058735" y="0"/>
                    <a:pt x="1184591" y="121065"/>
                    <a:pt x="1191155" y="273347"/>
                  </a:cubicBezTo>
                  <a:lnTo>
                    <a:pt x="1368771" y="273347"/>
                  </a:lnTo>
                  <a:cubicBezTo>
                    <a:pt x="1455572" y="273347"/>
                    <a:pt x="1525938" y="343713"/>
                    <a:pt x="1525938" y="430514"/>
                  </a:cubicBezTo>
                  <a:lnTo>
                    <a:pt x="1525938" y="611087"/>
                  </a:lnTo>
                  <a:lnTo>
                    <a:pt x="1507259" y="609204"/>
                  </a:lnTo>
                  <a:cubicBezTo>
                    <a:pt x="1348183" y="609204"/>
                    <a:pt x="1219227" y="738160"/>
                    <a:pt x="1219227" y="897236"/>
                  </a:cubicBezTo>
                  <a:cubicBezTo>
                    <a:pt x="1219227" y="1056312"/>
                    <a:pt x="1348183" y="1185268"/>
                    <a:pt x="1507259" y="1185268"/>
                  </a:cubicBezTo>
                  <a:cubicBezTo>
                    <a:pt x="1513562" y="1185268"/>
                    <a:pt x="1519818" y="1185066"/>
                    <a:pt x="1525938" y="1183385"/>
                  </a:cubicBezTo>
                  <a:lnTo>
                    <a:pt x="1525938" y="1359193"/>
                  </a:lnTo>
                  <a:cubicBezTo>
                    <a:pt x="1525938" y="1445994"/>
                    <a:pt x="1455572" y="1516360"/>
                    <a:pt x="1368771" y="1516360"/>
                  </a:cubicBezTo>
                  <a:lnTo>
                    <a:pt x="1191254" y="1516360"/>
                  </a:lnTo>
                  <a:lnTo>
                    <a:pt x="1192636" y="1502644"/>
                  </a:lnTo>
                  <a:cubicBezTo>
                    <a:pt x="1192636" y="1343568"/>
                    <a:pt x="1063680" y="1214612"/>
                    <a:pt x="904604" y="1214612"/>
                  </a:cubicBezTo>
                  <a:cubicBezTo>
                    <a:pt x="745528" y="1214612"/>
                    <a:pt x="616572" y="1343568"/>
                    <a:pt x="616572" y="1502644"/>
                  </a:cubicBezTo>
                  <a:cubicBezTo>
                    <a:pt x="616572" y="1507259"/>
                    <a:pt x="616681" y="1511848"/>
                    <a:pt x="617955" y="1516360"/>
                  </a:cubicBezTo>
                  <a:lnTo>
                    <a:pt x="426150" y="1516360"/>
                  </a:lnTo>
                  <a:cubicBezTo>
                    <a:pt x="339349" y="1516360"/>
                    <a:pt x="268983" y="1445994"/>
                    <a:pt x="268983" y="1359193"/>
                  </a:cubicBezTo>
                  <a:lnTo>
                    <a:pt x="268983" y="1183347"/>
                  </a:lnTo>
                  <a:cubicBezTo>
                    <a:pt x="118743" y="1174794"/>
                    <a:pt x="0" y="1049882"/>
                    <a:pt x="0" y="897235"/>
                  </a:cubicBezTo>
                  <a:cubicBezTo>
                    <a:pt x="0" y="744588"/>
                    <a:pt x="118743" y="619676"/>
                    <a:pt x="268983" y="611123"/>
                  </a:cubicBezTo>
                  <a:lnTo>
                    <a:pt x="268983" y="430514"/>
                  </a:lnTo>
                  <a:cubicBezTo>
                    <a:pt x="268983" y="343713"/>
                    <a:pt x="339349" y="273347"/>
                    <a:pt x="426150" y="273347"/>
                  </a:cubicBezTo>
                  <a:lnTo>
                    <a:pt x="618051" y="273347"/>
                  </a:lnTo>
                  <a:cubicBezTo>
                    <a:pt x="624616" y="121065"/>
                    <a:pt x="750471" y="0"/>
                    <a:pt x="904603" y="0"/>
                  </a:cubicBezTo>
                  <a:close/>
                </a:path>
              </a:pathLst>
            </a:cu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TextBox 41"/>
            <p:cNvSpPr txBox="1"/>
            <p:nvPr/>
          </p:nvSpPr>
          <p:spPr>
            <a:xfrm>
              <a:off x="5089611" y="3139103"/>
              <a:ext cx="615950" cy="5835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03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525262" y="4130979"/>
            <a:ext cx="1525938" cy="1516360"/>
            <a:chOff x="3006872" y="2745660"/>
            <a:chExt cx="1525938" cy="151636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5" name="圆角矩形 26"/>
            <p:cNvSpPr/>
            <p:nvPr/>
          </p:nvSpPr>
          <p:spPr>
            <a:xfrm flipV="1">
              <a:off x="3006872" y="2745660"/>
              <a:ext cx="1525938" cy="1516360"/>
            </a:xfrm>
            <a:custGeom>
              <a:avLst/>
              <a:gdLst/>
              <a:ahLst/>
              <a:cxnLst/>
              <a:rect l="l" t="t" r="r" b="b"/>
              <a:pathLst>
                <a:path w="1525938" h="1516360">
                  <a:moveTo>
                    <a:pt x="904603" y="0"/>
                  </a:moveTo>
                  <a:cubicBezTo>
                    <a:pt x="1058735" y="0"/>
                    <a:pt x="1184591" y="121065"/>
                    <a:pt x="1191155" y="273347"/>
                  </a:cubicBezTo>
                  <a:lnTo>
                    <a:pt x="1368771" y="273347"/>
                  </a:lnTo>
                  <a:cubicBezTo>
                    <a:pt x="1455572" y="273347"/>
                    <a:pt x="1525938" y="343713"/>
                    <a:pt x="1525938" y="430514"/>
                  </a:cubicBezTo>
                  <a:lnTo>
                    <a:pt x="1525938" y="611087"/>
                  </a:lnTo>
                  <a:lnTo>
                    <a:pt x="1507259" y="609204"/>
                  </a:lnTo>
                  <a:cubicBezTo>
                    <a:pt x="1348183" y="609204"/>
                    <a:pt x="1219227" y="738160"/>
                    <a:pt x="1219227" y="897236"/>
                  </a:cubicBezTo>
                  <a:cubicBezTo>
                    <a:pt x="1219227" y="1056312"/>
                    <a:pt x="1348183" y="1185268"/>
                    <a:pt x="1507259" y="1185268"/>
                  </a:cubicBezTo>
                  <a:cubicBezTo>
                    <a:pt x="1513562" y="1185268"/>
                    <a:pt x="1519818" y="1185066"/>
                    <a:pt x="1525938" y="1183385"/>
                  </a:cubicBezTo>
                  <a:lnTo>
                    <a:pt x="1525938" y="1359193"/>
                  </a:lnTo>
                  <a:cubicBezTo>
                    <a:pt x="1525938" y="1445994"/>
                    <a:pt x="1455572" y="1516360"/>
                    <a:pt x="1368771" y="1516360"/>
                  </a:cubicBezTo>
                  <a:lnTo>
                    <a:pt x="1191254" y="1516360"/>
                  </a:lnTo>
                  <a:lnTo>
                    <a:pt x="1192636" y="1502644"/>
                  </a:lnTo>
                  <a:cubicBezTo>
                    <a:pt x="1192636" y="1343568"/>
                    <a:pt x="1063680" y="1214612"/>
                    <a:pt x="904604" y="1214612"/>
                  </a:cubicBezTo>
                  <a:cubicBezTo>
                    <a:pt x="745528" y="1214612"/>
                    <a:pt x="616572" y="1343568"/>
                    <a:pt x="616572" y="1502644"/>
                  </a:cubicBezTo>
                  <a:cubicBezTo>
                    <a:pt x="616572" y="1507259"/>
                    <a:pt x="616681" y="1511848"/>
                    <a:pt x="617955" y="1516360"/>
                  </a:cubicBezTo>
                  <a:lnTo>
                    <a:pt x="426150" y="1516360"/>
                  </a:lnTo>
                  <a:cubicBezTo>
                    <a:pt x="339349" y="1516360"/>
                    <a:pt x="268983" y="1445994"/>
                    <a:pt x="268983" y="1359193"/>
                  </a:cubicBezTo>
                  <a:lnTo>
                    <a:pt x="268983" y="1183347"/>
                  </a:lnTo>
                  <a:cubicBezTo>
                    <a:pt x="118743" y="1174794"/>
                    <a:pt x="0" y="1049882"/>
                    <a:pt x="0" y="897235"/>
                  </a:cubicBezTo>
                  <a:cubicBezTo>
                    <a:pt x="0" y="744588"/>
                    <a:pt x="118743" y="619676"/>
                    <a:pt x="268983" y="611123"/>
                  </a:cubicBezTo>
                  <a:lnTo>
                    <a:pt x="268983" y="430514"/>
                  </a:lnTo>
                  <a:cubicBezTo>
                    <a:pt x="268983" y="343713"/>
                    <a:pt x="339349" y="273347"/>
                    <a:pt x="426150" y="273347"/>
                  </a:cubicBezTo>
                  <a:lnTo>
                    <a:pt x="618051" y="273347"/>
                  </a:lnTo>
                  <a:cubicBezTo>
                    <a:pt x="624616" y="121065"/>
                    <a:pt x="750471" y="0"/>
                    <a:pt x="904603" y="0"/>
                  </a:cubicBezTo>
                  <a:close/>
                </a:path>
              </a:pathLst>
            </a:cu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TextBox 44"/>
            <p:cNvSpPr txBox="1"/>
            <p:nvPr/>
          </p:nvSpPr>
          <p:spPr>
            <a:xfrm>
              <a:off x="3542656" y="3139103"/>
              <a:ext cx="603885" cy="5835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04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H="1">
            <a:off x="4095650" y="3425654"/>
            <a:ext cx="720080" cy="0"/>
          </a:xfrm>
          <a:prstGeom prst="line">
            <a:avLst/>
          </a:prstGeom>
          <a:noFill/>
          <a:ln w="6350" cap="flat" cmpd="sng" algn="ctr">
            <a:solidFill>
              <a:srgbClr val="1C50A2">
                <a:alpha val="99000"/>
              </a:srgbClr>
            </a:solidFill>
            <a:prstDash val="sysDash"/>
            <a:headEnd type="oval" w="med" len="med"/>
            <a:tailEnd type="oval" w="med" len="med"/>
          </a:ln>
          <a:effectLst/>
        </p:spPr>
      </p:cxnSp>
      <p:cxnSp>
        <p:nvCxnSpPr>
          <p:cNvPr id="22" name="直接连接符 21"/>
          <p:cNvCxnSpPr/>
          <p:nvPr/>
        </p:nvCxnSpPr>
        <p:spPr>
          <a:xfrm flipH="1">
            <a:off x="7386534" y="3425654"/>
            <a:ext cx="515214" cy="0"/>
          </a:xfrm>
          <a:prstGeom prst="line">
            <a:avLst/>
          </a:prstGeom>
          <a:noFill/>
          <a:ln w="6350" cap="flat" cmpd="sng" algn="ctr">
            <a:solidFill>
              <a:srgbClr val="1C50A2">
                <a:alpha val="99000"/>
              </a:srgbClr>
            </a:solidFill>
            <a:prstDash val="sysDash"/>
            <a:headEnd type="oval" w="med" len="med"/>
            <a:tailEnd type="oval" w="med" len="med"/>
          </a:ln>
          <a:effectLst/>
        </p:spPr>
      </p:cxnSp>
      <p:cxnSp>
        <p:nvCxnSpPr>
          <p:cNvPr id="23" name="直接连接符 22"/>
          <p:cNvCxnSpPr/>
          <p:nvPr/>
        </p:nvCxnSpPr>
        <p:spPr>
          <a:xfrm flipH="1">
            <a:off x="7386534" y="4733593"/>
            <a:ext cx="515214" cy="0"/>
          </a:xfrm>
          <a:prstGeom prst="line">
            <a:avLst/>
          </a:prstGeom>
          <a:noFill/>
          <a:ln w="6350" cap="flat" cmpd="sng" algn="ctr">
            <a:solidFill>
              <a:srgbClr val="1C50A2">
                <a:alpha val="99000"/>
              </a:srgbClr>
            </a:solidFill>
            <a:prstDash val="sysDash"/>
            <a:headEnd type="oval" w="med" len="med"/>
            <a:tailEnd type="oval" w="med" len="med"/>
          </a:ln>
          <a:effectLst/>
        </p:spPr>
      </p:cxnSp>
      <p:cxnSp>
        <p:nvCxnSpPr>
          <p:cNvPr id="24" name="直接连接符 23"/>
          <p:cNvCxnSpPr/>
          <p:nvPr/>
        </p:nvCxnSpPr>
        <p:spPr>
          <a:xfrm flipH="1">
            <a:off x="4095650" y="4733593"/>
            <a:ext cx="720080" cy="0"/>
          </a:xfrm>
          <a:prstGeom prst="line">
            <a:avLst/>
          </a:prstGeom>
          <a:noFill/>
          <a:ln w="6350" cap="flat" cmpd="sng" algn="ctr">
            <a:solidFill>
              <a:srgbClr val="1C50A2">
                <a:alpha val="99000"/>
              </a:srgbClr>
            </a:solidFill>
            <a:prstDash val="sysDash"/>
            <a:headEnd type="oval" w="med" len="med"/>
            <a:tailEnd type="oval" w="med" len="med"/>
          </a:ln>
          <a:effectLst/>
        </p:spPr>
      </p:cxnSp>
      <p:sp>
        <p:nvSpPr>
          <p:cNvPr id="35" name="文本框 1"/>
          <p:cNvSpPr txBox="1"/>
          <p:nvPr/>
        </p:nvSpPr>
        <p:spPr>
          <a:xfrm>
            <a:off x="1109182" y="4377032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6" name="išļîďè"/>
          <p:cNvSpPr txBox="1"/>
          <p:nvPr/>
        </p:nvSpPr>
        <p:spPr bwMode="auto">
          <a:xfrm>
            <a:off x="1093299" y="4032208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7" name="文本框 1"/>
          <p:cNvSpPr txBox="1"/>
          <p:nvPr/>
        </p:nvSpPr>
        <p:spPr>
          <a:xfrm>
            <a:off x="1109182" y="2678925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8" name="išļîďè"/>
          <p:cNvSpPr txBox="1"/>
          <p:nvPr/>
        </p:nvSpPr>
        <p:spPr bwMode="auto">
          <a:xfrm>
            <a:off x="1093299" y="2334101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9" name="文本框 1"/>
          <p:cNvSpPr txBox="1"/>
          <p:nvPr/>
        </p:nvSpPr>
        <p:spPr>
          <a:xfrm>
            <a:off x="8414294" y="4377032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0" name="išļîďè"/>
          <p:cNvSpPr txBox="1"/>
          <p:nvPr/>
        </p:nvSpPr>
        <p:spPr bwMode="auto">
          <a:xfrm>
            <a:off x="8398411" y="4032208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1" name="文本框 1"/>
          <p:cNvSpPr txBox="1"/>
          <p:nvPr/>
        </p:nvSpPr>
        <p:spPr>
          <a:xfrm>
            <a:off x="8414294" y="2678925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išļîďè"/>
          <p:cNvSpPr txBox="1"/>
          <p:nvPr/>
        </p:nvSpPr>
        <p:spPr bwMode="auto">
          <a:xfrm>
            <a:off x="8398411" y="2334101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3" name="文本框 1"/>
          <p:cNvSpPr txBox="1"/>
          <p:nvPr/>
        </p:nvSpPr>
        <p:spPr>
          <a:xfrm>
            <a:off x="1109182" y="1046227"/>
            <a:ext cx="935577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2751427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728574" y="2432909"/>
            <a:ext cx="1716475" cy="1440160"/>
            <a:chOff x="3131840" y="1131590"/>
            <a:chExt cx="1716475" cy="1440160"/>
          </a:xfrm>
        </p:grpSpPr>
        <p:sp>
          <p:nvSpPr>
            <p:cNvPr id="29" name="椭圆 14"/>
            <p:cNvSpPr/>
            <p:nvPr/>
          </p:nvSpPr>
          <p:spPr>
            <a:xfrm>
              <a:off x="3131840" y="1131590"/>
              <a:ext cx="1716475" cy="1440160"/>
            </a:xfrm>
            <a:custGeom>
              <a:avLst/>
              <a:gdLst/>
              <a:ahLst/>
              <a:cxnLst/>
              <a:rect l="l" t="t" r="r" b="b"/>
              <a:pathLst>
                <a:path w="1716475" h="1440160">
                  <a:moveTo>
                    <a:pt x="1440160" y="0"/>
                  </a:moveTo>
                  <a:lnTo>
                    <a:pt x="1440160" y="756944"/>
                  </a:lnTo>
                  <a:cubicBezTo>
                    <a:pt x="1468984" y="728558"/>
                    <a:pt x="1508646" y="711534"/>
                    <a:pt x="1552284" y="711534"/>
                  </a:cubicBezTo>
                  <a:cubicBezTo>
                    <a:pt x="1642964" y="711534"/>
                    <a:pt x="1716475" y="785045"/>
                    <a:pt x="1716475" y="875725"/>
                  </a:cubicBezTo>
                  <a:cubicBezTo>
                    <a:pt x="1716475" y="966405"/>
                    <a:pt x="1642964" y="1039916"/>
                    <a:pt x="1552284" y="1039916"/>
                  </a:cubicBezTo>
                  <a:cubicBezTo>
                    <a:pt x="1508646" y="1039916"/>
                    <a:pt x="1468984" y="1022892"/>
                    <a:pt x="1440160" y="994507"/>
                  </a:cubicBezTo>
                  <a:lnTo>
                    <a:pt x="1440160" y="1440160"/>
                  </a:lnTo>
                  <a:lnTo>
                    <a:pt x="988891" y="1440160"/>
                  </a:lnTo>
                  <a:cubicBezTo>
                    <a:pt x="1025848" y="1411628"/>
                    <a:pt x="1048462" y="1366614"/>
                    <a:pt x="1048462" y="1316319"/>
                  </a:cubicBezTo>
                  <a:cubicBezTo>
                    <a:pt x="1048462" y="1225639"/>
                    <a:pt x="974951" y="1152128"/>
                    <a:pt x="884271" y="1152128"/>
                  </a:cubicBezTo>
                  <a:cubicBezTo>
                    <a:pt x="793591" y="1152128"/>
                    <a:pt x="720080" y="1225639"/>
                    <a:pt x="720080" y="1316319"/>
                  </a:cubicBezTo>
                  <a:cubicBezTo>
                    <a:pt x="720080" y="1366614"/>
                    <a:pt x="742695" y="1411628"/>
                    <a:pt x="779651" y="1440160"/>
                  </a:cubicBezTo>
                  <a:lnTo>
                    <a:pt x="0" y="1440160"/>
                  </a:lnTo>
                  <a:cubicBezTo>
                    <a:pt x="0" y="644782"/>
                    <a:pt x="644782" y="0"/>
                    <a:pt x="1440160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Freeform 37"/>
            <p:cNvSpPr>
              <a:spLocks noEditPoints="1"/>
            </p:cNvSpPr>
            <p:nvPr/>
          </p:nvSpPr>
          <p:spPr bwMode="auto">
            <a:xfrm>
              <a:off x="3639532" y="1560189"/>
              <a:ext cx="701089" cy="582961"/>
            </a:xfrm>
            <a:custGeom>
              <a:avLst/>
              <a:gdLst>
                <a:gd name="T0" fmla="*/ 274 w 309"/>
                <a:gd name="T1" fmla="*/ 0 h 257"/>
                <a:gd name="T2" fmla="*/ 309 w 309"/>
                <a:gd name="T3" fmla="*/ 34 h 257"/>
                <a:gd name="T4" fmla="*/ 299 w 309"/>
                <a:gd name="T5" fmla="*/ 129 h 257"/>
                <a:gd name="T6" fmla="*/ 247 w 309"/>
                <a:gd name="T7" fmla="*/ 139 h 257"/>
                <a:gd name="T8" fmla="*/ 195 w 309"/>
                <a:gd name="T9" fmla="*/ 202 h 257"/>
                <a:gd name="T10" fmla="*/ 195 w 309"/>
                <a:gd name="T11" fmla="*/ 139 h 257"/>
                <a:gd name="T12" fmla="*/ 168 w 309"/>
                <a:gd name="T13" fmla="*/ 123 h 257"/>
                <a:gd name="T14" fmla="*/ 211 w 309"/>
                <a:gd name="T15" fmla="*/ 123 h 257"/>
                <a:gd name="T16" fmla="*/ 211 w 309"/>
                <a:gd name="T17" fmla="*/ 157 h 257"/>
                <a:gd name="T18" fmla="*/ 239 w 309"/>
                <a:gd name="T19" fmla="*/ 123 h 257"/>
                <a:gd name="T20" fmla="*/ 274 w 309"/>
                <a:gd name="T21" fmla="*/ 123 h 257"/>
                <a:gd name="T22" fmla="*/ 293 w 309"/>
                <a:gd name="T23" fmla="*/ 104 h 257"/>
                <a:gd name="T24" fmla="*/ 287 w 309"/>
                <a:gd name="T25" fmla="*/ 21 h 257"/>
                <a:gd name="T26" fmla="*/ 102 w 309"/>
                <a:gd name="T27" fmla="*/ 16 h 257"/>
                <a:gd name="T28" fmla="*/ 83 w 309"/>
                <a:gd name="T29" fmla="*/ 34 h 257"/>
                <a:gd name="T30" fmla="*/ 76 w 309"/>
                <a:gd name="T31" fmla="*/ 118 h 257"/>
                <a:gd name="T32" fmla="*/ 67 w 309"/>
                <a:gd name="T33" fmla="*/ 104 h 257"/>
                <a:gd name="T34" fmla="*/ 77 w 309"/>
                <a:gd name="T35" fmla="*/ 10 h 257"/>
                <a:gd name="T36" fmla="*/ 44 w 309"/>
                <a:gd name="T37" fmla="*/ 115 h 257"/>
                <a:gd name="T38" fmla="*/ 44 w 309"/>
                <a:gd name="T39" fmla="*/ 171 h 257"/>
                <a:gd name="T40" fmla="*/ 44 w 309"/>
                <a:gd name="T41" fmla="*/ 115 h 257"/>
                <a:gd name="T42" fmla="*/ 88 w 309"/>
                <a:gd name="T43" fmla="*/ 123 h 257"/>
                <a:gd name="T44" fmla="*/ 156 w 309"/>
                <a:gd name="T45" fmla="*/ 123 h 257"/>
                <a:gd name="T46" fmla="*/ 92 w 309"/>
                <a:gd name="T47" fmla="*/ 250 h 257"/>
                <a:gd name="T48" fmla="*/ 96 w 309"/>
                <a:gd name="T49" fmla="*/ 201 h 257"/>
                <a:gd name="T50" fmla="*/ 96 w 309"/>
                <a:gd name="T51" fmla="*/ 257 h 257"/>
                <a:gd name="T52" fmla="*/ 149 w 309"/>
                <a:gd name="T53" fmla="*/ 250 h 257"/>
                <a:gd name="T54" fmla="*/ 153 w 309"/>
                <a:gd name="T55" fmla="*/ 201 h 257"/>
                <a:gd name="T56" fmla="*/ 175 w 309"/>
                <a:gd name="T57" fmla="*/ 250 h 257"/>
                <a:gd name="T58" fmla="*/ 153 w 309"/>
                <a:gd name="T59" fmla="*/ 161 h 257"/>
                <a:gd name="T60" fmla="*/ 70 w 309"/>
                <a:gd name="T61" fmla="*/ 183 h 257"/>
                <a:gd name="T62" fmla="*/ 92 w 309"/>
                <a:gd name="T63" fmla="*/ 250 h 257"/>
                <a:gd name="T64" fmla="*/ 19 w 309"/>
                <a:gd name="T65" fmla="*/ 207 h 257"/>
                <a:gd name="T66" fmla="*/ 22 w 309"/>
                <a:gd name="T67" fmla="*/ 248 h 257"/>
                <a:gd name="T68" fmla="*/ 58 w 309"/>
                <a:gd name="T69" fmla="*/ 252 h 257"/>
                <a:gd name="T70" fmla="*/ 59 w 309"/>
                <a:gd name="T71" fmla="*/ 175 h 257"/>
                <a:gd name="T72" fmla="*/ 0 w 309"/>
                <a:gd name="T73" fmla="*/ 193 h 257"/>
                <a:gd name="T74" fmla="*/ 19 w 309"/>
                <a:gd name="T75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09" h="257">
                  <a:moveTo>
                    <a:pt x="102" y="0"/>
                  </a:moveTo>
                  <a:cubicBezTo>
                    <a:pt x="274" y="0"/>
                    <a:pt x="274" y="0"/>
                    <a:pt x="274" y="0"/>
                  </a:cubicBezTo>
                  <a:cubicBezTo>
                    <a:pt x="284" y="0"/>
                    <a:pt x="292" y="4"/>
                    <a:pt x="299" y="10"/>
                  </a:cubicBezTo>
                  <a:cubicBezTo>
                    <a:pt x="305" y="16"/>
                    <a:pt x="309" y="25"/>
                    <a:pt x="309" y="34"/>
                  </a:cubicBezTo>
                  <a:cubicBezTo>
                    <a:pt x="309" y="104"/>
                    <a:pt x="309" y="104"/>
                    <a:pt x="309" y="104"/>
                  </a:cubicBezTo>
                  <a:cubicBezTo>
                    <a:pt x="309" y="114"/>
                    <a:pt x="305" y="122"/>
                    <a:pt x="299" y="129"/>
                  </a:cubicBezTo>
                  <a:cubicBezTo>
                    <a:pt x="292" y="135"/>
                    <a:pt x="284" y="139"/>
                    <a:pt x="274" y="139"/>
                  </a:cubicBezTo>
                  <a:cubicBezTo>
                    <a:pt x="247" y="139"/>
                    <a:pt x="247" y="139"/>
                    <a:pt x="247" y="139"/>
                  </a:cubicBezTo>
                  <a:cubicBezTo>
                    <a:pt x="210" y="184"/>
                    <a:pt x="210" y="184"/>
                    <a:pt x="210" y="184"/>
                  </a:cubicBezTo>
                  <a:cubicBezTo>
                    <a:pt x="195" y="202"/>
                    <a:pt x="195" y="202"/>
                    <a:pt x="195" y="202"/>
                  </a:cubicBezTo>
                  <a:cubicBezTo>
                    <a:pt x="195" y="179"/>
                    <a:pt x="195" y="179"/>
                    <a:pt x="195" y="179"/>
                  </a:cubicBezTo>
                  <a:cubicBezTo>
                    <a:pt x="195" y="139"/>
                    <a:pt x="195" y="139"/>
                    <a:pt x="195" y="139"/>
                  </a:cubicBezTo>
                  <a:cubicBezTo>
                    <a:pt x="165" y="139"/>
                    <a:pt x="165" y="139"/>
                    <a:pt x="165" y="139"/>
                  </a:cubicBezTo>
                  <a:cubicBezTo>
                    <a:pt x="167" y="134"/>
                    <a:pt x="168" y="128"/>
                    <a:pt x="168" y="123"/>
                  </a:cubicBezTo>
                  <a:cubicBezTo>
                    <a:pt x="203" y="123"/>
                    <a:pt x="203" y="123"/>
                    <a:pt x="203" y="123"/>
                  </a:cubicBezTo>
                  <a:cubicBezTo>
                    <a:pt x="211" y="123"/>
                    <a:pt x="211" y="123"/>
                    <a:pt x="211" y="123"/>
                  </a:cubicBezTo>
                  <a:cubicBezTo>
                    <a:pt x="211" y="131"/>
                    <a:pt x="211" y="131"/>
                    <a:pt x="211" y="131"/>
                  </a:cubicBezTo>
                  <a:cubicBezTo>
                    <a:pt x="211" y="157"/>
                    <a:pt x="211" y="157"/>
                    <a:pt x="211" y="157"/>
                  </a:cubicBezTo>
                  <a:cubicBezTo>
                    <a:pt x="237" y="126"/>
                    <a:pt x="237" y="126"/>
                    <a:pt x="237" y="126"/>
                  </a:cubicBezTo>
                  <a:cubicBezTo>
                    <a:pt x="239" y="123"/>
                    <a:pt x="239" y="123"/>
                    <a:pt x="239" y="123"/>
                  </a:cubicBezTo>
                  <a:cubicBezTo>
                    <a:pt x="243" y="123"/>
                    <a:pt x="243" y="123"/>
                    <a:pt x="243" y="123"/>
                  </a:cubicBezTo>
                  <a:cubicBezTo>
                    <a:pt x="274" y="123"/>
                    <a:pt x="274" y="123"/>
                    <a:pt x="274" y="123"/>
                  </a:cubicBezTo>
                  <a:cubicBezTo>
                    <a:pt x="279" y="123"/>
                    <a:pt x="284" y="121"/>
                    <a:pt x="287" y="117"/>
                  </a:cubicBezTo>
                  <a:cubicBezTo>
                    <a:pt x="291" y="114"/>
                    <a:pt x="293" y="109"/>
                    <a:pt x="293" y="104"/>
                  </a:cubicBezTo>
                  <a:cubicBezTo>
                    <a:pt x="293" y="34"/>
                    <a:pt x="293" y="34"/>
                    <a:pt x="293" y="34"/>
                  </a:cubicBezTo>
                  <a:cubicBezTo>
                    <a:pt x="293" y="29"/>
                    <a:pt x="291" y="25"/>
                    <a:pt x="287" y="21"/>
                  </a:cubicBezTo>
                  <a:cubicBezTo>
                    <a:pt x="284" y="18"/>
                    <a:pt x="279" y="16"/>
                    <a:pt x="274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96" y="16"/>
                    <a:pt x="92" y="18"/>
                    <a:pt x="88" y="21"/>
                  </a:cubicBezTo>
                  <a:cubicBezTo>
                    <a:pt x="85" y="25"/>
                    <a:pt x="83" y="29"/>
                    <a:pt x="83" y="34"/>
                  </a:cubicBezTo>
                  <a:cubicBezTo>
                    <a:pt x="83" y="97"/>
                    <a:pt x="83" y="97"/>
                    <a:pt x="83" y="97"/>
                  </a:cubicBezTo>
                  <a:cubicBezTo>
                    <a:pt x="79" y="104"/>
                    <a:pt x="76" y="111"/>
                    <a:pt x="76" y="118"/>
                  </a:cubicBezTo>
                  <a:cubicBezTo>
                    <a:pt x="73" y="115"/>
                    <a:pt x="71" y="113"/>
                    <a:pt x="68" y="110"/>
                  </a:cubicBezTo>
                  <a:cubicBezTo>
                    <a:pt x="67" y="108"/>
                    <a:pt x="67" y="106"/>
                    <a:pt x="67" y="104"/>
                  </a:cubicBezTo>
                  <a:cubicBezTo>
                    <a:pt x="67" y="34"/>
                    <a:pt x="67" y="34"/>
                    <a:pt x="67" y="34"/>
                  </a:cubicBezTo>
                  <a:cubicBezTo>
                    <a:pt x="67" y="25"/>
                    <a:pt x="71" y="16"/>
                    <a:pt x="77" y="10"/>
                  </a:cubicBezTo>
                  <a:cubicBezTo>
                    <a:pt x="83" y="4"/>
                    <a:pt x="92" y="0"/>
                    <a:pt x="102" y="0"/>
                  </a:cubicBezTo>
                  <a:close/>
                  <a:moveTo>
                    <a:pt x="44" y="115"/>
                  </a:moveTo>
                  <a:cubicBezTo>
                    <a:pt x="28" y="115"/>
                    <a:pt x="15" y="127"/>
                    <a:pt x="15" y="143"/>
                  </a:cubicBezTo>
                  <a:cubicBezTo>
                    <a:pt x="15" y="159"/>
                    <a:pt x="28" y="171"/>
                    <a:pt x="44" y="171"/>
                  </a:cubicBezTo>
                  <a:cubicBezTo>
                    <a:pt x="59" y="171"/>
                    <a:pt x="72" y="159"/>
                    <a:pt x="72" y="143"/>
                  </a:cubicBezTo>
                  <a:cubicBezTo>
                    <a:pt x="72" y="127"/>
                    <a:pt x="59" y="115"/>
                    <a:pt x="44" y="115"/>
                  </a:cubicBezTo>
                  <a:close/>
                  <a:moveTo>
                    <a:pt x="122" y="88"/>
                  </a:moveTo>
                  <a:cubicBezTo>
                    <a:pt x="103" y="88"/>
                    <a:pt x="88" y="104"/>
                    <a:pt x="88" y="123"/>
                  </a:cubicBezTo>
                  <a:cubicBezTo>
                    <a:pt x="88" y="141"/>
                    <a:pt x="103" y="157"/>
                    <a:pt x="122" y="157"/>
                  </a:cubicBezTo>
                  <a:cubicBezTo>
                    <a:pt x="141" y="157"/>
                    <a:pt x="156" y="141"/>
                    <a:pt x="156" y="123"/>
                  </a:cubicBezTo>
                  <a:cubicBezTo>
                    <a:pt x="156" y="104"/>
                    <a:pt x="141" y="88"/>
                    <a:pt x="122" y="88"/>
                  </a:cubicBezTo>
                  <a:close/>
                  <a:moveTo>
                    <a:pt x="92" y="250"/>
                  </a:moveTo>
                  <a:cubicBezTo>
                    <a:pt x="92" y="201"/>
                    <a:pt x="92" y="201"/>
                    <a:pt x="92" y="201"/>
                  </a:cubicBezTo>
                  <a:cubicBezTo>
                    <a:pt x="96" y="201"/>
                    <a:pt x="96" y="201"/>
                    <a:pt x="96" y="201"/>
                  </a:cubicBezTo>
                  <a:cubicBezTo>
                    <a:pt x="96" y="250"/>
                    <a:pt x="96" y="250"/>
                    <a:pt x="96" y="250"/>
                  </a:cubicBezTo>
                  <a:cubicBezTo>
                    <a:pt x="96" y="257"/>
                    <a:pt x="96" y="257"/>
                    <a:pt x="96" y="257"/>
                  </a:cubicBezTo>
                  <a:cubicBezTo>
                    <a:pt x="149" y="257"/>
                    <a:pt x="149" y="257"/>
                    <a:pt x="149" y="257"/>
                  </a:cubicBezTo>
                  <a:cubicBezTo>
                    <a:pt x="149" y="250"/>
                    <a:pt x="149" y="250"/>
                    <a:pt x="149" y="250"/>
                  </a:cubicBezTo>
                  <a:cubicBezTo>
                    <a:pt x="149" y="201"/>
                    <a:pt x="149" y="201"/>
                    <a:pt x="149" y="201"/>
                  </a:cubicBezTo>
                  <a:cubicBezTo>
                    <a:pt x="153" y="201"/>
                    <a:pt x="153" y="201"/>
                    <a:pt x="153" y="201"/>
                  </a:cubicBezTo>
                  <a:cubicBezTo>
                    <a:pt x="153" y="250"/>
                    <a:pt x="153" y="250"/>
                    <a:pt x="153" y="250"/>
                  </a:cubicBezTo>
                  <a:cubicBezTo>
                    <a:pt x="175" y="250"/>
                    <a:pt x="175" y="250"/>
                    <a:pt x="175" y="250"/>
                  </a:cubicBezTo>
                  <a:cubicBezTo>
                    <a:pt x="175" y="183"/>
                    <a:pt x="175" y="183"/>
                    <a:pt x="175" y="183"/>
                  </a:cubicBezTo>
                  <a:cubicBezTo>
                    <a:pt x="175" y="171"/>
                    <a:pt x="165" y="161"/>
                    <a:pt x="153" y="161"/>
                  </a:cubicBezTo>
                  <a:cubicBezTo>
                    <a:pt x="88" y="161"/>
                    <a:pt x="157" y="161"/>
                    <a:pt x="91" y="161"/>
                  </a:cubicBezTo>
                  <a:cubicBezTo>
                    <a:pt x="79" y="161"/>
                    <a:pt x="70" y="171"/>
                    <a:pt x="70" y="183"/>
                  </a:cubicBezTo>
                  <a:cubicBezTo>
                    <a:pt x="70" y="250"/>
                    <a:pt x="70" y="250"/>
                    <a:pt x="70" y="250"/>
                  </a:cubicBezTo>
                  <a:cubicBezTo>
                    <a:pt x="73" y="250"/>
                    <a:pt x="82" y="250"/>
                    <a:pt x="92" y="250"/>
                  </a:cubicBezTo>
                  <a:close/>
                  <a:moveTo>
                    <a:pt x="19" y="248"/>
                  </a:moveTo>
                  <a:cubicBezTo>
                    <a:pt x="19" y="207"/>
                    <a:pt x="19" y="207"/>
                    <a:pt x="19" y="207"/>
                  </a:cubicBezTo>
                  <a:cubicBezTo>
                    <a:pt x="22" y="207"/>
                    <a:pt x="22" y="207"/>
                    <a:pt x="22" y="207"/>
                  </a:cubicBezTo>
                  <a:cubicBezTo>
                    <a:pt x="22" y="248"/>
                    <a:pt x="22" y="248"/>
                    <a:pt x="22" y="248"/>
                  </a:cubicBezTo>
                  <a:cubicBezTo>
                    <a:pt x="22" y="252"/>
                    <a:pt x="22" y="252"/>
                    <a:pt x="22" y="252"/>
                  </a:cubicBezTo>
                  <a:cubicBezTo>
                    <a:pt x="58" y="252"/>
                    <a:pt x="58" y="252"/>
                    <a:pt x="58" y="252"/>
                  </a:cubicBezTo>
                  <a:cubicBezTo>
                    <a:pt x="58" y="183"/>
                    <a:pt x="58" y="183"/>
                    <a:pt x="58" y="183"/>
                  </a:cubicBezTo>
                  <a:cubicBezTo>
                    <a:pt x="58" y="180"/>
                    <a:pt x="59" y="177"/>
                    <a:pt x="59" y="175"/>
                  </a:cubicBezTo>
                  <a:cubicBezTo>
                    <a:pt x="18" y="175"/>
                    <a:pt x="18" y="175"/>
                    <a:pt x="18" y="175"/>
                  </a:cubicBezTo>
                  <a:cubicBezTo>
                    <a:pt x="8" y="175"/>
                    <a:pt x="0" y="183"/>
                    <a:pt x="0" y="193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4" y="248"/>
                    <a:pt x="11" y="248"/>
                    <a:pt x="19" y="248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152109" y="2427368"/>
            <a:ext cx="1440160" cy="1716475"/>
            <a:chOff x="4555375" y="1126049"/>
            <a:chExt cx="1440160" cy="1716475"/>
          </a:xfrm>
        </p:grpSpPr>
        <p:sp>
          <p:nvSpPr>
            <p:cNvPr id="27" name="椭圆 14"/>
            <p:cNvSpPr/>
            <p:nvPr/>
          </p:nvSpPr>
          <p:spPr>
            <a:xfrm rot="5400000">
              <a:off x="4417217" y="1264207"/>
              <a:ext cx="1716475" cy="1440160"/>
            </a:xfrm>
            <a:custGeom>
              <a:avLst/>
              <a:gdLst/>
              <a:ahLst/>
              <a:cxnLst/>
              <a:rect l="l" t="t" r="r" b="b"/>
              <a:pathLst>
                <a:path w="1716475" h="1440160">
                  <a:moveTo>
                    <a:pt x="1440160" y="0"/>
                  </a:moveTo>
                  <a:lnTo>
                    <a:pt x="1440160" y="756944"/>
                  </a:lnTo>
                  <a:cubicBezTo>
                    <a:pt x="1468984" y="728558"/>
                    <a:pt x="1508646" y="711534"/>
                    <a:pt x="1552284" y="711534"/>
                  </a:cubicBezTo>
                  <a:cubicBezTo>
                    <a:pt x="1642964" y="711534"/>
                    <a:pt x="1716475" y="785045"/>
                    <a:pt x="1716475" y="875725"/>
                  </a:cubicBezTo>
                  <a:cubicBezTo>
                    <a:pt x="1716475" y="966405"/>
                    <a:pt x="1642964" y="1039916"/>
                    <a:pt x="1552284" y="1039916"/>
                  </a:cubicBezTo>
                  <a:cubicBezTo>
                    <a:pt x="1508646" y="1039916"/>
                    <a:pt x="1468984" y="1022892"/>
                    <a:pt x="1440160" y="994507"/>
                  </a:cubicBezTo>
                  <a:lnTo>
                    <a:pt x="1440160" y="1440160"/>
                  </a:lnTo>
                  <a:lnTo>
                    <a:pt x="988891" y="1440160"/>
                  </a:lnTo>
                  <a:cubicBezTo>
                    <a:pt x="1025848" y="1411628"/>
                    <a:pt x="1048462" y="1366614"/>
                    <a:pt x="1048462" y="1316319"/>
                  </a:cubicBezTo>
                  <a:cubicBezTo>
                    <a:pt x="1048462" y="1225639"/>
                    <a:pt x="974951" y="1152128"/>
                    <a:pt x="884271" y="1152128"/>
                  </a:cubicBezTo>
                  <a:cubicBezTo>
                    <a:pt x="793591" y="1152128"/>
                    <a:pt x="720080" y="1225639"/>
                    <a:pt x="720080" y="1316319"/>
                  </a:cubicBezTo>
                  <a:cubicBezTo>
                    <a:pt x="720080" y="1366614"/>
                    <a:pt x="742695" y="1411628"/>
                    <a:pt x="779651" y="1440160"/>
                  </a:cubicBezTo>
                  <a:lnTo>
                    <a:pt x="0" y="1440160"/>
                  </a:lnTo>
                  <a:cubicBezTo>
                    <a:pt x="0" y="644782"/>
                    <a:pt x="644782" y="0"/>
                    <a:pt x="1440160" y="0"/>
                  </a:cubicBezTo>
                  <a:close/>
                </a:path>
              </a:pathLst>
            </a:custGeom>
            <a:solidFill>
              <a:sysClr val="windowText" lastClr="000000">
                <a:lumMod val="65000"/>
                <a:lumOff val="35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Freeform 42"/>
            <p:cNvSpPr>
              <a:spLocks noChangeAspect="1" noEditPoints="1"/>
            </p:cNvSpPr>
            <p:nvPr/>
          </p:nvSpPr>
          <p:spPr bwMode="auto">
            <a:xfrm>
              <a:off x="5047507" y="1560189"/>
              <a:ext cx="455894" cy="583200"/>
            </a:xfrm>
            <a:custGeom>
              <a:avLst/>
              <a:gdLst>
                <a:gd name="T0" fmla="*/ 49 w 224"/>
                <a:gd name="T1" fmla="*/ 93 h 287"/>
                <a:gd name="T2" fmla="*/ 54 w 224"/>
                <a:gd name="T3" fmla="*/ 281 h 287"/>
                <a:gd name="T4" fmla="*/ 21 w 224"/>
                <a:gd name="T5" fmla="*/ 279 h 287"/>
                <a:gd name="T6" fmla="*/ 0 w 224"/>
                <a:gd name="T7" fmla="*/ 254 h 287"/>
                <a:gd name="T8" fmla="*/ 12 w 224"/>
                <a:gd name="T9" fmla="*/ 70 h 287"/>
                <a:gd name="T10" fmla="*/ 171 w 224"/>
                <a:gd name="T11" fmla="*/ 217 h 287"/>
                <a:gd name="T12" fmla="*/ 190 w 224"/>
                <a:gd name="T13" fmla="*/ 166 h 287"/>
                <a:gd name="T14" fmla="*/ 185 w 224"/>
                <a:gd name="T15" fmla="*/ 183 h 287"/>
                <a:gd name="T16" fmla="*/ 181 w 224"/>
                <a:gd name="T17" fmla="*/ 188 h 287"/>
                <a:gd name="T18" fmla="*/ 161 w 224"/>
                <a:gd name="T19" fmla="*/ 188 h 287"/>
                <a:gd name="T20" fmla="*/ 156 w 224"/>
                <a:gd name="T21" fmla="*/ 183 h 287"/>
                <a:gd name="T22" fmla="*/ 192 w 224"/>
                <a:gd name="T23" fmla="*/ 137 h 287"/>
                <a:gd name="T24" fmla="*/ 193 w 224"/>
                <a:gd name="T25" fmla="*/ 138 h 287"/>
                <a:gd name="T26" fmla="*/ 196 w 224"/>
                <a:gd name="T27" fmla="*/ 139 h 287"/>
                <a:gd name="T28" fmla="*/ 197 w 224"/>
                <a:gd name="T29" fmla="*/ 139 h 287"/>
                <a:gd name="T30" fmla="*/ 198 w 224"/>
                <a:gd name="T31" fmla="*/ 140 h 287"/>
                <a:gd name="T32" fmla="*/ 199 w 224"/>
                <a:gd name="T33" fmla="*/ 141 h 287"/>
                <a:gd name="T34" fmla="*/ 200 w 224"/>
                <a:gd name="T35" fmla="*/ 142 h 287"/>
                <a:gd name="T36" fmla="*/ 202 w 224"/>
                <a:gd name="T37" fmla="*/ 143 h 287"/>
                <a:gd name="T38" fmla="*/ 203 w 224"/>
                <a:gd name="T39" fmla="*/ 144 h 287"/>
                <a:gd name="T40" fmla="*/ 204 w 224"/>
                <a:gd name="T41" fmla="*/ 145 h 287"/>
                <a:gd name="T42" fmla="*/ 205 w 224"/>
                <a:gd name="T43" fmla="*/ 146 h 287"/>
                <a:gd name="T44" fmla="*/ 219 w 224"/>
                <a:gd name="T45" fmla="*/ 185 h 287"/>
                <a:gd name="T46" fmla="*/ 219 w 224"/>
                <a:gd name="T47" fmla="*/ 250 h 287"/>
                <a:gd name="T48" fmla="*/ 124 w 224"/>
                <a:gd name="T49" fmla="*/ 178 h 287"/>
                <a:gd name="T50" fmla="*/ 124 w 224"/>
                <a:gd name="T51" fmla="*/ 178 h 287"/>
                <a:gd name="T52" fmla="*/ 118 w 224"/>
                <a:gd name="T53" fmla="*/ 283 h 287"/>
                <a:gd name="T54" fmla="*/ 118 w 224"/>
                <a:gd name="T55" fmla="*/ 283 h 287"/>
                <a:gd name="T56" fmla="*/ 191 w 224"/>
                <a:gd name="T57" fmla="*/ 234 h 287"/>
                <a:gd name="T58" fmla="*/ 172 w 224"/>
                <a:gd name="T59" fmla="*/ 37 h 287"/>
                <a:gd name="T60" fmla="*/ 52 w 224"/>
                <a:gd name="T61" fmla="*/ 83 h 287"/>
                <a:gd name="T62" fmla="*/ 40 w 224"/>
                <a:gd name="T63" fmla="*/ 82 h 287"/>
                <a:gd name="T64" fmla="*/ 155 w 224"/>
                <a:gd name="T65" fmla="*/ 26 h 287"/>
                <a:gd name="T66" fmla="*/ 40 w 224"/>
                <a:gd name="T67" fmla="*/ 82 h 287"/>
                <a:gd name="T68" fmla="*/ 148 w 224"/>
                <a:gd name="T69" fmla="*/ 19 h 287"/>
                <a:gd name="T70" fmla="*/ 25 w 224"/>
                <a:gd name="T71" fmla="*/ 72 h 287"/>
                <a:gd name="T72" fmla="*/ 62 w 224"/>
                <a:gd name="T73" fmla="*/ 100 h 287"/>
                <a:gd name="T74" fmla="*/ 194 w 224"/>
                <a:gd name="T75" fmla="*/ 40 h 287"/>
                <a:gd name="T76" fmla="*/ 203 w 224"/>
                <a:gd name="T77" fmla="*/ 130 h 287"/>
                <a:gd name="T78" fmla="*/ 202 w 224"/>
                <a:gd name="T79" fmla="*/ 129 h 287"/>
                <a:gd name="T80" fmla="*/ 199 w 224"/>
                <a:gd name="T81" fmla="*/ 127 h 287"/>
                <a:gd name="T82" fmla="*/ 198 w 224"/>
                <a:gd name="T83" fmla="*/ 127 h 287"/>
                <a:gd name="T84" fmla="*/ 172 w 224"/>
                <a:gd name="T85" fmla="*/ 121 h 287"/>
                <a:gd name="T86" fmla="*/ 112 w 224"/>
                <a:gd name="T87" fmla="*/ 178 h 287"/>
                <a:gd name="T88" fmla="*/ 72 w 224"/>
                <a:gd name="T89" fmla="*/ 286 h 287"/>
                <a:gd name="T90" fmla="*/ 21 w 224"/>
                <a:gd name="T91" fmla="*/ 65 h 287"/>
                <a:gd name="T92" fmla="*/ 145 w 224"/>
                <a:gd name="T93" fmla="*/ 1 h 287"/>
                <a:gd name="T94" fmla="*/ 21 w 224"/>
                <a:gd name="T95" fmla="*/ 65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4" h="287">
                  <a:moveTo>
                    <a:pt x="12" y="70"/>
                  </a:moveTo>
                  <a:cubicBezTo>
                    <a:pt x="16" y="77"/>
                    <a:pt x="21" y="82"/>
                    <a:pt x="27" y="86"/>
                  </a:cubicBezTo>
                  <a:cubicBezTo>
                    <a:pt x="33" y="90"/>
                    <a:pt x="41" y="92"/>
                    <a:pt x="49" y="93"/>
                  </a:cubicBezTo>
                  <a:cubicBezTo>
                    <a:pt x="52" y="94"/>
                    <a:pt x="54" y="97"/>
                    <a:pt x="54" y="100"/>
                  </a:cubicBezTo>
                  <a:cubicBezTo>
                    <a:pt x="54" y="100"/>
                    <a:pt x="54" y="100"/>
                    <a:pt x="54" y="100"/>
                  </a:cubicBezTo>
                  <a:cubicBezTo>
                    <a:pt x="54" y="281"/>
                    <a:pt x="54" y="281"/>
                    <a:pt x="54" y="281"/>
                  </a:cubicBezTo>
                  <a:cubicBezTo>
                    <a:pt x="54" y="285"/>
                    <a:pt x="52" y="287"/>
                    <a:pt x="48" y="287"/>
                  </a:cubicBezTo>
                  <a:cubicBezTo>
                    <a:pt x="47" y="287"/>
                    <a:pt x="47" y="287"/>
                    <a:pt x="47" y="287"/>
                  </a:cubicBezTo>
                  <a:cubicBezTo>
                    <a:pt x="38" y="286"/>
                    <a:pt x="29" y="283"/>
                    <a:pt x="21" y="279"/>
                  </a:cubicBezTo>
                  <a:cubicBezTo>
                    <a:pt x="13" y="274"/>
                    <a:pt x="6" y="267"/>
                    <a:pt x="1" y="257"/>
                  </a:cubicBezTo>
                  <a:cubicBezTo>
                    <a:pt x="0" y="256"/>
                    <a:pt x="0" y="255"/>
                    <a:pt x="0" y="254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0"/>
                    <a:pt x="3" y="67"/>
                    <a:pt x="6" y="67"/>
                  </a:cubicBezTo>
                  <a:cubicBezTo>
                    <a:pt x="9" y="67"/>
                    <a:pt x="11" y="68"/>
                    <a:pt x="12" y="70"/>
                  </a:cubicBezTo>
                  <a:close/>
                  <a:moveTo>
                    <a:pt x="135" y="180"/>
                  </a:moveTo>
                  <a:cubicBezTo>
                    <a:pt x="135" y="180"/>
                    <a:pt x="135" y="180"/>
                    <a:pt x="135" y="180"/>
                  </a:cubicBezTo>
                  <a:cubicBezTo>
                    <a:pt x="135" y="201"/>
                    <a:pt x="151" y="217"/>
                    <a:pt x="171" y="217"/>
                  </a:cubicBezTo>
                  <a:cubicBezTo>
                    <a:pt x="192" y="217"/>
                    <a:pt x="208" y="201"/>
                    <a:pt x="208" y="180"/>
                  </a:cubicBezTo>
                  <a:cubicBezTo>
                    <a:pt x="208" y="180"/>
                    <a:pt x="208" y="180"/>
                    <a:pt x="208" y="180"/>
                  </a:cubicBezTo>
                  <a:cubicBezTo>
                    <a:pt x="200" y="177"/>
                    <a:pt x="194" y="172"/>
                    <a:pt x="190" y="166"/>
                  </a:cubicBezTo>
                  <a:cubicBezTo>
                    <a:pt x="178" y="175"/>
                    <a:pt x="162" y="180"/>
                    <a:pt x="143" y="180"/>
                  </a:cubicBezTo>
                  <a:cubicBezTo>
                    <a:pt x="140" y="180"/>
                    <a:pt x="137" y="180"/>
                    <a:pt x="135" y="180"/>
                  </a:cubicBezTo>
                  <a:close/>
                  <a:moveTo>
                    <a:pt x="185" y="183"/>
                  </a:moveTo>
                  <a:cubicBezTo>
                    <a:pt x="188" y="183"/>
                    <a:pt x="190" y="185"/>
                    <a:pt x="190" y="188"/>
                  </a:cubicBezTo>
                  <a:cubicBezTo>
                    <a:pt x="190" y="191"/>
                    <a:pt x="188" y="193"/>
                    <a:pt x="185" y="193"/>
                  </a:cubicBezTo>
                  <a:cubicBezTo>
                    <a:pt x="183" y="193"/>
                    <a:pt x="181" y="191"/>
                    <a:pt x="181" y="188"/>
                  </a:cubicBezTo>
                  <a:cubicBezTo>
                    <a:pt x="181" y="185"/>
                    <a:pt x="183" y="183"/>
                    <a:pt x="185" y="183"/>
                  </a:cubicBezTo>
                  <a:close/>
                  <a:moveTo>
                    <a:pt x="156" y="183"/>
                  </a:moveTo>
                  <a:cubicBezTo>
                    <a:pt x="159" y="183"/>
                    <a:pt x="161" y="185"/>
                    <a:pt x="161" y="188"/>
                  </a:cubicBezTo>
                  <a:cubicBezTo>
                    <a:pt x="161" y="191"/>
                    <a:pt x="159" y="193"/>
                    <a:pt x="156" y="193"/>
                  </a:cubicBezTo>
                  <a:cubicBezTo>
                    <a:pt x="153" y="193"/>
                    <a:pt x="151" y="191"/>
                    <a:pt x="151" y="188"/>
                  </a:cubicBezTo>
                  <a:cubicBezTo>
                    <a:pt x="151" y="185"/>
                    <a:pt x="153" y="183"/>
                    <a:pt x="156" y="183"/>
                  </a:cubicBezTo>
                  <a:close/>
                  <a:moveTo>
                    <a:pt x="190" y="136"/>
                  </a:moveTo>
                  <a:cubicBezTo>
                    <a:pt x="190" y="136"/>
                    <a:pt x="190" y="136"/>
                    <a:pt x="190" y="136"/>
                  </a:cubicBezTo>
                  <a:cubicBezTo>
                    <a:pt x="191" y="136"/>
                    <a:pt x="192" y="137"/>
                    <a:pt x="192" y="137"/>
                  </a:cubicBezTo>
                  <a:cubicBezTo>
                    <a:pt x="193" y="137"/>
                    <a:pt x="193" y="137"/>
                    <a:pt x="193" y="137"/>
                  </a:cubicBezTo>
                  <a:cubicBezTo>
                    <a:pt x="193" y="137"/>
                    <a:pt x="193" y="137"/>
                    <a:pt x="193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4" y="138"/>
                    <a:pt x="195" y="138"/>
                    <a:pt x="195" y="138"/>
                  </a:cubicBezTo>
                  <a:cubicBezTo>
                    <a:pt x="195" y="138"/>
                    <a:pt x="195" y="138"/>
                    <a:pt x="195" y="138"/>
                  </a:cubicBezTo>
                  <a:cubicBezTo>
                    <a:pt x="195" y="139"/>
                    <a:pt x="196" y="139"/>
                    <a:pt x="196" y="139"/>
                  </a:cubicBezTo>
                  <a:cubicBezTo>
                    <a:pt x="196" y="139"/>
                    <a:pt x="196" y="139"/>
                    <a:pt x="196" y="139"/>
                  </a:cubicBezTo>
                  <a:cubicBezTo>
                    <a:pt x="196" y="139"/>
                    <a:pt x="196" y="139"/>
                    <a:pt x="197" y="139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7" y="140"/>
                    <a:pt x="197" y="140"/>
                    <a:pt x="197" y="140"/>
                  </a:cubicBezTo>
                  <a:cubicBezTo>
                    <a:pt x="198" y="140"/>
                    <a:pt x="198" y="140"/>
                    <a:pt x="198" y="140"/>
                  </a:cubicBezTo>
                  <a:cubicBezTo>
                    <a:pt x="198" y="140"/>
                    <a:pt x="198" y="140"/>
                    <a:pt x="198" y="140"/>
                  </a:cubicBezTo>
                  <a:cubicBezTo>
                    <a:pt x="198" y="141"/>
                    <a:pt x="198" y="141"/>
                    <a:pt x="198" y="141"/>
                  </a:cubicBezTo>
                  <a:cubicBezTo>
                    <a:pt x="199" y="141"/>
                    <a:pt x="199" y="141"/>
                    <a:pt x="199" y="141"/>
                  </a:cubicBezTo>
                  <a:cubicBezTo>
                    <a:pt x="199" y="141"/>
                    <a:pt x="199" y="141"/>
                    <a:pt x="199" y="141"/>
                  </a:cubicBezTo>
                  <a:cubicBezTo>
                    <a:pt x="199" y="141"/>
                    <a:pt x="200" y="141"/>
                    <a:pt x="200" y="141"/>
                  </a:cubicBezTo>
                  <a:cubicBezTo>
                    <a:pt x="200" y="142"/>
                    <a:pt x="200" y="142"/>
                    <a:pt x="200" y="142"/>
                  </a:cubicBezTo>
                  <a:cubicBezTo>
                    <a:pt x="200" y="142"/>
                    <a:pt x="200" y="142"/>
                    <a:pt x="200" y="142"/>
                  </a:cubicBezTo>
                  <a:cubicBezTo>
                    <a:pt x="201" y="142"/>
                    <a:pt x="201" y="142"/>
                    <a:pt x="201" y="142"/>
                  </a:cubicBezTo>
                  <a:cubicBezTo>
                    <a:pt x="201" y="142"/>
                    <a:pt x="201" y="142"/>
                    <a:pt x="201" y="143"/>
                  </a:cubicBezTo>
                  <a:cubicBezTo>
                    <a:pt x="202" y="143"/>
                    <a:pt x="202" y="143"/>
                    <a:pt x="202" y="143"/>
                  </a:cubicBezTo>
                  <a:cubicBezTo>
                    <a:pt x="202" y="143"/>
                    <a:pt x="202" y="143"/>
                    <a:pt x="202" y="143"/>
                  </a:cubicBezTo>
                  <a:cubicBezTo>
                    <a:pt x="202" y="143"/>
                    <a:pt x="202" y="143"/>
                    <a:pt x="202" y="143"/>
                  </a:cubicBezTo>
                  <a:cubicBezTo>
                    <a:pt x="203" y="144"/>
                    <a:pt x="203" y="144"/>
                    <a:pt x="203" y="144"/>
                  </a:cubicBezTo>
                  <a:cubicBezTo>
                    <a:pt x="203" y="144"/>
                    <a:pt x="203" y="144"/>
                    <a:pt x="203" y="144"/>
                  </a:cubicBezTo>
                  <a:cubicBezTo>
                    <a:pt x="203" y="144"/>
                    <a:pt x="203" y="144"/>
                    <a:pt x="203" y="144"/>
                  </a:cubicBezTo>
                  <a:cubicBezTo>
                    <a:pt x="204" y="145"/>
                    <a:pt x="204" y="145"/>
                    <a:pt x="204" y="145"/>
                  </a:cubicBezTo>
                  <a:cubicBezTo>
                    <a:pt x="204" y="145"/>
                    <a:pt x="204" y="145"/>
                    <a:pt x="204" y="145"/>
                  </a:cubicBezTo>
                  <a:cubicBezTo>
                    <a:pt x="204" y="145"/>
                    <a:pt x="204" y="145"/>
                    <a:pt x="204" y="145"/>
                  </a:cubicBezTo>
                  <a:cubicBezTo>
                    <a:pt x="205" y="146"/>
                    <a:pt x="205" y="146"/>
                    <a:pt x="205" y="146"/>
                  </a:cubicBezTo>
                  <a:cubicBezTo>
                    <a:pt x="205" y="146"/>
                    <a:pt x="205" y="146"/>
                    <a:pt x="205" y="146"/>
                  </a:cubicBezTo>
                  <a:cubicBezTo>
                    <a:pt x="214" y="154"/>
                    <a:pt x="219" y="166"/>
                    <a:pt x="219" y="180"/>
                  </a:cubicBezTo>
                  <a:cubicBezTo>
                    <a:pt x="219" y="181"/>
                    <a:pt x="219" y="183"/>
                    <a:pt x="219" y="185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00" y="215"/>
                    <a:pt x="147" y="214"/>
                    <a:pt x="124" y="24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5" y="153"/>
                    <a:pt x="146" y="132"/>
                    <a:pt x="172" y="132"/>
                  </a:cubicBezTo>
                  <a:cubicBezTo>
                    <a:pt x="178" y="132"/>
                    <a:pt x="184" y="134"/>
                    <a:pt x="190" y="136"/>
                  </a:cubicBezTo>
                  <a:close/>
                  <a:moveTo>
                    <a:pt x="118" y="283"/>
                  </a:moveTo>
                  <a:cubicBezTo>
                    <a:pt x="168" y="283"/>
                    <a:pt x="168" y="283"/>
                    <a:pt x="168" y="283"/>
                  </a:cubicBezTo>
                  <a:cubicBezTo>
                    <a:pt x="150" y="234"/>
                    <a:pt x="150" y="234"/>
                    <a:pt x="150" y="234"/>
                  </a:cubicBezTo>
                  <a:cubicBezTo>
                    <a:pt x="132" y="243"/>
                    <a:pt x="120" y="262"/>
                    <a:pt x="118" y="283"/>
                  </a:cubicBezTo>
                  <a:close/>
                  <a:moveTo>
                    <a:pt x="176" y="283"/>
                  </a:moveTo>
                  <a:cubicBezTo>
                    <a:pt x="224" y="283"/>
                    <a:pt x="224" y="283"/>
                    <a:pt x="224" y="283"/>
                  </a:cubicBezTo>
                  <a:cubicBezTo>
                    <a:pt x="221" y="262"/>
                    <a:pt x="210" y="243"/>
                    <a:pt x="191" y="234"/>
                  </a:cubicBezTo>
                  <a:cubicBezTo>
                    <a:pt x="176" y="283"/>
                    <a:pt x="176" y="283"/>
                    <a:pt x="176" y="283"/>
                  </a:cubicBezTo>
                  <a:close/>
                  <a:moveTo>
                    <a:pt x="55" y="88"/>
                  </a:moveTo>
                  <a:cubicBezTo>
                    <a:pt x="172" y="37"/>
                    <a:pt x="172" y="37"/>
                    <a:pt x="172" y="37"/>
                  </a:cubicBezTo>
                  <a:cubicBezTo>
                    <a:pt x="174" y="37"/>
                    <a:pt x="175" y="35"/>
                    <a:pt x="174" y="34"/>
                  </a:cubicBezTo>
                  <a:cubicBezTo>
                    <a:pt x="173" y="32"/>
                    <a:pt x="172" y="32"/>
                    <a:pt x="170" y="32"/>
                  </a:cubicBezTo>
                  <a:cubicBezTo>
                    <a:pt x="52" y="83"/>
                    <a:pt x="52" y="83"/>
                    <a:pt x="52" y="83"/>
                  </a:cubicBezTo>
                  <a:cubicBezTo>
                    <a:pt x="51" y="83"/>
                    <a:pt x="50" y="85"/>
                    <a:pt x="51" y="87"/>
                  </a:cubicBezTo>
                  <a:cubicBezTo>
                    <a:pt x="51" y="88"/>
                    <a:pt x="53" y="89"/>
                    <a:pt x="55" y="88"/>
                  </a:cubicBezTo>
                  <a:close/>
                  <a:moveTo>
                    <a:pt x="40" y="82"/>
                  </a:moveTo>
                  <a:cubicBezTo>
                    <a:pt x="157" y="31"/>
                    <a:pt x="157" y="31"/>
                    <a:pt x="157" y="31"/>
                  </a:cubicBezTo>
                  <a:cubicBezTo>
                    <a:pt x="159" y="30"/>
                    <a:pt x="160" y="29"/>
                    <a:pt x="159" y="27"/>
                  </a:cubicBezTo>
                  <a:cubicBezTo>
                    <a:pt x="158" y="26"/>
                    <a:pt x="157" y="25"/>
                    <a:pt x="155" y="26"/>
                  </a:cubicBezTo>
                  <a:cubicBezTo>
                    <a:pt x="37" y="76"/>
                    <a:pt x="37" y="76"/>
                    <a:pt x="37" y="76"/>
                  </a:cubicBezTo>
                  <a:cubicBezTo>
                    <a:pt x="36" y="77"/>
                    <a:pt x="35" y="79"/>
                    <a:pt x="36" y="80"/>
                  </a:cubicBezTo>
                  <a:cubicBezTo>
                    <a:pt x="36" y="82"/>
                    <a:pt x="38" y="82"/>
                    <a:pt x="40" y="82"/>
                  </a:cubicBezTo>
                  <a:close/>
                  <a:moveTo>
                    <a:pt x="29" y="73"/>
                  </a:moveTo>
                  <a:cubicBezTo>
                    <a:pt x="147" y="23"/>
                    <a:pt x="147" y="23"/>
                    <a:pt x="147" y="23"/>
                  </a:cubicBezTo>
                  <a:cubicBezTo>
                    <a:pt x="148" y="22"/>
                    <a:pt x="149" y="21"/>
                    <a:pt x="148" y="19"/>
                  </a:cubicBezTo>
                  <a:cubicBezTo>
                    <a:pt x="148" y="18"/>
                    <a:pt x="146" y="17"/>
                    <a:pt x="145" y="1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5" y="69"/>
                    <a:pt x="25" y="71"/>
                    <a:pt x="25" y="72"/>
                  </a:cubicBezTo>
                  <a:cubicBezTo>
                    <a:pt x="26" y="73"/>
                    <a:pt x="27" y="74"/>
                    <a:pt x="29" y="73"/>
                  </a:cubicBezTo>
                  <a:close/>
                  <a:moveTo>
                    <a:pt x="62" y="280"/>
                  </a:moveTo>
                  <a:cubicBezTo>
                    <a:pt x="62" y="100"/>
                    <a:pt x="62" y="100"/>
                    <a:pt x="62" y="100"/>
                  </a:cubicBezTo>
                  <a:cubicBezTo>
                    <a:pt x="62" y="100"/>
                    <a:pt x="62" y="100"/>
                    <a:pt x="62" y="100"/>
                  </a:cubicBezTo>
                  <a:cubicBezTo>
                    <a:pt x="62" y="98"/>
                    <a:pt x="64" y="95"/>
                    <a:pt x="66" y="94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39"/>
                    <a:pt x="195" y="39"/>
                    <a:pt x="197" y="39"/>
                  </a:cubicBezTo>
                  <a:cubicBezTo>
                    <a:pt x="200" y="39"/>
                    <a:pt x="203" y="42"/>
                    <a:pt x="203" y="45"/>
                  </a:cubicBezTo>
                  <a:cubicBezTo>
                    <a:pt x="203" y="130"/>
                    <a:pt x="203" y="130"/>
                    <a:pt x="203" y="130"/>
                  </a:cubicBezTo>
                  <a:cubicBezTo>
                    <a:pt x="203" y="129"/>
                    <a:pt x="203" y="129"/>
                    <a:pt x="203" y="129"/>
                  </a:cubicBezTo>
                  <a:cubicBezTo>
                    <a:pt x="203" y="129"/>
                    <a:pt x="202" y="129"/>
                    <a:pt x="202" y="129"/>
                  </a:cubicBezTo>
                  <a:cubicBezTo>
                    <a:pt x="202" y="129"/>
                    <a:pt x="202" y="129"/>
                    <a:pt x="202" y="129"/>
                  </a:cubicBezTo>
                  <a:cubicBezTo>
                    <a:pt x="201" y="129"/>
                    <a:pt x="201" y="128"/>
                    <a:pt x="201" y="128"/>
                  </a:cubicBezTo>
                  <a:cubicBezTo>
                    <a:pt x="201" y="128"/>
                    <a:pt x="201" y="128"/>
                    <a:pt x="201" y="128"/>
                  </a:cubicBezTo>
                  <a:cubicBezTo>
                    <a:pt x="200" y="128"/>
                    <a:pt x="200" y="128"/>
                    <a:pt x="199" y="127"/>
                  </a:cubicBezTo>
                  <a:cubicBezTo>
                    <a:pt x="199" y="127"/>
                    <a:pt x="199" y="127"/>
                    <a:pt x="199" y="127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7" y="126"/>
                    <a:pt x="196" y="126"/>
                    <a:pt x="194" y="125"/>
                  </a:cubicBezTo>
                  <a:cubicBezTo>
                    <a:pt x="194" y="125"/>
                    <a:pt x="194" y="125"/>
                    <a:pt x="194" y="125"/>
                  </a:cubicBezTo>
                  <a:cubicBezTo>
                    <a:pt x="187" y="122"/>
                    <a:pt x="179" y="121"/>
                    <a:pt x="172" y="121"/>
                  </a:cubicBezTo>
                  <a:cubicBezTo>
                    <a:pt x="140" y="121"/>
                    <a:pt x="114" y="146"/>
                    <a:pt x="112" y="177"/>
                  </a:cubicBezTo>
                  <a:cubicBezTo>
                    <a:pt x="112" y="178"/>
                    <a:pt x="112" y="178"/>
                    <a:pt x="112" y="178"/>
                  </a:cubicBezTo>
                  <a:cubicBezTo>
                    <a:pt x="112" y="178"/>
                    <a:pt x="112" y="178"/>
                    <a:pt x="112" y="178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1" y="262"/>
                    <a:pt x="109" y="266"/>
                    <a:pt x="108" y="270"/>
                  </a:cubicBezTo>
                  <a:cubicBezTo>
                    <a:pt x="72" y="286"/>
                    <a:pt x="72" y="286"/>
                    <a:pt x="72" y="286"/>
                  </a:cubicBezTo>
                  <a:cubicBezTo>
                    <a:pt x="71" y="286"/>
                    <a:pt x="70" y="286"/>
                    <a:pt x="69" y="286"/>
                  </a:cubicBezTo>
                  <a:cubicBezTo>
                    <a:pt x="65" y="286"/>
                    <a:pt x="62" y="284"/>
                    <a:pt x="62" y="280"/>
                  </a:cubicBezTo>
                  <a:close/>
                  <a:moveTo>
                    <a:pt x="21" y="65"/>
                  </a:moveTo>
                  <a:cubicBezTo>
                    <a:pt x="18" y="66"/>
                    <a:pt x="15" y="64"/>
                    <a:pt x="14" y="62"/>
                  </a:cubicBezTo>
                  <a:cubicBezTo>
                    <a:pt x="13" y="60"/>
                    <a:pt x="15" y="57"/>
                    <a:pt x="17" y="56"/>
                  </a:cubicBezTo>
                  <a:cubicBezTo>
                    <a:pt x="145" y="1"/>
                    <a:pt x="145" y="1"/>
                    <a:pt x="145" y="1"/>
                  </a:cubicBezTo>
                  <a:cubicBezTo>
                    <a:pt x="147" y="0"/>
                    <a:pt x="150" y="1"/>
                    <a:pt x="151" y="3"/>
                  </a:cubicBezTo>
                  <a:cubicBezTo>
                    <a:pt x="152" y="6"/>
                    <a:pt x="151" y="9"/>
                    <a:pt x="149" y="10"/>
                  </a:cubicBezTo>
                  <a:lnTo>
                    <a:pt x="21" y="65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368534" y="3933359"/>
            <a:ext cx="1440160" cy="1716475"/>
            <a:chOff x="2699794" y="2715765"/>
            <a:chExt cx="1440160" cy="1716475"/>
          </a:xfrm>
        </p:grpSpPr>
        <p:sp>
          <p:nvSpPr>
            <p:cNvPr id="25" name="椭圆 14"/>
            <p:cNvSpPr/>
            <p:nvPr/>
          </p:nvSpPr>
          <p:spPr>
            <a:xfrm rot="16200000">
              <a:off x="2561636" y="2853923"/>
              <a:ext cx="1716475" cy="1440160"/>
            </a:xfrm>
            <a:custGeom>
              <a:avLst/>
              <a:gdLst/>
              <a:ahLst/>
              <a:cxnLst/>
              <a:rect l="l" t="t" r="r" b="b"/>
              <a:pathLst>
                <a:path w="1716475" h="1440160">
                  <a:moveTo>
                    <a:pt x="1440160" y="0"/>
                  </a:moveTo>
                  <a:lnTo>
                    <a:pt x="1440160" y="756944"/>
                  </a:lnTo>
                  <a:cubicBezTo>
                    <a:pt x="1468984" y="728558"/>
                    <a:pt x="1508646" y="711534"/>
                    <a:pt x="1552284" y="711534"/>
                  </a:cubicBezTo>
                  <a:cubicBezTo>
                    <a:pt x="1642964" y="711534"/>
                    <a:pt x="1716475" y="785045"/>
                    <a:pt x="1716475" y="875725"/>
                  </a:cubicBezTo>
                  <a:cubicBezTo>
                    <a:pt x="1716475" y="966405"/>
                    <a:pt x="1642964" y="1039916"/>
                    <a:pt x="1552284" y="1039916"/>
                  </a:cubicBezTo>
                  <a:cubicBezTo>
                    <a:pt x="1508646" y="1039916"/>
                    <a:pt x="1468984" y="1022892"/>
                    <a:pt x="1440160" y="994507"/>
                  </a:cubicBezTo>
                  <a:lnTo>
                    <a:pt x="1440160" y="1440160"/>
                  </a:lnTo>
                  <a:lnTo>
                    <a:pt x="988891" y="1440160"/>
                  </a:lnTo>
                  <a:cubicBezTo>
                    <a:pt x="1025848" y="1411628"/>
                    <a:pt x="1048462" y="1366614"/>
                    <a:pt x="1048462" y="1316319"/>
                  </a:cubicBezTo>
                  <a:cubicBezTo>
                    <a:pt x="1048462" y="1225639"/>
                    <a:pt x="974951" y="1152128"/>
                    <a:pt x="884271" y="1152128"/>
                  </a:cubicBezTo>
                  <a:cubicBezTo>
                    <a:pt x="793591" y="1152128"/>
                    <a:pt x="720080" y="1225639"/>
                    <a:pt x="720080" y="1316319"/>
                  </a:cubicBezTo>
                  <a:cubicBezTo>
                    <a:pt x="720080" y="1366614"/>
                    <a:pt x="742695" y="1411628"/>
                    <a:pt x="779651" y="1440160"/>
                  </a:cubicBezTo>
                  <a:lnTo>
                    <a:pt x="0" y="1440160"/>
                  </a:lnTo>
                  <a:cubicBezTo>
                    <a:pt x="0" y="644782"/>
                    <a:pt x="644782" y="0"/>
                    <a:pt x="1440160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Freeform 47"/>
            <p:cNvSpPr>
              <a:spLocks noChangeAspect="1" noEditPoints="1"/>
            </p:cNvSpPr>
            <p:nvPr/>
          </p:nvSpPr>
          <p:spPr bwMode="auto">
            <a:xfrm>
              <a:off x="3060341" y="3265538"/>
              <a:ext cx="719064" cy="583200"/>
            </a:xfrm>
            <a:custGeom>
              <a:avLst/>
              <a:gdLst>
                <a:gd name="T0" fmla="*/ 214 w 329"/>
                <a:gd name="T1" fmla="*/ 10 h 267"/>
                <a:gd name="T2" fmla="*/ 297 w 329"/>
                <a:gd name="T3" fmla="*/ 115 h 267"/>
                <a:gd name="T4" fmla="*/ 221 w 329"/>
                <a:gd name="T5" fmla="*/ 247 h 267"/>
                <a:gd name="T6" fmla="*/ 137 w 329"/>
                <a:gd name="T7" fmla="*/ 265 h 267"/>
                <a:gd name="T8" fmla="*/ 128 w 329"/>
                <a:gd name="T9" fmla="*/ 256 h 267"/>
                <a:gd name="T10" fmla="*/ 113 w 329"/>
                <a:gd name="T11" fmla="*/ 170 h 267"/>
                <a:gd name="T12" fmla="*/ 11 w 329"/>
                <a:gd name="T13" fmla="*/ 151 h 267"/>
                <a:gd name="T14" fmla="*/ 11 w 329"/>
                <a:gd name="T15" fmla="*/ 10 h 267"/>
                <a:gd name="T16" fmla="*/ 227 w 329"/>
                <a:gd name="T17" fmla="*/ 195 h 267"/>
                <a:gd name="T18" fmla="*/ 227 w 329"/>
                <a:gd name="T19" fmla="*/ 187 h 267"/>
                <a:gd name="T20" fmla="*/ 292 w 329"/>
                <a:gd name="T21" fmla="*/ 176 h 267"/>
                <a:gd name="T22" fmla="*/ 227 w 329"/>
                <a:gd name="T23" fmla="*/ 149 h 267"/>
                <a:gd name="T24" fmla="*/ 292 w 329"/>
                <a:gd name="T25" fmla="*/ 149 h 267"/>
                <a:gd name="T26" fmla="*/ 126 w 329"/>
                <a:gd name="T27" fmla="*/ 86 h 267"/>
                <a:gd name="T28" fmla="*/ 126 w 329"/>
                <a:gd name="T29" fmla="*/ 77 h 267"/>
                <a:gd name="T30" fmla="*/ 192 w 329"/>
                <a:gd name="T31" fmla="*/ 67 h 267"/>
                <a:gd name="T32" fmla="*/ 126 w 329"/>
                <a:gd name="T33" fmla="*/ 39 h 267"/>
                <a:gd name="T34" fmla="*/ 192 w 329"/>
                <a:gd name="T35" fmla="*/ 39 h 267"/>
                <a:gd name="T36" fmla="*/ 58 w 329"/>
                <a:gd name="T37" fmla="*/ 36 h 267"/>
                <a:gd name="T38" fmla="*/ 77 w 329"/>
                <a:gd name="T39" fmla="*/ 83 h 267"/>
                <a:gd name="T40" fmla="*/ 96 w 329"/>
                <a:gd name="T41" fmla="*/ 36 h 267"/>
                <a:gd name="T42" fmla="*/ 70 w 329"/>
                <a:gd name="T43" fmla="*/ 124 h 267"/>
                <a:gd name="T44" fmla="*/ 77 w 329"/>
                <a:gd name="T45" fmla="*/ 95 h 267"/>
                <a:gd name="T46" fmla="*/ 73 w 329"/>
                <a:gd name="T47" fmla="*/ 94 h 267"/>
                <a:gd name="T48" fmla="*/ 81 w 329"/>
                <a:gd name="T49" fmla="*/ 93 h 267"/>
                <a:gd name="T50" fmla="*/ 88 w 329"/>
                <a:gd name="T51" fmla="*/ 85 h 267"/>
                <a:gd name="T52" fmla="*/ 65 w 329"/>
                <a:gd name="T53" fmla="*/ 85 h 267"/>
                <a:gd name="T54" fmla="*/ 81 w 329"/>
                <a:gd name="T55" fmla="*/ 45 h 267"/>
                <a:gd name="T56" fmla="*/ 53 w 329"/>
                <a:gd name="T57" fmla="*/ 56 h 267"/>
                <a:gd name="T58" fmla="*/ 94 w 329"/>
                <a:gd name="T59" fmla="*/ 72 h 267"/>
                <a:gd name="T60" fmla="*/ 94 w 329"/>
                <a:gd name="T61" fmla="*/ 50 h 267"/>
                <a:gd name="T62" fmla="*/ 224 w 329"/>
                <a:gd name="T63" fmla="*/ 126 h 267"/>
                <a:gd name="T64" fmla="*/ 186 w 329"/>
                <a:gd name="T65" fmla="*/ 162 h 267"/>
                <a:gd name="T66" fmla="*/ 173 w 329"/>
                <a:gd name="T67" fmla="*/ 200 h 267"/>
                <a:gd name="T68" fmla="*/ 127 w 329"/>
                <a:gd name="T69" fmla="*/ 170 h 267"/>
                <a:gd name="T70" fmla="*/ 155 w 329"/>
                <a:gd name="T71" fmla="*/ 221 h 267"/>
                <a:gd name="T72" fmla="*/ 182 w 329"/>
                <a:gd name="T73" fmla="*/ 229 h 267"/>
                <a:gd name="T74" fmla="*/ 221 w 329"/>
                <a:gd name="T75" fmla="*/ 233 h 267"/>
                <a:gd name="T76" fmla="*/ 288 w 329"/>
                <a:gd name="T77" fmla="*/ 127 h 267"/>
                <a:gd name="T78" fmla="*/ 146 w 329"/>
                <a:gd name="T79" fmla="*/ 115 h 267"/>
                <a:gd name="T80" fmla="*/ 203 w 329"/>
                <a:gd name="T81" fmla="*/ 20 h 267"/>
                <a:gd name="T82" fmla="*/ 21 w 329"/>
                <a:gd name="T83" fmla="*/ 20 h 267"/>
                <a:gd name="T84" fmla="*/ 21 w 329"/>
                <a:gd name="T85" fmla="*/ 141 h 267"/>
                <a:gd name="T86" fmla="*/ 210 w 329"/>
                <a:gd name="T87" fmla="*/ 108 h 267"/>
                <a:gd name="T88" fmla="*/ 148 w 329"/>
                <a:gd name="T89" fmla="*/ 148 h 267"/>
                <a:gd name="T90" fmla="*/ 171 w 329"/>
                <a:gd name="T91" fmla="*/ 174 h 267"/>
                <a:gd name="T92" fmla="*/ 188 w 329"/>
                <a:gd name="T93" fmla="*/ 148 h 267"/>
                <a:gd name="T94" fmla="*/ 210 w 329"/>
                <a:gd name="T95" fmla="*/ 108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9" h="267">
                  <a:moveTo>
                    <a:pt x="36" y="0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98" y="0"/>
                    <a:pt x="207" y="4"/>
                    <a:pt x="214" y="10"/>
                  </a:cubicBezTo>
                  <a:cubicBezTo>
                    <a:pt x="220" y="17"/>
                    <a:pt x="224" y="26"/>
                    <a:pt x="224" y="36"/>
                  </a:cubicBezTo>
                  <a:cubicBezTo>
                    <a:pt x="224" y="93"/>
                    <a:pt x="224" y="93"/>
                    <a:pt x="224" y="93"/>
                  </a:cubicBezTo>
                  <a:cubicBezTo>
                    <a:pt x="252" y="94"/>
                    <a:pt x="278" y="102"/>
                    <a:pt x="297" y="115"/>
                  </a:cubicBezTo>
                  <a:cubicBezTo>
                    <a:pt x="317" y="129"/>
                    <a:pt x="329" y="148"/>
                    <a:pt x="329" y="170"/>
                  </a:cubicBezTo>
                  <a:cubicBezTo>
                    <a:pt x="329" y="192"/>
                    <a:pt x="317" y="211"/>
                    <a:pt x="297" y="225"/>
                  </a:cubicBezTo>
                  <a:cubicBezTo>
                    <a:pt x="277" y="239"/>
                    <a:pt x="251" y="247"/>
                    <a:pt x="221" y="247"/>
                  </a:cubicBezTo>
                  <a:cubicBezTo>
                    <a:pt x="215" y="247"/>
                    <a:pt x="208" y="247"/>
                    <a:pt x="202" y="246"/>
                  </a:cubicBezTo>
                  <a:cubicBezTo>
                    <a:pt x="196" y="245"/>
                    <a:pt x="191" y="244"/>
                    <a:pt x="186" y="243"/>
                  </a:cubicBezTo>
                  <a:cubicBezTo>
                    <a:pt x="137" y="265"/>
                    <a:pt x="137" y="265"/>
                    <a:pt x="137" y="265"/>
                  </a:cubicBezTo>
                  <a:cubicBezTo>
                    <a:pt x="134" y="267"/>
                    <a:pt x="130" y="265"/>
                    <a:pt x="128" y="261"/>
                  </a:cubicBezTo>
                  <a:cubicBezTo>
                    <a:pt x="127" y="260"/>
                    <a:pt x="127" y="258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40" y="221"/>
                    <a:pt x="140" y="221"/>
                    <a:pt x="140" y="221"/>
                  </a:cubicBezTo>
                  <a:cubicBezTo>
                    <a:pt x="132" y="215"/>
                    <a:pt x="126" y="207"/>
                    <a:pt x="121" y="200"/>
                  </a:cubicBezTo>
                  <a:cubicBezTo>
                    <a:pt x="116" y="191"/>
                    <a:pt x="113" y="181"/>
                    <a:pt x="113" y="170"/>
                  </a:cubicBezTo>
                  <a:cubicBezTo>
                    <a:pt x="113" y="167"/>
                    <a:pt x="113" y="165"/>
                    <a:pt x="113" y="162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26" y="162"/>
                    <a:pt x="17" y="158"/>
                    <a:pt x="11" y="151"/>
                  </a:cubicBezTo>
                  <a:cubicBezTo>
                    <a:pt x="4" y="145"/>
                    <a:pt x="0" y="136"/>
                    <a:pt x="0" y="12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26"/>
                    <a:pt x="4" y="17"/>
                    <a:pt x="11" y="10"/>
                  </a:cubicBezTo>
                  <a:cubicBezTo>
                    <a:pt x="17" y="4"/>
                    <a:pt x="26" y="0"/>
                    <a:pt x="36" y="0"/>
                  </a:cubicBezTo>
                  <a:close/>
                  <a:moveTo>
                    <a:pt x="227" y="187"/>
                  </a:moveTo>
                  <a:cubicBezTo>
                    <a:pt x="227" y="195"/>
                    <a:pt x="227" y="195"/>
                    <a:pt x="227" y="195"/>
                  </a:cubicBezTo>
                  <a:cubicBezTo>
                    <a:pt x="292" y="195"/>
                    <a:pt x="292" y="195"/>
                    <a:pt x="292" y="195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27" y="187"/>
                    <a:pt x="227" y="187"/>
                    <a:pt x="227" y="187"/>
                  </a:cubicBezTo>
                  <a:close/>
                  <a:moveTo>
                    <a:pt x="227" y="168"/>
                  </a:moveTo>
                  <a:cubicBezTo>
                    <a:pt x="227" y="176"/>
                    <a:pt x="227" y="176"/>
                    <a:pt x="227" y="176"/>
                  </a:cubicBezTo>
                  <a:cubicBezTo>
                    <a:pt x="292" y="176"/>
                    <a:pt x="292" y="176"/>
                    <a:pt x="292" y="176"/>
                  </a:cubicBezTo>
                  <a:cubicBezTo>
                    <a:pt x="292" y="168"/>
                    <a:pt x="292" y="168"/>
                    <a:pt x="292" y="168"/>
                  </a:cubicBezTo>
                  <a:cubicBezTo>
                    <a:pt x="227" y="168"/>
                    <a:pt x="227" y="168"/>
                    <a:pt x="227" y="168"/>
                  </a:cubicBezTo>
                  <a:close/>
                  <a:moveTo>
                    <a:pt x="227" y="149"/>
                  </a:moveTo>
                  <a:cubicBezTo>
                    <a:pt x="227" y="157"/>
                    <a:pt x="227" y="157"/>
                    <a:pt x="227" y="157"/>
                  </a:cubicBezTo>
                  <a:cubicBezTo>
                    <a:pt x="292" y="157"/>
                    <a:pt x="292" y="157"/>
                    <a:pt x="292" y="157"/>
                  </a:cubicBezTo>
                  <a:cubicBezTo>
                    <a:pt x="292" y="149"/>
                    <a:pt x="292" y="149"/>
                    <a:pt x="292" y="149"/>
                  </a:cubicBezTo>
                  <a:cubicBezTo>
                    <a:pt x="227" y="149"/>
                    <a:pt x="227" y="149"/>
                    <a:pt x="227" y="149"/>
                  </a:cubicBezTo>
                  <a:close/>
                  <a:moveTo>
                    <a:pt x="126" y="77"/>
                  </a:moveTo>
                  <a:cubicBezTo>
                    <a:pt x="126" y="86"/>
                    <a:pt x="126" y="86"/>
                    <a:pt x="126" y="86"/>
                  </a:cubicBezTo>
                  <a:cubicBezTo>
                    <a:pt x="192" y="86"/>
                    <a:pt x="192" y="86"/>
                    <a:pt x="192" y="86"/>
                  </a:cubicBezTo>
                  <a:cubicBezTo>
                    <a:pt x="192" y="77"/>
                    <a:pt x="192" y="77"/>
                    <a:pt x="192" y="77"/>
                  </a:cubicBezTo>
                  <a:cubicBezTo>
                    <a:pt x="126" y="77"/>
                    <a:pt x="126" y="77"/>
                    <a:pt x="126" y="77"/>
                  </a:cubicBezTo>
                  <a:close/>
                  <a:moveTo>
                    <a:pt x="126" y="58"/>
                  </a:moveTo>
                  <a:cubicBezTo>
                    <a:pt x="126" y="67"/>
                    <a:pt x="126" y="67"/>
                    <a:pt x="126" y="67"/>
                  </a:cubicBezTo>
                  <a:cubicBezTo>
                    <a:pt x="192" y="67"/>
                    <a:pt x="192" y="67"/>
                    <a:pt x="192" y="67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26" y="58"/>
                    <a:pt x="126" y="58"/>
                    <a:pt x="126" y="58"/>
                  </a:cubicBezTo>
                  <a:close/>
                  <a:moveTo>
                    <a:pt x="126" y="39"/>
                  </a:moveTo>
                  <a:cubicBezTo>
                    <a:pt x="126" y="48"/>
                    <a:pt x="126" y="48"/>
                    <a:pt x="126" y="48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2" y="39"/>
                    <a:pt x="192" y="39"/>
                    <a:pt x="192" y="39"/>
                  </a:cubicBezTo>
                  <a:cubicBezTo>
                    <a:pt x="126" y="39"/>
                    <a:pt x="126" y="39"/>
                    <a:pt x="126" y="39"/>
                  </a:cubicBezTo>
                  <a:close/>
                  <a:moveTo>
                    <a:pt x="77" y="28"/>
                  </a:moveTo>
                  <a:cubicBezTo>
                    <a:pt x="70" y="28"/>
                    <a:pt x="63" y="31"/>
                    <a:pt x="58" y="36"/>
                  </a:cubicBezTo>
                  <a:cubicBezTo>
                    <a:pt x="53" y="41"/>
                    <a:pt x="50" y="48"/>
                    <a:pt x="50" y="56"/>
                  </a:cubicBezTo>
                  <a:cubicBezTo>
                    <a:pt x="50" y="63"/>
                    <a:pt x="53" y="70"/>
                    <a:pt x="58" y="75"/>
                  </a:cubicBezTo>
                  <a:cubicBezTo>
                    <a:pt x="63" y="80"/>
                    <a:pt x="70" y="83"/>
                    <a:pt x="77" y="83"/>
                  </a:cubicBezTo>
                  <a:cubicBezTo>
                    <a:pt x="85" y="83"/>
                    <a:pt x="92" y="80"/>
                    <a:pt x="96" y="75"/>
                  </a:cubicBezTo>
                  <a:cubicBezTo>
                    <a:pt x="101" y="70"/>
                    <a:pt x="104" y="63"/>
                    <a:pt x="104" y="56"/>
                  </a:cubicBezTo>
                  <a:cubicBezTo>
                    <a:pt x="104" y="48"/>
                    <a:pt x="101" y="41"/>
                    <a:pt x="96" y="36"/>
                  </a:cubicBezTo>
                  <a:cubicBezTo>
                    <a:pt x="92" y="31"/>
                    <a:pt x="85" y="28"/>
                    <a:pt x="77" y="28"/>
                  </a:cubicBezTo>
                  <a:close/>
                  <a:moveTo>
                    <a:pt x="76" y="95"/>
                  </a:moveTo>
                  <a:cubicBezTo>
                    <a:pt x="70" y="124"/>
                    <a:pt x="70" y="124"/>
                    <a:pt x="70" y="124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83" y="124"/>
                    <a:pt x="83" y="124"/>
                    <a:pt x="83" y="124"/>
                  </a:cubicBezTo>
                  <a:cubicBezTo>
                    <a:pt x="77" y="95"/>
                    <a:pt x="77" y="95"/>
                    <a:pt x="77" y="95"/>
                  </a:cubicBezTo>
                  <a:cubicBezTo>
                    <a:pt x="80" y="94"/>
                    <a:pt x="80" y="94"/>
                    <a:pt x="80" y="94"/>
                  </a:cubicBezTo>
                  <a:cubicBezTo>
                    <a:pt x="77" y="91"/>
                    <a:pt x="77" y="91"/>
                    <a:pt x="77" y="91"/>
                  </a:cubicBezTo>
                  <a:cubicBezTo>
                    <a:pt x="73" y="94"/>
                    <a:pt x="73" y="94"/>
                    <a:pt x="73" y="94"/>
                  </a:cubicBezTo>
                  <a:cubicBezTo>
                    <a:pt x="76" y="95"/>
                    <a:pt x="76" y="95"/>
                    <a:pt x="76" y="95"/>
                  </a:cubicBezTo>
                  <a:close/>
                  <a:moveTo>
                    <a:pt x="88" y="85"/>
                  </a:moveTo>
                  <a:cubicBezTo>
                    <a:pt x="81" y="93"/>
                    <a:pt x="81" y="93"/>
                    <a:pt x="81" y="93"/>
                  </a:cubicBezTo>
                  <a:cubicBezTo>
                    <a:pt x="88" y="124"/>
                    <a:pt x="88" y="124"/>
                    <a:pt x="88" y="124"/>
                  </a:cubicBezTo>
                  <a:cubicBezTo>
                    <a:pt x="116" y="124"/>
                    <a:pt x="116" y="124"/>
                    <a:pt x="116" y="124"/>
                  </a:cubicBezTo>
                  <a:cubicBezTo>
                    <a:pt x="115" y="106"/>
                    <a:pt x="104" y="90"/>
                    <a:pt x="88" y="85"/>
                  </a:cubicBezTo>
                  <a:close/>
                  <a:moveTo>
                    <a:pt x="66" y="124"/>
                  </a:moveTo>
                  <a:cubicBezTo>
                    <a:pt x="72" y="93"/>
                    <a:pt x="72" y="93"/>
                    <a:pt x="72" y="93"/>
                  </a:cubicBezTo>
                  <a:cubicBezTo>
                    <a:pt x="65" y="85"/>
                    <a:pt x="65" y="85"/>
                    <a:pt x="65" y="85"/>
                  </a:cubicBezTo>
                  <a:cubicBezTo>
                    <a:pt x="50" y="90"/>
                    <a:pt x="38" y="106"/>
                    <a:pt x="38" y="124"/>
                  </a:cubicBezTo>
                  <a:cubicBezTo>
                    <a:pt x="66" y="124"/>
                    <a:pt x="66" y="124"/>
                    <a:pt x="66" y="124"/>
                  </a:cubicBezTo>
                  <a:close/>
                  <a:moveTo>
                    <a:pt x="81" y="45"/>
                  </a:moveTo>
                  <a:cubicBezTo>
                    <a:pt x="80" y="46"/>
                    <a:pt x="80" y="46"/>
                    <a:pt x="79" y="46"/>
                  </a:cubicBezTo>
                  <a:cubicBezTo>
                    <a:pt x="70" y="51"/>
                    <a:pt x="59" y="51"/>
                    <a:pt x="54" y="51"/>
                  </a:cubicBezTo>
                  <a:cubicBezTo>
                    <a:pt x="54" y="53"/>
                    <a:pt x="53" y="54"/>
                    <a:pt x="53" y="56"/>
                  </a:cubicBezTo>
                  <a:cubicBezTo>
                    <a:pt x="53" y="62"/>
                    <a:pt x="56" y="68"/>
                    <a:pt x="60" y="72"/>
                  </a:cubicBezTo>
                  <a:cubicBezTo>
                    <a:pt x="65" y="77"/>
                    <a:pt x="71" y="79"/>
                    <a:pt x="77" y="79"/>
                  </a:cubicBezTo>
                  <a:cubicBezTo>
                    <a:pt x="84" y="79"/>
                    <a:pt x="90" y="77"/>
                    <a:pt x="94" y="72"/>
                  </a:cubicBezTo>
                  <a:cubicBezTo>
                    <a:pt x="98" y="68"/>
                    <a:pt x="101" y="62"/>
                    <a:pt x="101" y="56"/>
                  </a:cubicBezTo>
                  <a:cubicBezTo>
                    <a:pt x="101" y="54"/>
                    <a:pt x="101" y="52"/>
                    <a:pt x="100" y="51"/>
                  </a:cubicBezTo>
                  <a:cubicBezTo>
                    <a:pt x="98" y="51"/>
                    <a:pt x="96" y="51"/>
                    <a:pt x="94" y="50"/>
                  </a:cubicBezTo>
                  <a:cubicBezTo>
                    <a:pt x="89" y="49"/>
                    <a:pt x="85" y="48"/>
                    <a:pt x="81" y="45"/>
                  </a:cubicBezTo>
                  <a:close/>
                  <a:moveTo>
                    <a:pt x="224" y="107"/>
                  </a:moveTo>
                  <a:cubicBezTo>
                    <a:pt x="224" y="126"/>
                    <a:pt x="224" y="126"/>
                    <a:pt x="224" y="126"/>
                  </a:cubicBezTo>
                  <a:cubicBezTo>
                    <a:pt x="224" y="136"/>
                    <a:pt x="220" y="145"/>
                    <a:pt x="214" y="151"/>
                  </a:cubicBezTo>
                  <a:cubicBezTo>
                    <a:pt x="207" y="158"/>
                    <a:pt x="198" y="162"/>
                    <a:pt x="188" y="162"/>
                  </a:cubicBezTo>
                  <a:cubicBezTo>
                    <a:pt x="186" y="162"/>
                    <a:pt x="186" y="162"/>
                    <a:pt x="186" y="162"/>
                  </a:cubicBezTo>
                  <a:cubicBezTo>
                    <a:pt x="186" y="196"/>
                    <a:pt x="186" y="196"/>
                    <a:pt x="186" y="196"/>
                  </a:cubicBezTo>
                  <a:cubicBezTo>
                    <a:pt x="186" y="200"/>
                    <a:pt x="183" y="203"/>
                    <a:pt x="179" y="203"/>
                  </a:cubicBezTo>
                  <a:cubicBezTo>
                    <a:pt x="176" y="203"/>
                    <a:pt x="174" y="202"/>
                    <a:pt x="173" y="200"/>
                  </a:cubicBezTo>
                  <a:cubicBezTo>
                    <a:pt x="144" y="162"/>
                    <a:pt x="144" y="162"/>
                    <a:pt x="144" y="162"/>
                  </a:cubicBezTo>
                  <a:cubicBezTo>
                    <a:pt x="128" y="162"/>
                    <a:pt x="128" y="162"/>
                    <a:pt x="128" y="162"/>
                  </a:cubicBezTo>
                  <a:cubicBezTo>
                    <a:pt x="128" y="165"/>
                    <a:pt x="127" y="167"/>
                    <a:pt x="127" y="170"/>
                  </a:cubicBezTo>
                  <a:cubicBezTo>
                    <a:pt x="127" y="178"/>
                    <a:pt x="130" y="185"/>
                    <a:pt x="134" y="192"/>
                  </a:cubicBezTo>
                  <a:cubicBezTo>
                    <a:pt x="138" y="200"/>
                    <a:pt x="144" y="206"/>
                    <a:pt x="152" y="212"/>
                  </a:cubicBezTo>
                  <a:cubicBezTo>
                    <a:pt x="155" y="214"/>
                    <a:pt x="156" y="217"/>
                    <a:pt x="155" y="221"/>
                  </a:cubicBezTo>
                  <a:cubicBezTo>
                    <a:pt x="147" y="245"/>
                    <a:pt x="147" y="245"/>
                    <a:pt x="147" y="245"/>
                  </a:cubicBezTo>
                  <a:cubicBezTo>
                    <a:pt x="182" y="229"/>
                    <a:pt x="182" y="229"/>
                    <a:pt x="182" y="229"/>
                  </a:cubicBezTo>
                  <a:cubicBezTo>
                    <a:pt x="182" y="229"/>
                    <a:pt x="182" y="229"/>
                    <a:pt x="182" y="229"/>
                  </a:cubicBezTo>
                  <a:cubicBezTo>
                    <a:pt x="183" y="228"/>
                    <a:pt x="185" y="228"/>
                    <a:pt x="187" y="228"/>
                  </a:cubicBezTo>
                  <a:cubicBezTo>
                    <a:pt x="192" y="230"/>
                    <a:pt x="198" y="231"/>
                    <a:pt x="204" y="232"/>
                  </a:cubicBezTo>
                  <a:cubicBezTo>
                    <a:pt x="209" y="232"/>
                    <a:pt x="215" y="233"/>
                    <a:pt x="221" y="233"/>
                  </a:cubicBezTo>
                  <a:cubicBezTo>
                    <a:pt x="248" y="233"/>
                    <a:pt x="271" y="225"/>
                    <a:pt x="288" y="214"/>
                  </a:cubicBezTo>
                  <a:cubicBezTo>
                    <a:pt x="305" y="202"/>
                    <a:pt x="315" y="187"/>
                    <a:pt x="315" y="170"/>
                  </a:cubicBezTo>
                  <a:cubicBezTo>
                    <a:pt x="315" y="153"/>
                    <a:pt x="305" y="138"/>
                    <a:pt x="288" y="127"/>
                  </a:cubicBezTo>
                  <a:cubicBezTo>
                    <a:pt x="272" y="115"/>
                    <a:pt x="249" y="108"/>
                    <a:pt x="224" y="107"/>
                  </a:cubicBezTo>
                  <a:close/>
                  <a:moveTo>
                    <a:pt x="118" y="148"/>
                  </a:moveTo>
                  <a:cubicBezTo>
                    <a:pt x="123" y="135"/>
                    <a:pt x="133" y="124"/>
                    <a:pt x="146" y="115"/>
                  </a:cubicBezTo>
                  <a:cubicBezTo>
                    <a:pt x="162" y="103"/>
                    <a:pt x="185" y="95"/>
                    <a:pt x="210" y="93"/>
                  </a:cubicBezTo>
                  <a:cubicBezTo>
                    <a:pt x="210" y="36"/>
                    <a:pt x="210" y="36"/>
                    <a:pt x="210" y="36"/>
                  </a:cubicBezTo>
                  <a:cubicBezTo>
                    <a:pt x="210" y="30"/>
                    <a:pt x="207" y="24"/>
                    <a:pt x="203" y="20"/>
                  </a:cubicBezTo>
                  <a:cubicBezTo>
                    <a:pt x="200" y="17"/>
                    <a:pt x="194" y="14"/>
                    <a:pt x="188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0" y="14"/>
                    <a:pt x="25" y="17"/>
                    <a:pt x="21" y="20"/>
                  </a:cubicBezTo>
                  <a:cubicBezTo>
                    <a:pt x="17" y="24"/>
                    <a:pt x="15" y="30"/>
                    <a:pt x="15" y="3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5" y="132"/>
                    <a:pt x="17" y="137"/>
                    <a:pt x="21" y="141"/>
                  </a:cubicBezTo>
                  <a:cubicBezTo>
                    <a:pt x="25" y="145"/>
                    <a:pt x="30" y="148"/>
                    <a:pt x="36" y="148"/>
                  </a:cubicBezTo>
                  <a:cubicBezTo>
                    <a:pt x="118" y="148"/>
                    <a:pt x="118" y="148"/>
                    <a:pt x="118" y="148"/>
                  </a:cubicBezTo>
                  <a:close/>
                  <a:moveTo>
                    <a:pt x="210" y="108"/>
                  </a:moveTo>
                  <a:cubicBezTo>
                    <a:pt x="188" y="110"/>
                    <a:pt x="168" y="116"/>
                    <a:pt x="154" y="127"/>
                  </a:cubicBezTo>
                  <a:cubicBezTo>
                    <a:pt x="145" y="133"/>
                    <a:pt x="138" y="140"/>
                    <a:pt x="134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50" y="148"/>
                    <a:pt x="152" y="149"/>
                    <a:pt x="154" y="150"/>
                  </a:cubicBezTo>
                  <a:cubicBezTo>
                    <a:pt x="171" y="174"/>
                    <a:pt x="171" y="174"/>
                    <a:pt x="171" y="174"/>
                  </a:cubicBezTo>
                  <a:cubicBezTo>
                    <a:pt x="171" y="155"/>
                    <a:pt x="171" y="155"/>
                    <a:pt x="171" y="155"/>
                  </a:cubicBezTo>
                  <a:cubicBezTo>
                    <a:pt x="171" y="151"/>
                    <a:pt x="175" y="148"/>
                    <a:pt x="179" y="148"/>
                  </a:cubicBezTo>
                  <a:cubicBezTo>
                    <a:pt x="188" y="148"/>
                    <a:pt x="188" y="148"/>
                    <a:pt x="188" y="148"/>
                  </a:cubicBezTo>
                  <a:cubicBezTo>
                    <a:pt x="194" y="148"/>
                    <a:pt x="200" y="145"/>
                    <a:pt x="203" y="141"/>
                  </a:cubicBezTo>
                  <a:cubicBezTo>
                    <a:pt x="207" y="137"/>
                    <a:pt x="210" y="132"/>
                    <a:pt x="210" y="126"/>
                  </a:cubicBezTo>
                  <a:lnTo>
                    <a:pt x="210" y="10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875793" y="3861489"/>
            <a:ext cx="1716475" cy="1440160"/>
            <a:chOff x="4279059" y="2560170"/>
            <a:chExt cx="1716475" cy="1440160"/>
          </a:xfrm>
        </p:grpSpPr>
        <p:sp>
          <p:nvSpPr>
            <p:cNvPr id="21" name="椭圆 14"/>
            <p:cNvSpPr/>
            <p:nvPr/>
          </p:nvSpPr>
          <p:spPr>
            <a:xfrm rot="10800000">
              <a:off x="4279059" y="2560170"/>
              <a:ext cx="1716475" cy="1440160"/>
            </a:xfrm>
            <a:custGeom>
              <a:avLst/>
              <a:gdLst/>
              <a:ahLst/>
              <a:cxnLst/>
              <a:rect l="l" t="t" r="r" b="b"/>
              <a:pathLst>
                <a:path w="1716475" h="1440160">
                  <a:moveTo>
                    <a:pt x="1440160" y="0"/>
                  </a:moveTo>
                  <a:lnTo>
                    <a:pt x="1440160" y="756944"/>
                  </a:lnTo>
                  <a:cubicBezTo>
                    <a:pt x="1468984" y="728558"/>
                    <a:pt x="1508646" y="711534"/>
                    <a:pt x="1552284" y="711534"/>
                  </a:cubicBezTo>
                  <a:cubicBezTo>
                    <a:pt x="1642964" y="711534"/>
                    <a:pt x="1716475" y="785045"/>
                    <a:pt x="1716475" y="875725"/>
                  </a:cubicBezTo>
                  <a:cubicBezTo>
                    <a:pt x="1716475" y="966405"/>
                    <a:pt x="1642964" y="1039916"/>
                    <a:pt x="1552284" y="1039916"/>
                  </a:cubicBezTo>
                  <a:cubicBezTo>
                    <a:pt x="1508646" y="1039916"/>
                    <a:pt x="1468984" y="1022892"/>
                    <a:pt x="1440160" y="994507"/>
                  </a:cubicBezTo>
                  <a:lnTo>
                    <a:pt x="1440160" y="1440160"/>
                  </a:lnTo>
                  <a:lnTo>
                    <a:pt x="988891" y="1440160"/>
                  </a:lnTo>
                  <a:cubicBezTo>
                    <a:pt x="1025848" y="1411628"/>
                    <a:pt x="1048462" y="1366614"/>
                    <a:pt x="1048462" y="1316319"/>
                  </a:cubicBezTo>
                  <a:cubicBezTo>
                    <a:pt x="1048462" y="1225639"/>
                    <a:pt x="974951" y="1152128"/>
                    <a:pt x="884271" y="1152128"/>
                  </a:cubicBezTo>
                  <a:cubicBezTo>
                    <a:pt x="793591" y="1152128"/>
                    <a:pt x="720080" y="1225639"/>
                    <a:pt x="720080" y="1316319"/>
                  </a:cubicBezTo>
                  <a:cubicBezTo>
                    <a:pt x="720080" y="1366614"/>
                    <a:pt x="742695" y="1411628"/>
                    <a:pt x="779651" y="1440160"/>
                  </a:cubicBezTo>
                  <a:lnTo>
                    <a:pt x="0" y="1440160"/>
                  </a:lnTo>
                  <a:cubicBezTo>
                    <a:pt x="0" y="644782"/>
                    <a:pt x="644782" y="0"/>
                    <a:pt x="1440160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4848315" y="2911753"/>
              <a:ext cx="674520" cy="583200"/>
              <a:chOff x="6314863" y="2442054"/>
              <a:chExt cx="674520" cy="583200"/>
            </a:xfrm>
          </p:grpSpPr>
          <p:sp>
            <p:nvSpPr>
              <p:cNvPr id="23" name="Freeform 52"/>
              <p:cNvSpPr>
                <a:spLocks noEditPoints="1"/>
              </p:cNvSpPr>
              <p:nvPr/>
            </p:nvSpPr>
            <p:spPr bwMode="auto">
              <a:xfrm>
                <a:off x="6430051" y="2690070"/>
                <a:ext cx="456598" cy="250091"/>
              </a:xfrm>
              <a:custGeom>
                <a:avLst/>
                <a:gdLst>
                  <a:gd name="T0" fmla="*/ 148 w 186"/>
                  <a:gd name="T1" fmla="*/ 81 h 102"/>
                  <a:gd name="T2" fmla="*/ 92 w 186"/>
                  <a:gd name="T3" fmla="*/ 88 h 102"/>
                  <a:gd name="T4" fmla="*/ 92 w 186"/>
                  <a:gd name="T5" fmla="*/ 64 h 102"/>
                  <a:gd name="T6" fmla="*/ 148 w 186"/>
                  <a:gd name="T7" fmla="*/ 71 h 102"/>
                  <a:gd name="T8" fmla="*/ 92 w 186"/>
                  <a:gd name="T9" fmla="*/ 64 h 102"/>
                  <a:gd name="T10" fmla="*/ 186 w 186"/>
                  <a:gd name="T11" fmla="*/ 44 h 102"/>
                  <a:gd name="T12" fmla="*/ 92 w 186"/>
                  <a:gd name="T13" fmla="*/ 51 h 102"/>
                  <a:gd name="T14" fmla="*/ 92 w 186"/>
                  <a:gd name="T15" fmla="*/ 25 h 102"/>
                  <a:gd name="T16" fmla="*/ 186 w 186"/>
                  <a:gd name="T17" fmla="*/ 32 h 102"/>
                  <a:gd name="T18" fmla="*/ 92 w 186"/>
                  <a:gd name="T19" fmla="*/ 25 h 102"/>
                  <a:gd name="T20" fmla="*/ 186 w 186"/>
                  <a:gd name="T21" fmla="*/ 6 h 102"/>
                  <a:gd name="T22" fmla="*/ 92 w 186"/>
                  <a:gd name="T23" fmla="*/ 13 h 102"/>
                  <a:gd name="T24" fmla="*/ 28 w 186"/>
                  <a:gd name="T25" fmla="*/ 3 h 102"/>
                  <a:gd name="T26" fmla="*/ 26 w 186"/>
                  <a:gd name="T27" fmla="*/ 4 h 102"/>
                  <a:gd name="T28" fmla="*/ 25 w 186"/>
                  <a:gd name="T29" fmla="*/ 4 h 102"/>
                  <a:gd name="T30" fmla="*/ 24 w 186"/>
                  <a:gd name="T31" fmla="*/ 5 h 102"/>
                  <a:gd name="T32" fmla="*/ 24 w 186"/>
                  <a:gd name="T33" fmla="*/ 5 h 102"/>
                  <a:gd name="T34" fmla="*/ 23 w 186"/>
                  <a:gd name="T35" fmla="*/ 6 h 102"/>
                  <a:gd name="T36" fmla="*/ 23 w 186"/>
                  <a:gd name="T37" fmla="*/ 6 h 102"/>
                  <a:gd name="T38" fmla="*/ 22 w 186"/>
                  <a:gd name="T39" fmla="*/ 6 h 102"/>
                  <a:gd name="T40" fmla="*/ 21 w 186"/>
                  <a:gd name="T41" fmla="*/ 7 h 102"/>
                  <a:gd name="T42" fmla="*/ 21 w 186"/>
                  <a:gd name="T43" fmla="*/ 7 h 102"/>
                  <a:gd name="T44" fmla="*/ 20 w 186"/>
                  <a:gd name="T45" fmla="*/ 8 h 102"/>
                  <a:gd name="T46" fmla="*/ 20 w 186"/>
                  <a:gd name="T47" fmla="*/ 8 h 102"/>
                  <a:gd name="T48" fmla="*/ 19 w 186"/>
                  <a:gd name="T49" fmla="*/ 8 h 102"/>
                  <a:gd name="T50" fmla="*/ 19 w 186"/>
                  <a:gd name="T51" fmla="*/ 9 h 102"/>
                  <a:gd name="T52" fmla="*/ 18 w 186"/>
                  <a:gd name="T53" fmla="*/ 9 h 102"/>
                  <a:gd name="T54" fmla="*/ 18 w 186"/>
                  <a:gd name="T55" fmla="*/ 10 h 102"/>
                  <a:gd name="T56" fmla="*/ 18 w 186"/>
                  <a:gd name="T57" fmla="*/ 10 h 102"/>
                  <a:gd name="T58" fmla="*/ 8 w 186"/>
                  <a:gd name="T59" fmla="*/ 28 h 102"/>
                  <a:gd name="T60" fmla="*/ 2 w 186"/>
                  <a:gd name="T61" fmla="*/ 61 h 102"/>
                  <a:gd name="T62" fmla="*/ 40 w 186"/>
                  <a:gd name="T63" fmla="*/ 1 h 102"/>
                  <a:gd name="T64" fmla="*/ 16 w 186"/>
                  <a:gd name="T65" fmla="*/ 30 h 102"/>
                  <a:gd name="T66" fmla="*/ 42 w 186"/>
                  <a:gd name="T67" fmla="*/ 16 h 102"/>
                  <a:gd name="T68" fmla="*/ 45 w 186"/>
                  <a:gd name="T69" fmla="*/ 30 h 102"/>
                  <a:gd name="T70" fmla="*/ 49 w 186"/>
                  <a:gd name="T71" fmla="*/ 30 h 102"/>
                  <a:gd name="T72" fmla="*/ 64 w 186"/>
                  <a:gd name="T73" fmla="*/ 33 h 102"/>
                  <a:gd name="T74" fmla="*/ 15 w 186"/>
                  <a:gd name="T75" fmla="*/ 33 h 102"/>
                  <a:gd name="T76" fmla="*/ 16 w 186"/>
                  <a:gd name="T77" fmla="*/ 30 h 102"/>
                  <a:gd name="T78" fmla="*/ 53 w 186"/>
                  <a:gd name="T79" fmla="*/ 38 h 102"/>
                  <a:gd name="T80" fmla="*/ 46 w 186"/>
                  <a:gd name="T81" fmla="*/ 38 h 102"/>
                  <a:gd name="T82" fmla="*/ 29 w 186"/>
                  <a:gd name="T83" fmla="*/ 35 h 102"/>
                  <a:gd name="T84" fmla="*/ 29 w 186"/>
                  <a:gd name="T85" fmla="*/ 42 h 102"/>
                  <a:gd name="T86" fmla="*/ 29 w 186"/>
                  <a:gd name="T87" fmla="*/ 35 h 102"/>
                  <a:gd name="T88" fmla="*/ 0 w 186"/>
                  <a:gd name="T89" fmla="*/ 102 h 102"/>
                  <a:gd name="T90" fmla="*/ 28 w 186"/>
                  <a:gd name="T91" fmla="*/ 96 h 102"/>
                  <a:gd name="T92" fmla="*/ 79 w 186"/>
                  <a:gd name="T93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86" h="102">
                    <a:moveTo>
                      <a:pt x="92" y="81"/>
                    </a:moveTo>
                    <a:cubicBezTo>
                      <a:pt x="148" y="81"/>
                      <a:pt x="148" y="81"/>
                      <a:pt x="148" y="81"/>
                    </a:cubicBezTo>
                    <a:cubicBezTo>
                      <a:pt x="148" y="88"/>
                      <a:pt x="148" y="88"/>
                      <a:pt x="148" y="88"/>
                    </a:cubicBezTo>
                    <a:cubicBezTo>
                      <a:pt x="92" y="88"/>
                      <a:pt x="92" y="88"/>
                      <a:pt x="92" y="88"/>
                    </a:cubicBezTo>
                    <a:cubicBezTo>
                      <a:pt x="92" y="81"/>
                      <a:pt x="92" y="81"/>
                      <a:pt x="92" y="81"/>
                    </a:cubicBezTo>
                    <a:close/>
                    <a:moveTo>
                      <a:pt x="92" y="64"/>
                    </a:moveTo>
                    <a:cubicBezTo>
                      <a:pt x="148" y="64"/>
                      <a:pt x="148" y="64"/>
                      <a:pt x="148" y="64"/>
                    </a:cubicBezTo>
                    <a:cubicBezTo>
                      <a:pt x="148" y="71"/>
                      <a:pt x="148" y="71"/>
                      <a:pt x="148" y="71"/>
                    </a:cubicBezTo>
                    <a:cubicBezTo>
                      <a:pt x="92" y="71"/>
                      <a:pt x="92" y="71"/>
                      <a:pt x="92" y="71"/>
                    </a:cubicBezTo>
                    <a:cubicBezTo>
                      <a:pt x="92" y="64"/>
                      <a:pt x="92" y="64"/>
                      <a:pt x="92" y="64"/>
                    </a:cubicBezTo>
                    <a:close/>
                    <a:moveTo>
                      <a:pt x="92" y="44"/>
                    </a:moveTo>
                    <a:cubicBezTo>
                      <a:pt x="186" y="44"/>
                      <a:pt x="186" y="44"/>
                      <a:pt x="186" y="44"/>
                    </a:cubicBezTo>
                    <a:cubicBezTo>
                      <a:pt x="186" y="51"/>
                      <a:pt x="186" y="51"/>
                      <a:pt x="186" y="51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2" y="44"/>
                      <a:pt x="92" y="44"/>
                      <a:pt x="92" y="44"/>
                    </a:cubicBezTo>
                    <a:close/>
                    <a:moveTo>
                      <a:pt x="92" y="25"/>
                    </a:moveTo>
                    <a:cubicBezTo>
                      <a:pt x="186" y="25"/>
                      <a:pt x="186" y="25"/>
                      <a:pt x="186" y="25"/>
                    </a:cubicBezTo>
                    <a:cubicBezTo>
                      <a:pt x="186" y="32"/>
                      <a:pt x="186" y="32"/>
                      <a:pt x="186" y="32"/>
                    </a:cubicBezTo>
                    <a:cubicBezTo>
                      <a:pt x="92" y="32"/>
                      <a:pt x="92" y="32"/>
                      <a:pt x="92" y="32"/>
                    </a:cubicBezTo>
                    <a:cubicBezTo>
                      <a:pt x="92" y="25"/>
                      <a:pt x="92" y="25"/>
                      <a:pt x="92" y="25"/>
                    </a:cubicBezTo>
                    <a:close/>
                    <a:moveTo>
                      <a:pt x="92" y="6"/>
                    </a:moveTo>
                    <a:cubicBezTo>
                      <a:pt x="186" y="6"/>
                      <a:pt x="186" y="6"/>
                      <a:pt x="186" y="6"/>
                    </a:cubicBezTo>
                    <a:cubicBezTo>
                      <a:pt x="186" y="13"/>
                      <a:pt x="186" y="13"/>
                      <a:pt x="186" y="13"/>
                    </a:cubicBezTo>
                    <a:cubicBezTo>
                      <a:pt x="92" y="13"/>
                      <a:pt x="92" y="13"/>
                      <a:pt x="92" y="13"/>
                    </a:cubicBezTo>
                    <a:cubicBezTo>
                      <a:pt x="92" y="6"/>
                      <a:pt x="92" y="6"/>
                      <a:pt x="92" y="6"/>
                    </a:cubicBezTo>
                    <a:close/>
                    <a:moveTo>
                      <a:pt x="28" y="3"/>
                    </a:moveTo>
                    <a:cubicBezTo>
                      <a:pt x="28" y="3"/>
                      <a:pt x="28" y="3"/>
                      <a:pt x="28" y="3"/>
                    </a:cubicBezTo>
                    <a:cubicBezTo>
                      <a:pt x="27" y="4"/>
                      <a:pt x="26" y="4"/>
                      <a:pt x="26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6" y="4"/>
                      <a:pt x="25" y="4"/>
                      <a:pt x="25" y="4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4" y="5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7"/>
                      <a:pt x="22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7"/>
                      <a:pt x="21" y="7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20" y="8"/>
                      <a:pt x="19" y="8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8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9"/>
                      <a:pt x="18" y="10"/>
                      <a:pt x="18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3" y="15"/>
                      <a:pt x="9" y="21"/>
                      <a:pt x="8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6" y="38"/>
                      <a:pt x="17" y="55"/>
                      <a:pt x="2" y="61"/>
                    </a:cubicBezTo>
                    <a:cubicBezTo>
                      <a:pt x="75" y="61"/>
                      <a:pt x="75" y="61"/>
                      <a:pt x="75" y="61"/>
                    </a:cubicBezTo>
                    <a:cubicBezTo>
                      <a:pt x="82" y="40"/>
                      <a:pt x="74" y="0"/>
                      <a:pt x="40" y="1"/>
                    </a:cubicBezTo>
                    <a:cubicBezTo>
                      <a:pt x="36" y="1"/>
                      <a:pt x="31" y="2"/>
                      <a:pt x="28" y="3"/>
                    </a:cubicBezTo>
                    <a:close/>
                    <a:moveTo>
                      <a:pt x="16" y="30"/>
                    </a:move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6" y="23"/>
                      <a:pt x="46" y="23"/>
                      <a:pt x="46" y="23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64" y="30"/>
                      <a:pt x="64" y="30"/>
                      <a:pt x="64" y="30"/>
                    </a:cubicBezTo>
                    <a:cubicBezTo>
                      <a:pt x="64" y="31"/>
                      <a:pt x="64" y="32"/>
                      <a:pt x="64" y="33"/>
                    </a:cubicBezTo>
                    <a:cubicBezTo>
                      <a:pt x="64" y="47"/>
                      <a:pt x="53" y="58"/>
                      <a:pt x="40" y="58"/>
                    </a:cubicBezTo>
                    <a:cubicBezTo>
                      <a:pt x="26" y="58"/>
                      <a:pt x="15" y="47"/>
                      <a:pt x="15" y="33"/>
                    </a:cubicBezTo>
                    <a:cubicBezTo>
                      <a:pt x="15" y="31"/>
                      <a:pt x="15" y="29"/>
                      <a:pt x="16" y="27"/>
                    </a:cubicBezTo>
                    <a:cubicBezTo>
                      <a:pt x="16" y="29"/>
                      <a:pt x="16" y="30"/>
                      <a:pt x="16" y="30"/>
                    </a:cubicBezTo>
                    <a:close/>
                    <a:moveTo>
                      <a:pt x="49" y="35"/>
                    </a:moveTo>
                    <a:cubicBezTo>
                      <a:pt x="51" y="35"/>
                      <a:pt x="53" y="37"/>
                      <a:pt x="53" y="38"/>
                    </a:cubicBezTo>
                    <a:cubicBezTo>
                      <a:pt x="53" y="40"/>
                      <a:pt x="51" y="42"/>
                      <a:pt x="49" y="42"/>
                    </a:cubicBezTo>
                    <a:cubicBezTo>
                      <a:pt x="47" y="42"/>
                      <a:pt x="46" y="40"/>
                      <a:pt x="46" y="38"/>
                    </a:cubicBezTo>
                    <a:cubicBezTo>
                      <a:pt x="46" y="37"/>
                      <a:pt x="47" y="35"/>
                      <a:pt x="49" y="35"/>
                    </a:cubicBezTo>
                    <a:close/>
                    <a:moveTo>
                      <a:pt x="29" y="35"/>
                    </a:moveTo>
                    <a:cubicBezTo>
                      <a:pt x="31" y="35"/>
                      <a:pt x="33" y="37"/>
                      <a:pt x="33" y="38"/>
                    </a:cubicBezTo>
                    <a:cubicBezTo>
                      <a:pt x="33" y="40"/>
                      <a:pt x="31" y="42"/>
                      <a:pt x="29" y="42"/>
                    </a:cubicBezTo>
                    <a:cubicBezTo>
                      <a:pt x="28" y="42"/>
                      <a:pt x="26" y="40"/>
                      <a:pt x="26" y="38"/>
                    </a:cubicBezTo>
                    <a:cubicBezTo>
                      <a:pt x="26" y="37"/>
                      <a:pt x="28" y="35"/>
                      <a:pt x="29" y="35"/>
                    </a:cubicBezTo>
                    <a:close/>
                    <a:moveTo>
                      <a:pt x="79" y="102"/>
                    </a:moveTo>
                    <a:cubicBezTo>
                      <a:pt x="0" y="102"/>
                      <a:pt x="0" y="102"/>
                      <a:pt x="0" y="102"/>
                    </a:cubicBezTo>
                    <a:cubicBezTo>
                      <a:pt x="1" y="83"/>
                      <a:pt x="12" y="68"/>
                      <a:pt x="28" y="63"/>
                    </a:cubicBezTo>
                    <a:cubicBezTo>
                      <a:pt x="28" y="96"/>
                      <a:pt x="28" y="96"/>
                      <a:pt x="28" y="96"/>
                    </a:cubicBezTo>
                    <a:cubicBezTo>
                      <a:pt x="51" y="63"/>
                      <a:pt x="51" y="63"/>
                      <a:pt x="51" y="63"/>
                    </a:cubicBezTo>
                    <a:cubicBezTo>
                      <a:pt x="67" y="68"/>
                      <a:pt x="78" y="83"/>
                      <a:pt x="79" y="102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Freeform 53"/>
              <p:cNvSpPr>
                <a:spLocks noEditPoints="1"/>
              </p:cNvSpPr>
              <p:nvPr/>
            </p:nvSpPr>
            <p:spPr bwMode="auto">
              <a:xfrm>
                <a:off x="6314863" y="2442054"/>
                <a:ext cx="674520" cy="583200"/>
              </a:xfrm>
              <a:custGeom>
                <a:avLst/>
                <a:gdLst>
                  <a:gd name="T0" fmla="*/ 265 w 275"/>
                  <a:gd name="T1" fmla="*/ 71 h 238"/>
                  <a:gd name="T2" fmla="*/ 243 w 275"/>
                  <a:gd name="T3" fmla="*/ 62 h 238"/>
                  <a:gd name="T4" fmla="*/ 217 w 275"/>
                  <a:gd name="T5" fmla="*/ 62 h 238"/>
                  <a:gd name="T6" fmla="*/ 194 w 275"/>
                  <a:gd name="T7" fmla="*/ 43 h 238"/>
                  <a:gd name="T8" fmla="*/ 172 w 275"/>
                  <a:gd name="T9" fmla="*/ 43 h 238"/>
                  <a:gd name="T10" fmla="*/ 145 w 275"/>
                  <a:gd name="T11" fmla="*/ 0 h 238"/>
                  <a:gd name="T12" fmla="*/ 126 w 275"/>
                  <a:gd name="T13" fmla="*/ 0 h 238"/>
                  <a:gd name="T14" fmla="*/ 100 w 275"/>
                  <a:gd name="T15" fmla="*/ 43 h 238"/>
                  <a:gd name="T16" fmla="*/ 76 w 275"/>
                  <a:gd name="T17" fmla="*/ 44 h 238"/>
                  <a:gd name="T18" fmla="*/ 53 w 275"/>
                  <a:gd name="T19" fmla="*/ 62 h 238"/>
                  <a:gd name="T20" fmla="*/ 31 w 275"/>
                  <a:gd name="T21" fmla="*/ 62 h 238"/>
                  <a:gd name="T22" fmla="*/ 9 w 275"/>
                  <a:gd name="T23" fmla="*/ 71 h 238"/>
                  <a:gd name="T24" fmla="*/ 0 w 275"/>
                  <a:gd name="T25" fmla="*/ 93 h 238"/>
                  <a:gd name="T26" fmla="*/ 0 w 275"/>
                  <a:gd name="T27" fmla="*/ 207 h 238"/>
                  <a:gd name="T28" fmla="*/ 9 w 275"/>
                  <a:gd name="T29" fmla="*/ 229 h 238"/>
                  <a:gd name="T30" fmla="*/ 31 w 275"/>
                  <a:gd name="T31" fmla="*/ 238 h 238"/>
                  <a:gd name="T32" fmla="*/ 243 w 275"/>
                  <a:gd name="T33" fmla="*/ 238 h 238"/>
                  <a:gd name="T34" fmla="*/ 265 w 275"/>
                  <a:gd name="T35" fmla="*/ 229 h 238"/>
                  <a:gd name="T36" fmla="*/ 275 w 275"/>
                  <a:gd name="T37" fmla="*/ 207 h 238"/>
                  <a:gd name="T38" fmla="*/ 275 w 275"/>
                  <a:gd name="T39" fmla="*/ 93 h 238"/>
                  <a:gd name="T40" fmla="*/ 265 w 275"/>
                  <a:gd name="T41" fmla="*/ 71 h 238"/>
                  <a:gd name="T42" fmla="*/ 77 w 275"/>
                  <a:gd name="T43" fmla="*/ 50 h 238"/>
                  <a:gd name="T44" fmla="*/ 194 w 275"/>
                  <a:gd name="T45" fmla="*/ 49 h 238"/>
                  <a:gd name="T46" fmla="*/ 210 w 275"/>
                  <a:gd name="T47" fmla="*/ 58 h 238"/>
                  <a:gd name="T48" fmla="*/ 201 w 275"/>
                  <a:gd name="T49" fmla="*/ 56 h 238"/>
                  <a:gd name="T50" fmla="*/ 83 w 275"/>
                  <a:gd name="T51" fmla="*/ 57 h 238"/>
                  <a:gd name="T52" fmla="*/ 66 w 275"/>
                  <a:gd name="T53" fmla="*/ 74 h 238"/>
                  <a:gd name="T54" fmla="*/ 68 w 275"/>
                  <a:gd name="T55" fmla="*/ 83 h 238"/>
                  <a:gd name="T56" fmla="*/ 59 w 275"/>
                  <a:gd name="T57" fmla="*/ 68 h 238"/>
                  <a:gd name="T58" fmla="*/ 77 w 275"/>
                  <a:gd name="T59" fmla="*/ 50 h 238"/>
                  <a:gd name="T60" fmla="*/ 258 w 275"/>
                  <a:gd name="T61" fmla="*/ 207 h 238"/>
                  <a:gd name="T62" fmla="*/ 254 w 275"/>
                  <a:gd name="T63" fmla="*/ 217 h 238"/>
                  <a:gd name="T64" fmla="*/ 243 w 275"/>
                  <a:gd name="T65" fmla="*/ 222 h 238"/>
                  <a:gd name="T66" fmla="*/ 31 w 275"/>
                  <a:gd name="T67" fmla="*/ 222 h 238"/>
                  <a:gd name="T68" fmla="*/ 21 w 275"/>
                  <a:gd name="T69" fmla="*/ 217 h 238"/>
                  <a:gd name="T70" fmla="*/ 17 w 275"/>
                  <a:gd name="T71" fmla="*/ 207 h 238"/>
                  <a:gd name="T72" fmla="*/ 17 w 275"/>
                  <a:gd name="T73" fmla="*/ 93 h 238"/>
                  <a:gd name="T74" fmla="*/ 21 w 275"/>
                  <a:gd name="T75" fmla="*/ 83 h 238"/>
                  <a:gd name="T76" fmla="*/ 31 w 275"/>
                  <a:gd name="T77" fmla="*/ 78 h 238"/>
                  <a:gd name="T78" fmla="*/ 54 w 275"/>
                  <a:gd name="T79" fmla="*/ 78 h 238"/>
                  <a:gd name="T80" fmla="*/ 76 w 275"/>
                  <a:gd name="T81" fmla="*/ 92 h 238"/>
                  <a:gd name="T82" fmla="*/ 194 w 275"/>
                  <a:gd name="T83" fmla="*/ 92 h 238"/>
                  <a:gd name="T84" fmla="*/ 215 w 275"/>
                  <a:gd name="T85" fmla="*/ 78 h 238"/>
                  <a:gd name="T86" fmla="*/ 243 w 275"/>
                  <a:gd name="T87" fmla="*/ 78 h 238"/>
                  <a:gd name="T88" fmla="*/ 254 w 275"/>
                  <a:gd name="T89" fmla="*/ 83 h 238"/>
                  <a:gd name="T90" fmla="*/ 258 w 275"/>
                  <a:gd name="T91" fmla="*/ 93 h 238"/>
                  <a:gd name="T92" fmla="*/ 258 w 275"/>
                  <a:gd name="T93" fmla="*/ 207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75" h="238">
                    <a:moveTo>
                      <a:pt x="265" y="71"/>
                    </a:moveTo>
                    <a:cubicBezTo>
                      <a:pt x="260" y="65"/>
                      <a:pt x="252" y="62"/>
                      <a:pt x="243" y="62"/>
                    </a:cubicBezTo>
                    <a:cubicBezTo>
                      <a:pt x="217" y="62"/>
                      <a:pt x="217" y="62"/>
                      <a:pt x="217" y="62"/>
                    </a:cubicBezTo>
                    <a:cubicBezTo>
                      <a:pt x="215" y="51"/>
                      <a:pt x="205" y="43"/>
                      <a:pt x="194" y="43"/>
                    </a:cubicBezTo>
                    <a:cubicBezTo>
                      <a:pt x="172" y="43"/>
                      <a:pt x="172" y="43"/>
                      <a:pt x="172" y="43"/>
                    </a:cubicBezTo>
                    <a:cubicBezTo>
                      <a:pt x="155" y="30"/>
                      <a:pt x="148" y="15"/>
                      <a:pt x="145" y="0"/>
                    </a:cubicBezTo>
                    <a:cubicBezTo>
                      <a:pt x="138" y="0"/>
                      <a:pt x="132" y="0"/>
                      <a:pt x="126" y="0"/>
                    </a:cubicBezTo>
                    <a:cubicBezTo>
                      <a:pt x="123" y="20"/>
                      <a:pt x="114" y="33"/>
                      <a:pt x="100" y="43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65" y="44"/>
                      <a:pt x="56" y="51"/>
                      <a:pt x="53" y="62"/>
                    </a:cubicBezTo>
                    <a:cubicBezTo>
                      <a:pt x="31" y="62"/>
                      <a:pt x="31" y="62"/>
                      <a:pt x="31" y="62"/>
                    </a:cubicBezTo>
                    <a:cubicBezTo>
                      <a:pt x="23" y="62"/>
                      <a:pt x="15" y="65"/>
                      <a:pt x="9" y="71"/>
                    </a:cubicBezTo>
                    <a:cubicBezTo>
                      <a:pt x="3" y="77"/>
                      <a:pt x="0" y="84"/>
                      <a:pt x="0" y="93"/>
                    </a:cubicBezTo>
                    <a:cubicBezTo>
                      <a:pt x="0" y="207"/>
                      <a:pt x="0" y="207"/>
                      <a:pt x="0" y="207"/>
                    </a:cubicBezTo>
                    <a:cubicBezTo>
                      <a:pt x="0" y="215"/>
                      <a:pt x="3" y="223"/>
                      <a:pt x="9" y="229"/>
                    </a:cubicBezTo>
                    <a:cubicBezTo>
                      <a:pt x="15" y="235"/>
                      <a:pt x="23" y="238"/>
                      <a:pt x="31" y="238"/>
                    </a:cubicBezTo>
                    <a:cubicBezTo>
                      <a:pt x="243" y="238"/>
                      <a:pt x="243" y="238"/>
                      <a:pt x="243" y="238"/>
                    </a:cubicBezTo>
                    <a:cubicBezTo>
                      <a:pt x="252" y="238"/>
                      <a:pt x="260" y="235"/>
                      <a:pt x="265" y="229"/>
                    </a:cubicBezTo>
                    <a:cubicBezTo>
                      <a:pt x="271" y="223"/>
                      <a:pt x="275" y="215"/>
                      <a:pt x="275" y="207"/>
                    </a:cubicBezTo>
                    <a:cubicBezTo>
                      <a:pt x="275" y="93"/>
                      <a:pt x="275" y="93"/>
                      <a:pt x="275" y="93"/>
                    </a:cubicBezTo>
                    <a:cubicBezTo>
                      <a:pt x="275" y="84"/>
                      <a:pt x="271" y="77"/>
                      <a:pt x="265" y="71"/>
                    </a:cubicBezTo>
                    <a:close/>
                    <a:moveTo>
                      <a:pt x="77" y="50"/>
                    </a:moveTo>
                    <a:cubicBezTo>
                      <a:pt x="194" y="49"/>
                      <a:pt x="194" y="49"/>
                      <a:pt x="194" y="49"/>
                    </a:cubicBezTo>
                    <a:cubicBezTo>
                      <a:pt x="201" y="49"/>
                      <a:pt x="207" y="53"/>
                      <a:pt x="210" y="58"/>
                    </a:cubicBezTo>
                    <a:cubicBezTo>
                      <a:pt x="207" y="57"/>
                      <a:pt x="204" y="56"/>
                      <a:pt x="201" y="56"/>
                    </a:cubicBezTo>
                    <a:cubicBezTo>
                      <a:pt x="83" y="57"/>
                      <a:pt x="83" y="57"/>
                      <a:pt x="83" y="57"/>
                    </a:cubicBezTo>
                    <a:cubicBezTo>
                      <a:pt x="74" y="57"/>
                      <a:pt x="66" y="65"/>
                      <a:pt x="66" y="74"/>
                    </a:cubicBezTo>
                    <a:cubicBezTo>
                      <a:pt x="66" y="77"/>
                      <a:pt x="66" y="80"/>
                      <a:pt x="68" y="83"/>
                    </a:cubicBezTo>
                    <a:cubicBezTo>
                      <a:pt x="63" y="80"/>
                      <a:pt x="59" y="74"/>
                      <a:pt x="59" y="68"/>
                    </a:cubicBezTo>
                    <a:cubicBezTo>
                      <a:pt x="59" y="58"/>
                      <a:pt x="67" y="50"/>
                      <a:pt x="77" y="50"/>
                    </a:cubicBezTo>
                    <a:close/>
                    <a:moveTo>
                      <a:pt x="258" y="207"/>
                    </a:moveTo>
                    <a:cubicBezTo>
                      <a:pt x="258" y="211"/>
                      <a:pt x="256" y="214"/>
                      <a:pt x="254" y="217"/>
                    </a:cubicBezTo>
                    <a:cubicBezTo>
                      <a:pt x="251" y="220"/>
                      <a:pt x="247" y="222"/>
                      <a:pt x="243" y="222"/>
                    </a:cubicBezTo>
                    <a:cubicBezTo>
                      <a:pt x="31" y="222"/>
                      <a:pt x="31" y="222"/>
                      <a:pt x="31" y="222"/>
                    </a:cubicBezTo>
                    <a:cubicBezTo>
                      <a:pt x="27" y="222"/>
                      <a:pt x="24" y="220"/>
                      <a:pt x="21" y="217"/>
                    </a:cubicBezTo>
                    <a:cubicBezTo>
                      <a:pt x="18" y="214"/>
                      <a:pt x="17" y="211"/>
                      <a:pt x="17" y="207"/>
                    </a:cubicBezTo>
                    <a:cubicBezTo>
                      <a:pt x="17" y="93"/>
                      <a:pt x="17" y="93"/>
                      <a:pt x="17" y="93"/>
                    </a:cubicBezTo>
                    <a:cubicBezTo>
                      <a:pt x="17" y="89"/>
                      <a:pt x="18" y="85"/>
                      <a:pt x="21" y="83"/>
                    </a:cubicBezTo>
                    <a:cubicBezTo>
                      <a:pt x="24" y="80"/>
                      <a:pt x="27" y="78"/>
                      <a:pt x="31" y="78"/>
                    </a:cubicBezTo>
                    <a:cubicBezTo>
                      <a:pt x="54" y="78"/>
                      <a:pt x="54" y="78"/>
                      <a:pt x="54" y="78"/>
                    </a:cubicBezTo>
                    <a:cubicBezTo>
                      <a:pt x="58" y="87"/>
                      <a:pt x="67" y="92"/>
                      <a:pt x="76" y="92"/>
                    </a:cubicBezTo>
                    <a:cubicBezTo>
                      <a:pt x="194" y="92"/>
                      <a:pt x="194" y="92"/>
                      <a:pt x="194" y="92"/>
                    </a:cubicBezTo>
                    <a:cubicBezTo>
                      <a:pt x="203" y="92"/>
                      <a:pt x="211" y="86"/>
                      <a:pt x="215" y="78"/>
                    </a:cubicBezTo>
                    <a:cubicBezTo>
                      <a:pt x="243" y="78"/>
                      <a:pt x="243" y="78"/>
                      <a:pt x="243" y="78"/>
                    </a:cubicBezTo>
                    <a:cubicBezTo>
                      <a:pt x="247" y="78"/>
                      <a:pt x="251" y="80"/>
                      <a:pt x="254" y="83"/>
                    </a:cubicBezTo>
                    <a:cubicBezTo>
                      <a:pt x="256" y="85"/>
                      <a:pt x="258" y="89"/>
                      <a:pt x="258" y="93"/>
                    </a:cubicBezTo>
                    <a:lnTo>
                      <a:pt x="258" y="207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cxnSp>
        <p:nvCxnSpPr>
          <p:cNvPr id="17" name="直接连接符 16"/>
          <p:cNvCxnSpPr/>
          <p:nvPr/>
        </p:nvCxnSpPr>
        <p:spPr>
          <a:xfrm flipH="1">
            <a:off x="4368534" y="3141271"/>
            <a:ext cx="720080" cy="0"/>
          </a:xfrm>
          <a:prstGeom prst="line">
            <a:avLst/>
          </a:prstGeom>
          <a:noFill/>
          <a:ln w="6350" cap="flat" cmpd="sng" algn="ctr">
            <a:solidFill>
              <a:srgbClr val="1C50A2">
                <a:alpha val="99000"/>
              </a:srgbClr>
            </a:solidFill>
            <a:prstDash val="sysDash"/>
            <a:headEnd type="oval" w="med" len="med"/>
            <a:tailEnd type="oval" w="med" len="med"/>
          </a:ln>
          <a:effectLst/>
        </p:spPr>
      </p:cxnSp>
      <p:cxnSp>
        <p:nvCxnSpPr>
          <p:cNvPr id="18" name="直接连接符 17"/>
          <p:cNvCxnSpPr/>
          <p:nvPr/>
        </p:nvCxnSpPr>
        <p:spPr>
          <a:xfrm flipH="1">
            <a:off x="4368534" y="5372707"/>
            <a:ext cx="720080" cy="0"/>
          </a:xfrm>
          <a:prstGeom prst="line">
            <a:avLst/>
          </a:prstGeom>
          <a:noFill/>
          <a:ln w="6350" cap="flat" cmpd="sng" algn="ctr">
            <a:solidFill>
              <a:srgbClr val="1C50A2">
                <a:alpha val="99000"/>
              </a:srgbClr>
            </a:solidFill>
            <a:prstDash val="sysDash"/>
            <a:headEnd type="oval" w="med" len="med"/>
            <a:tailEnd type="oval" w="med" len="med"/>
          </a:ln>
          <a:effectLst/>
        </p:spPr>
      </p:cxnSp>
      <p:cxnSp>
        <p:nvCxnSpPr>
          <p:cNvPr id="19" name="直接连接符 18"/>
          <p:cNvCxnSpPr/>
          <p:nvPr/>
        </p:nvCxnSpPr>
        <p:spPr>
          <a:xfrm flipH="1">
            <a:off x="7248854" y="3176562"/>
            <a:ext cx="515214" cy="0"/>
          </a:xfrm>
          <a:prstGeom prst="line">
            <a:avLst/>
          </a:prstGeom>
          <a:noFill/>
          <a:ln w="6350" cap="flat" cmpd="sng" algn="ctr">
            <a:solidFill>
              <a:srgbClr val="1C50A2">
                <a:alpha val="99000"/>
              </a:srgbClr>
            </a:solidFill>
            <a:prstDash val="sysDash"/>
            <a:headEnd type="oval" w="med" len="med"/>
            <a:tailEnd type="oval" w="med" len="med"/>
          </a:ln>
          <a:effectLst/>
        </p:spPr>
      </p:cxnSp>
      <p:cxnSp>
        <p:nvCxnSpPr>
          <p:cNvPr id="20" name="直接连接符 19"/>
          <p:cNvCxnSpPr/>
          <p:nvPr/>
        </p:nvCxnSpPr>
        <p:spPr>
          <a:xfrm flipH="1">
            <a:off x="7248854" y="4552677"/>
            <a:ext cx="515214" cy="0"/>
          </a:xfrm>
          <a:prstGeom prst="line">
            <a:avLst/>
          </a:prstGeom>
          <a:noFill/>
          <a:ln w="6350" cap="flat" cmpd="sng" algn="ctr">
            <a:solidFill>
              <a:srgbClr val="1C50A2">
                <a:alpha val="99000"/>
              </a:srgbClr>
            </a:solidFill>
            <a:prstDash val="sysDash"/>
            <a:headEnd type="oval" w="med" len="med"/>
            <a:tailEnd type="oval" w="med" len="med"/>
          </a:ln>
          <a:effectLst/>
        </p:spPr>
      </p:cxnSp>
      <p:sp>
        <p:nvSpPr>
          <p:cNvPr id="31" name="文本框 1"/>
          <p:cNvSpPr txBox="1"/>
          <p:nvPr/>
        </p:nvSpPr>
        <p:spPr>
          <a:xfrm>
            <a:off x="1121817" y="4597166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" name="išļîďè"/>
          <p:cNvSpPr txBox="1"/>
          <p:nvPr/>
        </p:nvSpPr>
        <p:spPr bwMode="auto">
          <a:xfrm>
            <a:off x="1105934" y="4252342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3" name="文本框 1"/>
          <p:cNvSpPr txBox="1"/>
          <p:nvPr/>
        </p:nvSpPr>
        <p:spPr>
          <a:xfrm>
            <a:off x="1121817" y="2899059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" name="išļîďè"/>
          <p:cNvSpPr txBox="1"/>
          <p:nvPr/>
        </p:nvSpPr>
        <p:spPr bwMode="auto">
          <a:xfrm>
            <a:off x="1105934" y="2554235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5" name="文本框 1"/>
          <p:cNvSpPr txBox="1"/>
          <p:nvPr/>
        </p:nvSpPr>
        <p:spPr>
          <a:xfrm>
            <a:off x="8426929" y="4597166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6" name="išļîďè"/>
          <p:cNvSpPr txBox="1"/>
          <p:nvPr/>
        </p:nvSpPr>
        <p:spPr bwMode="auto">
          <a:xfrm>
            <a:off x="8411046" y="4252342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7" name="文本框 1"/>
          <p:cNvSpPr txBox="1"/>
          <p:nvPr/>
        </p:nvSpPr>
        <p:spPr>
          <a:xfrm>
            <a:off x="8426929" y="2899059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8" name="išļîďè"/>
          <p:cNvSpPr txBox="1"/>
          <p:nvPr/>
        </p:nvSpPr>
        <p:spPr bwMode="auto">
          <a:xfrm>
            <a:off x="8411046" y="2554235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9" name="文本框 1"/>
          <p:cNvSpPr txBox="1"/>
          <p:nvPr/>
        </p:nvSpPr>
        <p:spPr>
          <a:xfrm>
            <a:off x="1109182" y="1046227"/>
            <a:ext cx="935577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1227592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629369" y="3491560"/>
            <a:ext cx="951559" cy="951559"/>
            <a:chOff x="4171430" y="2267215"/>
            <a:chExt cx="951559" cy="951559"/>
          </a:xfrm>
        </p:grpSpPr>
        <p:sp>
          <p:nvSpPr>
            <p:cNvPr id="30" name="圆角矩形 29"/>
            <p:cNvSpPr/>
            <p:nvPr/>
          </p:nvSpPr>
          <p:spPr>
            <a:xfrm>
              <a:off x="4171430" y="2267215"/>
              <a:ext cx="951559" cy="951559"/>
            </a:xfrm>
            <a:prstGeom prst="roundRect">
              <a:avLst>
                <a:gd name="adj" fmla="val 12663"/>
              </a:avLst>
            </a:prstGeom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18900000" scaled="1"/>
              <a:tileRect/>
            </a:gradFill>
            <a:ln w="12700" cap="flat" cmpd="sng" algn="ctr">
              <a:solidFill>
                <a:sysClr val="window" lastClr="FFFFFF"/>
              </a:solidFill>
              <a:prstDash val="solid"/>
            </a:ln>
            <a:effectLst>
              <a:outerShdw blurRad="152400" dist="63500" dir="8100000" algn="tr" rotWithShape="0">
                <a:prstClr val="black">
                  <a:alpha val="26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Freeform 6"/>
            <p:cNvSpPr>
              <a:spLocks noEditPoints="1"/>
            </p:cNvSpPr>
            <p:nvPr/>
          </p:nvSpPr>
          <p:spPr bwMode="auto">
            <a:xfrm>
              <a:off x="4386108" y="2544215"/>
              <a:ext cx="522202" cy="397557"/>
            </a:xfrm>
            <a:custGeom>
              <a:avLst/>
              <a:gdLst>
                <a:gd name="T0" fmla="*/ 36 w 113"/>
                <a:gd name="T1" fmla="*/ 11 h 86"/>
                <a:gd name="T2" fmla="*/ 106 w 113"/>
                <a:gd name="T3" fmla="*/ 32 h 86"/>
                <a:gd name="T4" fmla="*/ 102 w 113"/>
                <a:gd name="T5" fmla="*/ 35 h 86"/>
                <a:gd name="T6" fmla="*/ 99 w 113"/>
                <a:gd name="T7" fmla="*/ 39 h 86"/>
                <a:gd name="T8" fmla="*/ 95 w 113"/>
                <a:gd name="T9" fmla="*/ 43 h 86"/>
                <a:gd name="T10" fmla="*/ 91 w 113"/>
                <a:gd name="T11" fmla="*/ 86 h 86"/>
                <a:gd name="T12" fmla="*/ 91 w 113"/>
                <a:gd name="T13" fmla="*/ 47 h 86"/>
                <a:gd name="T14" fmla="*/ 81 w 113"/>
                <a:gd name="T15" fmla="*/ 86 h 86"/>
                <a:gd name="T16" fmla="*/ 77 w 113"/>
                <a:gd name="T17" fmla="*/ 59 h 86"/>
                <a:gd name="T18" fmla="*/ 74 w 113"/>
                <a:gd name="T19" fmla="*/ 56 h 86"/>
                <a:gd name="T20" fmla="*/ 70 w 113"/>
                <a:gd name="T21" fmla="*/ 86 h 86"/>
                <a:gd name="T22" fmla="*/ 70 w 113"/>
                <a:gd name="T23" fmla="*/ 54 h 86"/>
                <a:gd name="T24" fmla="*/ 59 w 113"/>
                <a:gd name="T25" fmla="*/ 86 h 86"/>
                <a:gd name="T26" fmla="*/ 56 w 113"/>
                <a:gd name="T27" fmla="*/ 65 h 86"/>
                <a:gd name="T28" fmla="*/ 52 w 113"/>
                <a:gd name="T29" fmla="*/ 68 h 86"/>
                <a:gd name="T30" fmla="*/ 48 w 113"/>
                <a:gd name="T31" fmla="*/ 86 h 86"/>
                <a:gd name="T32" fmla="*/ 48 w 113"/>
                <a:gd name="T33" fmla="*/ 71 h 86"/>
                <a:gd name="T34" fmla="*/ 38 w 113"/>
                <a:gd name="T35" fmla="*/ 86 h 86"/>
                <a:gd name="T36" fmla="*/ 34 w 113"/>
                <a:gd name="T37" fmla="*/ 70 h 86"/>
                <a:gd name="T38" fmla="*/ 31 w 113"/>
                <a:gd name="T39" fmla="*/ 67 h 86"/>
                <a:gd name="T40" fmla="*/ 27 w 113"/>
                <a:gd name="T41" fmla="*/ 86 h 86"/>
                <a:gd name="T42" fmla="*/ 27 w 113"/>
                <a:gd name="T43" fmla="*/ 67 h 86"/>
                <a:gd name="T44" fmla="*/ 16 w 113"/>
                <a:gd name="T45" fmla="*/ 86 h 86"/>
                <a:gd name="T46" fmla="*/ 5 w 113"/>
                <a:gd name="T47" fmla="*/ 79 h 86"/>
                <a:gd name="T48" fmla="*/ 2 w 113"/>
                <a:gd name="T49" fmla="*/ 76 h 86"/>
                <a:gd name="T50" fmla="*/ 0 w 113"/>
                <a:gd name="T51" fmla="*/ 58 h 86"/>
                <a:gd name="T52" fmla="*/ 38 w 113"/>
                <a:gd name="T53" fmla="*/ 64 h 86"/>
                <a:gd name="T54" fmla="*/ 70 w 113"/>
                <a:gd name="T55" fmla="*/ 45 h 86"/>
                <a:gd name="T56" fmla="*/ 82 w 113"/>
                <a:gd name="T57" fmla="*/ 46 h 86"/>
                <a:gd name="T58" fmla="*/ 111 w 113"/>
                <a:gd name="T59" fmla="*/ 13 h 86"/>
                <a:gd name="T60" fmla="*/ 89 w 113"/>
                <a:gd name="T61" fmla="*/ 10 h 86"/>
                <a:gd name="T62" fmla="*/ 74 w 113"/>
                <a:gd name="T63" fmla="*/ 31 h 86"/>
                <a:gd name="T64" fmla="*/ 42 w 113"/>
                <a:gd name="T65" fmla="*/ 49 h 86"/>
                <a:gd name="T66" fmla="*/ 25 w 113"/>
                <a:gd name="T67" fmla="*/ 43 h 86"/>
                <a:gd name="T68" fmla="*/ 13 w 113"/>
                <a:gd name="T69" fmla="*/ 86 h 86"/>
                <a:gd name="T70" fmla="*/ 13 w 113"/>
                <a:gd name="T71" fmla="*/ 75 h 86"/>
                <a:gd name="T72" fmla="*/ 31 w 113"/>
                <a:gd name="T73" fmla="*/ 12 h 86"/>
                <a:gd name="T74" fmla="*/ 49 w 113"/>
                <a:gd name="T75" fmla="*/ 19 h 86"/>
                <a:gd name="T76" fmla="*/ 39 w 113"/>
                <a:gd name="T77" fmla="*/ 19 h 86"/>
                <a:gd name="T78" fmla="*/ 43 w 113"/>
                <a:gd name="T79" fmla="*/ 44 h 86"/>
                <a:gd name="T80" fmla="*/ 34 w 113"/>
                <a:gd name="T81" fmla="*/ 31 h 86"/>
                <a:gd name="T82" fmla="*/ 20 w 113"/>
                <a:gd name="T83" fmla="*/ 38 h 86"/>
                <a:gd name="T84" fmla="*/ 30 w 113"/>
                <a:gd name="T85" fmla="*/ 17 h 86"/>
                <a:gd name="T86" fmla="*/ 21 w 113"/>
                <a:gd name="T87" fmla="*/ 2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86">
                  <a:moveTo>
                    <a:pt x="36" y="2"/>
                  </a:moveTo>
                  <a:cubicBezTo>
                    <a:pt x="39" y="2"/>
                    <a:pt x="41" y="4"/>
                    <a:pt x="41" y="6"/>
                  </a:cubicBezTo>
                  <a:cubicBezTo>
                    <a:pt x="41" y="9"/>
                    <a:pt x="39" y="11"/>
                    <a:pt x="36" y="11"/>
                  </a:cubicBezTo>
                  <a:cubicBezTo>
                    <a:pt x="34" y="11"/>
                    <a:pt x="32" y="9"/>
                    <a:pt x="32" y="6"/>
                  </a:cubicBezTo>
                  <a:cubicBezTo>
                    <a:pt x="32" y="4"/>
                    <a:pt x="34" y="2"/>
                    <a:pt x="36" y="2"/>
                  </a:cubicBezTo>
                  <a:close/>
                  <a:moveTo>
                    <a:pt x="106" y="32"/>
                  </a:moveTo>
                  <a:cubicBezTo>
                    <a:pt x="106" y="86"/>
                    <a:pt x="106" y="86"/>
                    <a:pt x="106" y="86"/>
                  </a:cubicBezTo>
                  <a:cubicBezTo>
                    <a:pt x="102" y="86"/>
                    <a:pt x="102" y="86"/>
                    <a:pt x="102" y="8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5" y="32"/>
                    <a:pt x="105" y="32"/>
                    <a:pt x="105" y="32"/>
                  </a:cubicBezTo>
                  <a:cubicBezTo>
                    <a:pt x="106" y="32"/>
                    <a:pt x="106" y="32"/>
                    <a:pt x="106" y="32"/>
                  </a:cubicBezTo>
                  <a:close/>
                  <a:moveTo>
                    <a:pt x="99" y="39"/>
                  </a:moveTo>
                  <a:cubicBezTo>
                    <a:pt x="99" y="86"/>
                    <a:pt x="99" y="86"/>
                    <a:pt x="99" y="86"/>
                  </a:cubicBezTo>
                  <a:cubicBezTo>
                    <a:pt x="97" y="86"/>
                    <a:pt x="96" y="86"/>
                    <a:pt x="95" y="86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9" y="39"/>
                    <a:pt x="99" y="39"/>
                    <a:pt x="99" y="39"/>
                  </a:cubicBezTo>
                  <a:close/>
                  <a:moveTo>
                    <a:pt x="91" y="47"/>
                  </a:moveTo>
                  <a:cubicBezTo>
                    <a:pt x="91" y="86"/>
                    <a:pt x="91" y="86"/>
                    <a:pt x="91" y="86"/>
                  </a:cubicBezTo>
                  <a:cubicBezTo>
                    <a:pt x="90" y="86"/>
                    <a:pt x="89" y="86"/>
                    <a:pt x="88" y="86"/>
                  </a:cubicBezTo>
                  <a:cubicBezTo>
                    <a:pt x="88" y="51"/>
                    <a:pt x="88" y="51"/>
                    <a:pt x="88" y="51"/>
                  </a:cubicBezTo>
                  <a:cubicBezTo>
                    <a:pt x="91" y="47"/>
                    <a:pt x="91" y="47"/>
                    <a:pt x="91" y="47"/>
                  </a:cubicBezTo>
                  <a:close/>
                  <a:moveTo>
                    <a:pt x="84" y="55"/>
                  </a:moveTo>
                  <a:cubicBezTo>
                    <a:pt x="84" y="86"/>
                    <a:pt x="84" y="86"/>
                    <a:pt x="84" y="86"/>
                  </a:cubicBezTo>
                  <a:cubicBezTo>
                    <a:pt x="83" y="86"/>
                    <a:pt x="82" y="86"/>
                    <a:pt x="81" y="86"/>
                  </a:cubicBezTo>
                  <a:cubicBezTo>
                    <a:pt x="81" y="59"/>
                    <a:pt x="81" y="59"/>
                    <a:pt x="81" y="59"/>
                  </a:cubicBezTo>
                  <a:cubicBezTo>
                    <a:pt x="84" y="55"/>
                    <a:pt x="84" y="55"/>
                    <a:pt x="84" y="55"/>
                  </a:cubicBezTo>
                  <a:close/>
                  <a:moveTo>
                    <a:pt x="77" y="59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76" y="86"/>
                    <a:pt x="75" y="86"/>
                    <a:pt x="74" y="86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77" y="59"/>
                    <a:pt x="77" y="59"/>
                    <a:pt x="77" y="59"/>
                  </a:cubicBezTo>
                  <a:close/>
                  <a:moveTo>
                    <a:pt x="70" y="54"/>
                  </a:moveTo>
                  <a:cubicBezTo>
                    <a:pt x="70" y="86"/>
                    <a:pt x="70" y="86"/>
                    <a:pt x="70" y="86"/>
                  </a:cubicBezTo>
                  <a:cubicBezTo>
                    <a:pt x="69" y="86"/>
                    <a:pt x="68" y="86"/>
                    <a:pt x="66" y="86"/>
                  </a:cubicBezTo>
                  <a:cubicBezTo>
                    <a:pt x="66" y="57"/>
                    <a:pt x="66" y="57"/>
                    <a:pt x="66" y="57"/>
                  </a:cubicBezTo>
                  <a:cubicBezTo>
                    <a:pt x="70" y="54"/>
                    <a:pt x="70" y="54"/>
                    <a:pt x="70" y="54"/>
                  </a:cubicBezTo>
                  <a:close/>
                  <a:moveTo>
                    <a:pt x="63" y="59"/>
                  </a:moveTo>
                  <a:cubicBezTo>
                    <a:pt x="63" y="86"/>
                    <a:pt x="63" y="86"/>
                    <a:pt x="63" y="86"/>
                  </a:cubicBezTo>
                  <a:cubicBezTo>
                    <a:pt x="62" y="86"/>
                    <a:pt x="60" y="86"/>
                    <a:pt x="59" y="86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63" y="59"/>
                    <a:pt x="63" y="59"/>
                    <a:pt x="63" y="59"/>
                  </a:cubicBezTo>
                  <a:close/>
                  <a:moveTo>
                    <a:pt x="56" y="65"/>
                  </a:moveTo>
                  <a:cubicBezTo>
                    <a:pt x="56" y="86"/>
                    <a:pt x="56" y="86"/>
                    <a:pt x="56" y="86"/>
                  </a:cubicBezTo>
                  <a:cubicBezTo>
                    <a:pt x="54" y="86"/>
                    <a:pt x="53" y="86"/>
                    <a:pt x="52" y="86"/>
                  </a:cubicBezTo>
                  <a:cubicBezTo>
                    <a:pt x="52" y="68"/>
                    <a:pt x="52" y="68"/>
                    <a:pt x="52" y="68"/>
                  </a:cubicBezTo>
                  <a:cubicBezTo>
                    <a:pt x="56" y="65"/>
                    <a:pt x="56" y="65"/>
                    <a:pt x="56" y="65"/>
                  </a:cubicBezTo>
                  <a:close/>
                  <a:moveTo>
                    <a:pt x="48" y="71"/>
                  </a:move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6" y="86"/>
                    <a:pt x="45" y="86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8" y="71"/>
                    <a:pt x="48" y="71"/>
                    <a:pt x="48" y="71"/>
                  </a:cubicBezTo>
                  <a:close/>
                  <a:moveTo>
                    <a:pt x="41" y="75"/>
                  </a:moveTo>
                  <a:cubicBezTo>
                    <a:pt x="41" y="86"/>
                    <a:pt x="41" y="86"/>
                    <a:pt x="41" y="86"/>
                  </a:cubicBezTo>
                  <a:cubicBezTo>
                    <a:pt x="40" y="86"/>
                    <a:pt x="39" y="86"/>
                    <a:pt x="38" y="8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41" y="75"/>
                    <a:pt x="41" y="75"/>
                    <a:pt x="41" y="75"/>
                  </a:cubicBezTo>
                  <a:close/>
                  <a:moveTo>
                    <a:pt x="34" y="70"/>
                  </a:moveTo>
                  <a:cubicBezTo>
                    <a:pt x="34" y="86"/>
                    <a:pt x="34" y="86"/>
                    <a:pt x="34" y="86"/>
                  </a:cubicBezTo>
                  <a:cubicBezTo>
                    <a:pt x="33" y="86"/>
                    <a:pt x="32" y="86"/>
                    <a:pt x="31" y="86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4" y="70"/>
                    <a:pt x="34" y="70"/>
                    <a:pt x="34" y="70"/>
                  </a:cubicBezTo>
                  <a:close/>
                  <a:moveTo>
                    <a:pt x="27" y="67"/>
                  </a:moveTo>
                  <a:cubicBezTo>
                    <a:pt x="27" y="86"/>
                    <a:pt x="27" y="86"/>
                    <a:pt x="27" y="86"/>
                  </a:cubicBezTo>
                  <a:cubicBezTo>
                    <a:pt x="26" y="86"/>
                    <a:pt x="25" y="86"/>
                    <a:pt x="23" y="86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7" y="67"/>
                    <a:pt x="27" y="67"/>
                    <a:pt x="27" y="67"/>
                  </a:cubicBezTo>
                  <a:close/>
                  <a:moveTo>
                    <a:pt x="20" y="71"/>
                  </a:moveTo>
                  <a:cubicBezTo>
                    <a:pt x="20" y="86"/>
                    <a:pt x="20" y="86"/>
                    <a:pt x="20" y="86"/>
                  </a:cubicBezTo>
                  <a:cubicBezTo>
                    <a:pt x="19" y="86"/>
                    <a:pt x="17" y="86"/>
                    <a:pt x="16" y="86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20" y="71"/>
                    <a:pt x="20" y="71"/>
                    <a:pt x="20" y="71"/>
                  </a:cubicBezTo>
                  <a:close/>
                  <a:moveTo>
                    <a:pt x="5" y="79"/>
                  </a:moveTo>
                  <a:cubicBezTo>
                    <a:pt x="5" y="86"/>
                    <a:pt x="5" y="86"/>
                    <a:pt x="5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5" y="79"/>
                    <a:pt x="5" y="79"/>
                    <a:pt x="5" y="79"/>
                  </a:cubicBezTo>
                  <a:close/>
                  <a:moveTo>
                    <a:pt x="0" y="58"/>
                  </a:moveTo>
                  <a:cubicBezTo>
                    <a:pt x="7" y="70"/>
                    <a:pt x="7" y="70"/>
                    <a:pt x="7" y="70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70" y="45"/>
                    <a:pt x="70" y="45"/>
                    <a:pt x="70" y="45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0" y="28"/>
                    <a:pt x="70" y="28"/>
                    <a:pt x="70" y="28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0" y="58"/>
                    <a:pt x="0" y="58"/>
                    <a:pt x="0" y="58"/>
                  </a:cubicBezTo>
                  <a:close/>
                  <a:moveTo>
                    <a:pt x="13" y="75"/>
                  </a:moveTo>
                  <a:cubicBezTo>
                    <a:pt x="13" y="86"/>
                    <a:pt x="13" y="86"/>
                    <a:pt x="13" y="86"/>
                  </a:cubicBezTo>
                  <a:cubicBezTo>
                    <a:pt x="11" y="86"/>
                    <a:pt x="10" y="86"/>
                    <a:pt x="9" y="86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13" y="75"/>
                    <a:pt x="13" y="75"/>
                    <a:pt x="13" y="75"/>
                  </a:cubicBezTo>
                  <a:close/>
                  <a:moveTo>
                    <a:pt x="21" y="22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9" y="19"/>
                    <a:pt x="49" y="19"/>
                    <a:pt x="49" y="1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2" y="33"/>
                    <a:pt x="31" y="38"/>
                    <a:pt x="31" y="3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3" y="24"/>
                    <a:pt x="23" y="24"/>
                    <a:pt x="23" y="24"/>
                  </a:cubicBezTo>
                  <a:lnTo>
                    <a:pt x="21" y="22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  <a:effectLst>
              <a:outerShdw blurRad="254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875306" y="2573073"/>
            <a:ext cx="1728788" cy="784225"/>
            <a:chOff x="3417367" y="1348728"/>
            <a:chExt cx="1728788" cy="784225"/>
          </a:xfrm>
          <a:solidFill>
            <a:srgbClr val="1C50A2"/>
          </a:solidFill>
        </p:grpSpPr>
        <p:sp>
          <p:nvSpPr>
            <p:cNvPr id="28" name="Freeform 8"/>
            <p:cNvSpPr/>
            <p:nvPr/>
          </p:nvSpPr>
          <p:spPr bwMode="auto">
            <a:xfrm>
              <a:off x="3417367" y="1348728"/>
              <a:ext cx="1728788" cy="784225"/>
            </a:xfrm>
            <a:custGeom>
              <a:avLst/>
              <a:gdLst>
                <a:gd name="T0" fmla="*/ 331 w 461"/>
                <a:gd name="T1" fmla="*/ 0 h 209"/>
                <a:gd name="T2" fmla="*/ 201 w 461"/>
                <a:gd name="T3" fmla="*/ 24 h 209"/>
                <a:gd name="T4" fmla="*/ 187 w 461"/>
                <a:gd name="T5" fmla="*/ 29 h 209"/>
                <a:gd name="T6" fmla="*/ 174 w 461"/>
                <a:gd name="T7" fmla="*/ 35 h 209"/>
                <a:gd name="T8" fmla="*/ 0 w 461"/>
                <a:gd name="T9" fmla="*/ 209 h 209"/>
                <a:gd name="T10" fmla="*/ 174 w 461"/>
                <a:gd name="T11" fmla="*/ 209 h 209"/>
                <a:gd name="T12" fmla="*/ 187 w 461"/>
                <a:gd name="T13" fmla="*/ 209 h 209"/>
                <a:gd name="T14" fmla="*/ 201 w 461"/>
                <a:gd name="T15" fmla="*/ 209 h 209"/>
                <a:gd name="T16" fmla="*/ 461 w 461"/>
                <a:gd name="T17" fmla="*/ 209 h 209"/>
                <a:gd name="T18" fmla="*/ 461 w 461"/>
                <a:gd name="T19" fmla="*/ 24 h 209"/>
                <a:gd name="T20" fmla="*/ 331 w 461"/>
                <a:gd name="T21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1" h="209">
                  <a:moveTo>
                    <a:pt x="331" y="0"/>
                  </a:moveTo>
                  <a:cubicBezTo>
                    <a:pt x="285" y="0"/>
                    <a:pt x="241" y="8"/>
                    <a:pt x="201" y="24"/>
                  </a:cubicBezTo>
                  <a:cubicBezTo>
                    <a:pt x="196" y="26"/>
                    <a:pt x="192" y="27"/>
                    <a:pt x="187" y="29"/>
                  </a:cubicBezTo>
                  <a:cubicBezTo>
                    <a:pt x="183" y="31"/>
                    <a:pt x="178" y="33"/>
                    <a:pt x="174" y="35"/>
                  </a:cubicBezTo>
                  <a:cubicBezTo>
                    <a:pt x="98" y="71"/>
                    <a:pt x="36" y="133"/>
                    <a:pt x="0" y="209"/>
                  </a:cubicBezTo>
                  <a:cubicBezTo>
                    <a:pt x="174" y="209"/>
                    <a:pt x="174" y="209"/>
                    <a:pt x="174" y="209"/>
                  </a:cubicBezTo>
                  <a:cubicBezTo>
                    <a:pt x="187" y="209"/>
                    <a:pt x="187" y="209"/>
                    <a:pt x="187" y="209"/>
                  </a:cubicBezTo>
                  <a:cubicBezTo>
                    <a:pt x="201" y="209"/>
                    <a:pt x="201" y="209"/>
                    <a:pt x="201" y="209"/>
                  </a:cubicBezTo>
                  <a:cubicBezTo>
                    <a:pt x="461" y="209"/>
                    <a:pt x="461" y="209"/>
                    <a:pt x="461" y="209"/>
                  </a:cubicBezTo>
                  <a:cubicBezTo>
                    <a:pt x="461" y="24"/>
                    <a:pt x="461" y="24"/>
                    <a:pt x="461" y="24"/>
                  </a:cubicBezTo>
                  <a:cubicBezTo>
                    <a:pt x="420" y="8"/>
                    <a:pt x="377" y="0"/>
                    <a:pt x="331" y="0"/>
                  </a:cubicBezTo>
                  <a:close/>
                </a:path>
              </a:pathLst>
            </a:custGeom>
            <a:grpFill/>
            <a:ln w="952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helsea" panose="02000500000000000000" pitchFamily="2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标题层"/>
            <p:cNvSpPr txBox="1"/>
            <p:nvPr/>
          </p:nvSpPr>
          <p:spPr bwMode="auto">
            <a:xfrm>
              <a:off x="4434768" y="1518855"/>
              <a:ext cx="617718" cy="523220"/>
            </a:xfrm>
            <a:prstGeom prst="rect">
              <a:avLst/>
            </a:prstGeom>
            <a:grpFill/>
            <a:effectLst>
              <a:outerShdw blurRad="12700" dist="12700" dir="438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01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687462" y="2720858"/>
            <a:ext cx="782637" cy="1725613"/>
            <a:chOff x="5229523" y="1496513"/>
            <a:chExt cx="782637" cy="1725613"/>
          </a:xfrm>
          <a:solidFill>
            <a:srgbClr val="1C50A2"/>
          </a:solidFill>
        </p:grpSpPr>
        <p:sp>
          <p:nvSpPr>
            <p:cNvPr id="26" name="Freeform 6"/>
            <p:cNvSpPr/>
            <p:nvPr/>
          </p:nvSpPr>
          <p:spPr bwMode="auto">
            <a:xfrm rot="16200000">
              <a:off x="4758035" y="1968001"/>
              <a:ext cx="1725613" cy="782637"/>
            </a:xfrm>
            <a:custGeom>
              <a:avLst/>
              <a:gdLst>
                <a:gd name="T0" fmla="*/ 287 w 460"/>
                <a:gd name="T1" fmla="*/ 0 h 209"/>
                <a:gd name="T2" fmla="*/ 273 w 460"/>
                <a:gd name="T3" fmla="*/ 0 h 209"/>
                <a:gd name="T4" fmla="*/ 260 w 460"/>
                <a:gd name="T5" fmla="*/ 0 h 209"/>
                <a:gd name="T6" fmla="*/ 0 w 460"/>
                <a:gd name="T7" fmla="*/ 0 h 209"/>
                <a:gd name="T8" fmla="*/ 0 w 460"/>
                <a:gd name="T9" fmla="*/ 185 h 209"/>
                <a:gd name="T10" fmla="*/ 130 w 460"/>
                <a:gd name="T11" fmla="*/ 209 h 209"/>
                <a:gd name="T12" fmla="*/ 260 w 460"/>
                <a:gd name="T13" fmla="*/ 185 h 209"/>
                <a:gd name="T14" fmla="*/ 273 w 460"/>
                <a:gd name="T15" fmla="*/ 179 h 209"/>
                <a:gd name="T16" fmla="*/ 287 w 460"/>
                <a:gd name="T17" fmla="*/ 173 h 209"/>
                <a:gd name="T18" fmla="*/ 460 w 460"/>
                <a:gd name="T19" fmla="*/ 0 h 209"/>
                <a:gd name="T20" fmla="*/ 287 w 460"/>
                <a:gd name="T21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209">
                  <a:moveTo>
                    <a:pt x="287" y="0"/>
                  </a:moveTo>
                  <a:cubicBezTo>
                    <a:pt x="273" y="0"/>
                    <a:pt x="273" y="0"/>
                    <a:pt x="273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40" y="200"/>
                    <a:pt x="84" y="209"/>
                    <a:pt x="130" y="209"/>
                  </a:cubicBezTo>
                  <a:cubicBezTo>
                    <a:pt x="176" y="209"/>
                    <a:pt x="219" y="200"/>
                    <a:pt x="260" y="185"/>
                  </a:cubicBezTo>
                  <a:cubicBezTo>
                    <a:pt x="264" y="183"/>
                    <a:pt x="269" y="181"/>
                    <a:pt x="273" y="179"/>
                  </a:cubicBezTo>
                  <a:cubicBezTo>
                    <a:pt x="278" y="178"/>
                    <a:pt x="282" y="176"/>
                    <a:pt x="287" y="173"/>
                  </a:cubicBezTo>
                  <a:cubicBezTo>
                    <a:pt x="363" y="137"/>
                    <a:pt x="424" y="76"/>
                    <a:pt x="460" y="0"/>
                  </a:cubicBezTo>
                  <a:lnTo>
                    <a:pt x="287" y="0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helsea" panose="02000500000000000000" pitchFamily="2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标题层"/>
            <p:cNvSpPr txBox="1"/>
            <p:nvPr/>
          </p:nvSpPr>
          <p:spPr bwMode="auto">
            <a:xfrm>
              <a:off x="5290900" y="2696602"/>
              <a:ext cx="617718" cy="523220"/>
            </a:xfrm>
            <a:prstGeom prst="rect">
              <a:avLst/>
            </a:prstGeom>
            <a:grpFill/>
            <a:effectLst>
              <a:outerShdw blurRad="12700" dist="12700" dir="438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02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629369" y="4535223"/>
            <a:ext cx="1725613" cy="782637"/>
            <a:chOff x="4171430" y="3310878"/>
            <a:chExt cx="1725613" cy="782637"/>
          </a:xfrm>
          <a:solidFill>
            <a:srgbClr val="1C50A2"/>
          </a:solidFill>
        </p:grpSpPr>
        <p:sp>
          <p:nvSpPr>
            <p:cNvPr id="24" name="Freeform 6"/>
            <p:cNvSpPr/>
            <p:nvPr/>
          </p:nvSpPr>
          <p:spPr bwMode="auto">
            <a:xfrm>
              <a:off x="4171430" y="3310878"/>
              <a:ext cx="1725613" cy="782637"/>
            </a:xfrm>
            <a:custGeom>
              <a:avLst/>
              <a:gdLst>
                <a:gd name="T0" fmla="*/ 287 w 460"/>
                <a:gd name="T1" fmla="*/ 0 h 209"/>
                <a:gd name="T2" fmla="*/ 273 w 460"/>
                <a:gd name="T3" fmla="*/ 0 h 209"/>
                <a:gd name="T4" fmla="*/ 260 w 460"/>
                <a:gd name="T5" fmla="*/ 0 h 209"/>
                <a:gd name="T6" fmla="*/ 0 w 460"/>
                <a:gd name="T7" fmla="*/ 0 h 209"/>
                <a:gd name="T8" fmla="*/ 0 w 460"/>
                <a:gd name="T9" fmla="*/ 185 h 209"/>
                <a:gd name="T10" fmla="*/ 130 w 460"/>
                <a:gd name="T11" fmla="*/ 209 h 209"/>
                <a:gd name="T12" fmla="*/ 260 w 460"/>
                <a:gd name="T13" fmla="*/ 185 h 209"/>
                <a:gd name="T14" fmla="*/ 273 w 460"/>
                <a:gd name="T15" fmla="*/ 179 h 209"/>
                <a:gd name="T16" fmla="*/ 287 w 460"/>
                <a:gd name="T17" fmla="*/ 173 h 209"/>
                <a:gd name="T18" fmla="*/ 460 w 460"/>
                <a:gd name="T19" fmla="*/ 0 h 209"/>
                <a:gd name="T20" fmla="*/ 287 w 460"/>
                <a:gd name="T21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209">
                  <a:moveTo>
                    <a:pt x="287" y="0"/>
                  </a:moveTo>
                  <a:cubicBezTo>
                    <a:pt x="273" y="0"/>
                    <a:pt x="273" y="0"/>
                    <a:pt x="273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40" y="200"/>
                    <a:pt x="84" y="209"/>
                    <a:pt x="130" y="209"/>
                  </a:cubicBezTo>
                  <a:cubicBezTo>
                    <a:pt x="176" y="209"/>
                    <a:pt x="219" y="200"/>
                    <a:pt x="260" y="185"/>
                  </a:cubicBezTo>
                  <a:cubicBezTo>
                    <a:pt x="264" y="183"/>
                    <a:pt x="269" y="181"/>
                    <a:pt x="273" y="179"/>
                  </a:cubicBezTo>
                  <a:cubicBezTo>
                    <a:pt x="278" y="178"/>
                    <a:pt x="282" y="176"/>
                    <a:pt x="287" y="173"/>
                  </a:cubicBezTo>
                  <a:cubicBezTo>
                    <a:pt x="363" y="137"/>
                    <a:pt x="424" y="76"/>
                    <a:pt x="460" y="0"/>
                  </a:cubicBezTo>
                  <a:lnTo>
                    <a:pt x="287" y="0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helsea" panose="02000500000000000000" pitchFamily="2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标题层"/>
            <p:cNvSpPr txBox="1"/>
            <p:nvPr/>
          </p:nvSpPr>
          <p:spPr bwMode="auto">
            <a:xfrm>
              <a:off x="4171430" y="3440586"/>
              <a:ext cx="617718" cy="523220"/>
            </a:xfrm>
            <a:prstGeom prst="rect">
              <a:avLst/>
            </a:prstGeom>
            <a:grpFill/>
            <a:effectLst>
              <a:outerShdw blurRad="12700" dist="12700" dir="438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03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754583" y="3454235"/>
            <a:ext cx="782637" cy="1725613"/>
            <a:chOff x="3296644" y="2229890"/>
            <a:chExt cx="782637" cy="1725613"/>
          </a:xfrm>
          <a:solidFill>
            <a:srgbClr val="1C50A2"/>
          </a:solidFill>
        </p:grpSpPr>
        <p:sp>
          <p:nvSpPr>
            <p:cNvPr id="22" name="Freeform 6"/>
            <p:cNvSpPr/>
            <p:nvPr/>
          </p:nvSpPr>
          <p:spPr bwMode="auto">
            <a:xfrm rot="5400000">
              <a:off x="2825156" y="2701378"/>
              <a:ext cx="1725613" cy="782637"/>
            </a:xfrm>
            <a:custGeom>
              <a:avLst/>
              <a:gdLst>
                <a:gd name="T0" fmla="*/ 287 w 460"/>
                <a:gd name="T1" fmla="*/ 0 h 209"/>
                <a:gd name="T2" fmla="*/ 273 w 460"/>
                <a:gd name="T3" fmla="*/ 0 h 209"/>
                <a:gd name="T4" fmla="*/ 260 w 460"/>
                <a:gd name="T5" fmla="*/ 0 h 209"/>
                <a:gd name="T6" fmla="*/ 0 w 460"/>
                <a:gd name="T7" fmla="*/ 0 h 209"/>
                <a:gd name="T8" fmla="*/ 0 w 460"/>
                <a:gd name="T9" fmla="*/ 185 h 209"/>
                <a:gd name="T10" fmla="*/ 130 w 460"/>
                <a:gd name="T11" fmla="*/ 209 h 209"/>
                <a:gd name="T12" fmla="*/ 260 w 460"/>
                <a:gd name="T13" fmla="*/ 185 h 209"/>
                <a:gd name="T14" fmla="*/ 273 w 460"/>
                <a:gd name="T15" fmla="*/ 179 h 209"/>
                <a:gd name="T16" fmla="*/ 287 w 460"/>
                <a:gd name="T17" fmla="*/ 173 h 209"/>
                <a:gd name="T18" fmla="*/ 460 w 460"/>
                <a:gd name="T19" fmla="*/ 0 h 209"/>
                <a:gd name="T20" fmla="*/ 287 w 460"/>
                <a:gd name="T21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209">
                  <a:moveTo>
                    <a:pt x="287" y="0"/>
                  </a:moveTo>
                  <a:cubicBezTo>
                    <a:pt x="273" y="0"/>
                    <a:pt x="273" y="0"/>
                    <a:pt x="273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40" y="200"/>
                    <a:pt x="84" y="209"/>
                    <a:pt x="130" y="209"/>
                  </a:cubicBezTo>
                  <a:cubicBezTo>
                    <a:pt x="176" y="209"/>
                    <a:pt x="219" y="200"/>
                    <a:pt x="260" y="185"/>
                  </a:cubicBezTo>
                  <a:cubicBezTo>
                    <a:pt x="264" y="183"/>
                    <a:pt x="269" y="181"/>
                    <a:pt x="273" y="179"/>
                  </a:cubicBezTo>
                  <a:cubicBezTo>
                    <a:pt x="278" y="178"/>
                    <a:pt x="282" y="176"/>
                    <a:pt x="287" y="173"/>
                  </a:cubicBezTo>
                  <a:cubicBezTo>
                    <a:pt x="363" y="137"/>
                    <a:pt x="424" y="76"/>
                    <a:pt x="460" y="0"/>
                  </a:cubicBezTo>
                  <a:lnTo>
                    <a:pt x="287" y="0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helsea" panose="02000500000000000000" pitchFamily="2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标题层"/>
            <p:cNvSpPr txBox="1"/>
            <p:nvPr/>
          </p:nvSpPr>
          <p:spPr bwMode="auto">
            <a:xfrm>
              <a:off x="3417367" y="2229890"/>
              <a:ext cx="617718" cy="523220"/>
            </a:xfrm>
            <a:prstGeom prst="rect">
              <a:avLst/>
            </a:prstGeom>
            <a:grpFill/>
            <a:effectLst>
              <a:outerShdw blurRad="12700" dist="12700" dir="438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04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4661787" y="3110485"/>
            <a:ext cx="621393" cy="0"/>
          </a:xfrm>
          <a:prstGeom prst="line">
            <a:avLst/>
          </a:prstGeom>
          <a:noFill/>
          <a:ln w="9525" cap="flat" cmpd="sng" algn="ctr">
            <a:solidFill>
              <a:srgbClr val="1C50A2"/>
            </a:solidFill>
            <a:prstDash val="sysDash"/>
            <a:headEnd type="oval"/>
            <a:tailEnd type="oval"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7044285" y="3110485"/>
            <a:ext cx="621393" cy="0"/>
          </a:xfrm>
          <a:prstGeom prst="line">
            <a:avLst/>
          </a:prstGeom>
          <a:noFill/>
          <a:ln w="9525" cap="flat" cmpd="sng" algn="ctr">
            <a:solidFill>
              <a:srgbClr val="1C50A2"/>
            </a:solidFill>
            <a:prstDash val="sysDash"/>
            <a:headEnd type="oval"/>
            <a:tailEnd type="oval"/>
          </a:ln>
          <a:effectLst/>
        </p:spPr>
      </p:cxnSp>
      <p:cxnSp>
        <p:nvCxnSpPr>
          <p:cNvPr id="20" name="直接连接符 19"/>
          <p:cNvCxnSpPr/>
          <p:nvPr/>
        </p:nvCxnSpPr>
        <p:spPr>
          <a:xfrm>
            <a:off x="7044285" y="4680242"/>
            <a:ext cx="621393" cy="0"/>
          </a:xfrm>
          <a:prstGeom prst="line">
            <a:avLst/>
          </a:prstGeom>
          <a:noFill/>
          <a:ln w="9525" cap="flat" cmpd="sng" algn="ctr">
            <a:solidFill>
              <a:srgbClr val="1C50A2"/>
            </a:solidFill>
            <a:prstDash val="sysDash"/>
            <a:headEnd type="oval"/>
            <a:tailEnd type="oval"/>
          </a:ln>
          <a:effectLst/>
        </p:spPr>
      </p:cxnSp>
      <p:cxnSp>
        <p:nvCxnSpPr>
          <p:cNvPr id="21" name="直接连接符 20"/>
          <p:cNvCxnSpPr/>
          <p:nvPr/>
        </p:nvCxnSpPr>
        <p:spPr>
          <a:xfrm>
            <a:off x="4661787" y="4680242"/>
            <a:ext cx="621393" cy="0"/>
          </a:xfrm>
          <a:prstGeom prst="line">
            <a:avLst/>
          </a:prstGeom>
          <a:noFill/>
          <a:ln w="9525" cap="flat" cmpd="sng" algn="ctr">
            <a:solidFill>
              <a:srgbClr val="1C50A2"/>
            </a:solidFill>
            <a:prstDash val="sysDash"/>
            <a:headEnd type="oval"/>
            <a:tailEnd type="oval"/>
          </a:ln>
          <a:effectLst/>
        </p:spPr>
      </p:cxnSp>
      <p:sp>
        <p:nvSpPr>
          <p:cNvPr id="32" name="文本框 1"/>
          <p:cNvSpPr txBox="1"/>
          <p:nvPr/>
        </p:nvSpPr>
        <p:spPr>
          <a:xfrm>
            <a:off x="1121817" y="4597166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išļîďè"/>
          <p:cNvSpPr txBox="1"/>
          <p:nvPr/>
        </p:nvSpPr>
        <p:spPr bwMode="auto">
          <a:xfrm>
            <a:off x="1105934" y="4252342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4" name="文本框 1"/>
          <p:cNvSpPr txBox="1"/>
          <p:nvPr/>
        </p:nvSpPr>
        <p:spPr>
          <a:xfrm>
            <a:off x="1121817" y="2899059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5" name="išļîďè"/>
          <p:cNvSpPr txBox="1"/>
          <p:nvPr/>
        </p:nvSpPr>
        <p:spPr bwMode="auto">
          <a:xfrm>
            <a:off x="1105934" y="2554235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6" name="文本框 1"/>
          <p:cNvSpPr txBox="1"/>
          <p:nvPr/>
        </p:nvSpPr>
        <p:spPr>
          <a:xfrm>
            <a:off x="8426929" y="4597166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išļîďè"/>
          <p:cNvSpPr txBox="1"/>
          <p:nvPr/>
        </p:nvSpPr>
        <p:spPr bwMode="auto">
          <a:xfrm>
            <a:off x="8411046" y="4252342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8" name="文本框 1"/>
          <p:cNvSpPr txBox="1"/>
          <p:nvPr/>
        </p:nvSpPr>
        <p:spPr>
          <a:xfrm>
            <a:off x="8426929" y="2899059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išļîďè"/>
          <p:cNvSpPr txBox="1"/>
          <p:nvPr/>
        </p:nvSpPr>
        <p:spPr bwMode="auto">
          <a:xfrm>
            <a:off x="8411046" y="2554235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0" name="文本框 1"/>
          <p:cNvSpPr txBox="1"/>
          <p:nvPr/>
        </p:nvSpPr>
        <p:spPr>
          <a:xfrm>
            <a:off x="1109182" y="1046227"/>
            <a:ext cx="935577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70862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518" y="1992284"/>
            <a:ext cx="12192518" cy="2375427"/>
            <a:chOff x="-135" y="2292"/>
            <a:chExt cx="14536" cy="2832"/>
          </a:xfrm>
        </p:grpSpPr>
        <p:sp>
          <p:nvSpPr>
            <p:cNvPr id="3" name="梯形 2"/>
            <p:cNvSpPr/>
            <p:nvPr/>
          </p:nvSpPr>
          <p:spPr>
            <a:xfrm rot="16200000">
              <a:off x="8795" y="-543"/>
              <a:ext cx="2707" cy="8504"/>
            </a:xfrm>
            <a:prstGeom prst="trapezoid">
              <a:avLst>
                <a:gd name="adj" fmla="val 16935"/>
              </a:avLst>
            </a:prstGeom>
            <a:solidFill>
              <a:srgbClr val="1C50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梯形 3"/>
            <p:cNvSpPr/>
            <p:nvPr/>
          </p:nvSpPr>
          <p:spPr>
            <a:xfrm rot="5400000">
              <a:off x="1474" y="683"/>
              <a:ext cx="2832" cy="6049"/>
            </a:xfrm>
            <a:prstGeom prst="trapezoid">
              <a:avLst>
                <a:gd name="adj" fmla="val 17865"/>
              </a:avLst>
            </a:prstGeom>
            <a:solidFill>
              <a:schemeClr val="bg1">
                <a:lumMod val="8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2"/>
            <p:cNvSpPr txBox="1"/>
            <p:nvPr/>
          </p:nvSpPr>
          <p:spPr>
            <a:xfrm>
              <a:off x="4404" y="3019"/>
              <a:ext cx="1040" cy="107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Part</a:t>
              </a: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2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660" y="3180"/>
              <a:ext cx="3853" cy="981"/>
            </a:xfrm>
            <a:prstGeom prst="rect">
              <a:avLst/>
            </a:prstGeom>
          </p:spPr>
          <p:txBody>
            <a:bodyPr wrap="none" lIns="68580" tIns="34290" rIns="68580" bIns="3429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思路与方法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50" y="2677"/>
              <a:ext cx="2064" cy="2064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/>
          </p:nvGrpSpPr>
          <p:grpSpPr>
            <a:xfrm>
              <a:off x="10796" y="3082"/>
              <a:ext cx="2189" cy="1406"/>
              <a:chOff x="9140243" y="2649839"/>
              <a:chExt cx="1853498" cy="1189530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9140243" y="2649839"/>
                <a:ext cx="1614117" cy="4103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2-1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  <a:sym typeface="微软雅黑" panose="020B0503020204020204" pitchFamily="34" charset="-122"/>
                  </a:rPr>
                  <a:t>研究思路</a:t>
                </a: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9140243" y="3037021"/>
                <a:ext cx="1614117" cy="4103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2-2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研究方法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9140243" y="3429000"/>
                <a:ext cx="1853498" cy="4103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2-3 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可行性说明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1348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研究方法与思路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48"/>
          <p:cNvSpPr>
            <a:spLocks noEditPoints="1"/>
          </p:cNvSpPr>
          <p:nvPr/>
        </p:nvSpPr>
        <p:spPr bwMode="auto">
          <a:xfrm>
            <a:off x="5086490" y="3865385"/>
            <a:ext cx="2081018" cy="2081018"/>
          </a:xfrm>
          <a:custGeom>
            <a:avLst/>
            <a:gdLst>
              <a:gd name="T0" fmla="*/ 556 w 1252"/>
              <a:gd name="T1" fmla="*/ 1248 h 1252"/>
              <a:gd name="T2" fmla="*/ 375 w 1252"/>
              <a:gd name="T3" fmla="*/ 1200 h 1252"/>
              <a:gd name="T4" fmla="*/ 255 w 1252"/>
              <a:gd name="T5" fmla="*/ 1130 h 1252"/>
              <a:gd name="T6" fmla="*/ 122 w 1252"/>
              <a:gd name="T7" fmla="*/ 998 h 1252"/>
              <a:gd name="T8" fmla="*/ 52 w 1252"/>
              <a:gd name="T9" fmla="*/ 877 h 1252"/>
              <a:gd name="T10" fmla="*/ 4 w 1252"/>
              <a:gd name="T11" fmla="*/ 696 h 1252"/>
              <a:gd name="T12" fmla="*/ 4 w 1252"/>
              <a:gd name="T13" fmla="*/ 560 h 1252"/>
              <a:gd name="T14" fmla="*/ 137 w 1252"/>
              <a:gd name="T15" fmla="*/ 458 h 1252"/>
              <a:gd name="T16" fmla="*/ 120 w 1252"/>
              <a:gd name="T17" fmla="*/ 257 h 1252"/>
              <a:gd name="T18" fmla="*/ 287 w 1252"/>
              <a:gd name="T19" fmla="*/ 236 h 1252"/>
              <a:gd name="T20" fmla="*/ 372 w 1252"/>
              <a:gd name="T21" fmla="*/ 54 h 1252"/>
              <a:gd name="T22" fmla="*/ 528 w 1252"/>
              <a:gd name="T23" fmla="*/ 119 h 1252"/>
              <a:gd name="T24" fmla="*/ 626 w 1252"/>
              <a:gd name="T25" fmla="*/ 0 h 1252"/>
              <a:gd name="T26" fmla="*/ 724 w 1252"/>
              <a:gd name="T27" fmla="*/ 119 h 1252"/>
              <a:gd name="T28" fmla="*/ 879 w 1252"/>
              <a:gd name="T29" fmla="*/ 54 h 1252"/>
              <a:gd name="T30" fmla="*/ 965 w 1252"/>
              <a:gd name="T31" fmla="*/ 236 h 1252"/>
              <a:gd name="T32" fmla="*/ 1132 w 1252"/>
              <a:gd name="T33" fmla="*/ 257 h 1252"/>
              <a:gd name="T34" fmla="*/ 1115 w 1252"/>
              <a:gd name="T35" fmla="*/ 458 h 1252"/>
              <a:gd name="T36" fmla="*/ 1248 w 1252"/>
              <a:gd name="T37" fmla="*/ 560 h 1252"/>
              <a:gd name="T38" fmla="*/ 1248 w 1252"/>
              <a:gd name="T39" fmla="*/ 696 h 1252"/>
              <a:gd name="T40" fmla="*/ 1200 w 1252"/>
              <a:gd name="T41" fmla="*/ 877 h 1252"/>
              <a:gd name="T42" fmla="*/ 1130 w 1252"/>
              <a:gd name="T43" fmla="*/ 998 h 1252"/>
              <a:gd name="T44" fmla="*/ 997 w 1252"/>
              <a:gd name="T45" fmla="*/ 1130 h 1252"/>
              <a:gd name="T46" fmla="*/ 877 w 1252"/>
              <a:gd name="T47" fmla="*/ 1200 h 1252"/>
              <a:gd name="T48" fmla="*/ 696 w 1252"/>
              <a:gd name="T49" fmla="*/ 1248 h 1252"/>
              <a:gd name="T50" fmla="*/ 563 w 1252"/>
              <a:gd name="T51" fmla="*/ 1241 h 1252"/>
              <a:gd name="T52" fmla="*/ 717 w 1252"/>
              <a:gd name="T53" fmla="*/ 1126 h 1252"/>
              <a:gd name="T54" fmla="*/ 797 w 1252"/>
              <a:gd name="T55" fmla="*/ 1105 h 1252"/>
              <a:gd name="T56" fmla="*/ 955 w 1252"/>
              <a:gd name="T57" fmla="*/ 1014 h 1252"/>
              <a:gd name="T58" fmla="*/ 1013 w 1252"/>
              <a:gd name="T59" fmla="*/ 955 h 1252"/>
              <a:gd name="T60" fmla="*/ 1105 w 1252"/>
              <a:gd name="T61" fmla="*/ 797 h 1252"/>
              <a:gd name="T62" fmla="*/ 1126 w 1252"/>
              <a:gd name="T63" fmla="*/ 718 h 1252"/>
              <a:gd name="T64" fmla="*/ 1240 w 1252"/>
              <a:gd name="T65" fmla="*/ 563 h 1252"/>
              <a:gd name="T66" fmla="*/ 1106 w 1252"/>
              <a:gd name="T67" fmla="*/ 458 h 1252"/>
              <a:gd name="T68" fmla="*/ 1127 w 1252"/>
              <a:gd name="T69" fmla="*/ 265 h 1252"/>
              <a:gd name="T70" fmla="*/ 957 w 1252"/>
              <a:gd name="T71" fmla="*/ 241 h 1252"/>
              <a:gd name="T72" fmla="*/ 879 w 1252"/>
              <a:gd name="T73" fmla="*/ 63 h 1252"/>
              <a:gd name="T74" fmla="*/ 720 w 1252"/>
              <a:gd name="T75" fmla="*/ 127 h 1252"/>
              <a:gd name="T76" fmla="*/ 626 w 1252"/>
              <a:gd name="T77" fmla="*/ 9 h 1252"/>
              <a:gd name="T78" fmla="*/ 532 w 1252"/>
              <a:gd name="T79" fmla="*/ 127 h 1252"/>
              <a:gd name="T80" fmla="*/ 373 w 1252"/>
              <a:gd name="T81" fmla="*/ 63 h 1252"/>
              <a:gd name="T82" fmla="*/ 295 w 1252"/>
              <a:gd name="T83" fmla="*/ 241 h 1252"/>
              <a:gd name="T84" fmla="*/ 125 w 1252"/>
              <a:gd name="T85" fmla="*/ 265 h 1252"/>
              <a:gd name="T86" fmla="*/ 146 w 1252"/>
              <a:gd name="T87" fmla="*/ 458 h 1252"/>
              <a:gd name="T88" fmla="*/ 12 w 1252"/>
              <a:gd name="T89" fmla="*/ 563 h 1252"/>
              <a:gd name="T90" fmla="*/ 126 w 1252"/>
              <a:gd name="T91" fmla="*/ 718 h 1252"/>
              <a:gd name="T92" fmla="*/ 147 w 1252"/>
              <a:gd name="T93" fmla="*/ 797 h 1252"/>
              <a:gd name="T94" fmla="*/ 239 w 1252"/>
              <a:gd name="T95" fmla="*/ 955 h 1252"/>
              <a:gd name="T96" fmla="*/ 297 w 1252"/>
              <a:gd name="T97" fmla="*/ 1014 h 1252"/>
              <a:gd name="T98" fmla="*/ 455 w 1252"/>
              <a:gd name="T99" fmla="*/ 1105 h 1252"/>
              <a:gd name="T100" fmla="*/ 535 w 1252"/>
              <a:gd name="T101" fmla="*/ 1126 h 1252"/>
              <a:gd name="T102" fmla="*/ 288 w 1252"/>
              <a:gd name="T103" fmla="*/ 964 h 1252"/>
              <a:gd name="T104" fmla="*/ 626 w 1252"/>
              <a:gd name="T105" fmla="*/ 148 h 1252"/>
              <a:gd name="T106" fmla="*/ 964 w 1252"/>
              <a:gd name="T107" fmla="*/ 964 h 1252"/>
              <a:gd name="T108" fmla="*/ 157 w 1252"/>
              <a:gd name="T109" fmla="*/ 626 h 1252"/>
              <a:gd name="T110" fmla="*/ 626 w 1252"/>
              <a:gd name="T111" fmla="*/ 157 h 1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252" h="1252">
                <a:moveTo>
                  <a:pt x="626" y="1252"/>
                </a:moveTo>
                <a:cubicBezTo>
                  <a:pt x="604" y="1252"/>
                  <a:pt x="581" y="1251"/>
                  <a:pt x="559" y="1249"/>
                </a:cubicBezTo>
                <a:cubicBezTo>
                  <a:pt x="556" y="1248"/>
                  <a:pt x="556" y="1248"/>
                  <a:pt x="556" y="1248"/>
                </a:cubicBezTo>
                <a:cubicBezTo>
                  <a:pt x="528" y="1134"/>
                  <a:pt x="528" y="1134"/>
                  <a:pt x="528" y="1134"/>
                </a:cubicBezTo>
                <a:cubicBezTo>
                  <a:pt x="504" y="1129"/>
                  <a:pt x="480" y="1123"/>
                  <a:pt x="458" y="1115"/>
                </a:cubicBezTo>
                <a:cubicBezTo>
                  <a:pt x="375" y="1200"/>
                  <a:pt x="375" y="1200"/>
                  <a:pt x="375" y="1200"/>
                </a:cubicBezTo>
                <a:cubicBezTo>
                  <a:pt x="372" y="1199"/>
                  <a:pt x="372" y="1199"/>
                  <a:pt x="372" y="1199"/>
                </a:cubicBezTo>
                <a:cubicBezTo>
                  <a:pt x="332" y="1181"/>
                  <a:pt x="293" y="1158"/>
                  <a:pt x="257" y="1132"/>
                </a:cubicBezTo>
                <a:cubicBezTo>
                  <a:pt x="255" y="1130"/>
                  <a:pt x="255" y="1130"/>
                  <a:pt x="255" y="1130"/>
                </a:cubicBezTo>
                <a:cubicBezTo>
                  <a:pt x="287" y="1016"/>
                  <a:pt x="287" y="1016"/>
                  <a:pt x="287" y="1016"/>
                </a:cubicBezTo>
                <a:cubicBezTo>
                  <a:pt x="269" y="1001"/>
                  <a:pt x="252" y="983"/>
                  <a:pt x="236" y="965"/>
                </a:cubicBezTo>
                <a:cubicBezTo>
                  <a:pt x="122" y="998"/>
                  <a:pt x="122" y="998"/>
                  <a:pt x="122" y="998"/>
                </a:cubicBezTo>
                <a:cubicBezTo>
                  <a:pt x="120" y="995"/>
                  <a:pt x="120" y="995"/>
                  <a:pt x="120" y="995"/>
                </a:cubicBezTo>
                <a:cubicBezTo>
                  <a:pt x="94" y="959"/>
                  <a:pt x="72" y="921"/>
                  <a:pt x="54" y="880"/>
                </a:cubicBezTo>
                <a:cubicBezTo>
                  <a:pt x="52" y="877"/>
                  <a:pt x="52" y="877"/>
                  <a:pt x="52" y="877"/>
                </a:cubicBezTo>
                <a:cubicBezTo>
                  <a:pt x="137" y="795"/>
                  <a:pt x="137" y="795"/>
                  <a:pt x="137" y="795"/>
                </a:cubicBezTo>
                <a:cubicBezTo>
                  <a:pt x="130" y="772"/>
                  <a:pt x="123" y="748"/>
                  <a:pt x="119" y="725"/>
                </a:cubicBezTo>
                <a:cubicBezTo>
                  <a:pt x="4" y="696"/>
                  <a:pt x="4" y="696"/>
                  <a:pt x="4" y="696"/>
                </a:cubicBezTo>
                <a:cubicBezTo>
                  <a:pt x="4" y="693"/>
                  <a:pt x="4" y="693"/>
                  <a:pt x="4" y="693"/>
                </a:cubicBezTo>
                <a:cubicBezTo>
                  <a:pt x="1" y="671"/>
                  <a:pt x="0" y="648"/>
                  <a:pt x="0" y="626"/>
                </a:cubicBezTo>
                <a:cubicBezTo>
                  <a:pt x="0" y="604"/>
                  <a:pt x="1" y="582"/>
                  <a:pt x="4" y="560"/>
                </a:cubicBezTo>
                <a:cubicBezTo>
                  <a:pt x="4" y="557"/>
                  <a:pt x="4" y="557"/>
                  <a:pt x="4" y="557"/>
                </a:cubicBezTo>
                <a:cubicBezTo>
                  <a:pt x="119" y="528"/>
                  <a:pt x="119" y="528"/>
                  <a:pt x="119" y="528"/>
                </a:cubicBezTo>
                <a:cubicBezTo>
                  <a:pt x="123" y="504"/>
                  <a:pt x="130" y="481"/>
                  <a:pt x="137" y="458"/>
                </a:cubicBezTo>
                <a:cubicBezTo>
                  <a:pt x="52" y="376"/>
                  <a:pt x="52" y="376"/>
                  <a:pt x="52" y="376"/>
                </a:cubicBezTo>
                <a:cubicBezTo>
                  <a:pt x="54" y="373"/>
                  <a:pt x="54" y="373"/>
                  <a:pt x="54" y="373"/>
                </a:cubicBezTo>
                <a:cubicBezTo>
                  <a:pt x="72" y="332"/>
                  <a:pt x="94" y="293"/>
                  <a:pt x="120" y="257"/>
                </a:cubicBezTo>
                <a:cubicBezTo>
                  <a:pt x="122" y="255"/>
                  <a:pt x="122" y="255"/>
                  <a:pt x="122" y="255"/>
                </a:cubicBezTo>
                <a:cubicBezTo>
                  <a:pt x="236" y="287"/>
                  <a:pt x="236" y="287"/>
                  <a:pt x="236" y="287"/>
                </a:cubicBezTo>
                <a:cubicBezTo>
                  <a:pt x="252" y="269"/>
                  <a:pt x="269" y="252"/>
                  <a:pt x="287" y="236"/>
                </a:cubicBezTo>
                <a:cubicBezTo>
                  <a:pt x="255" y="122"/>
                  <a:pt x="255" y="122"/>
                  <a:pt x="255" y="122"/>
                </a:cubicBezTo>
                <a:cubicBezTo>
                  <a:pt x="257" y="121"/>
                  <a:pt x="257" y="121"/>
                  <a:pt x="257" y="121"/>
                </a:cubicBezTo>
                <a:cubicBezTo>
                  <a:pt x="293" y="94"/>
                  <a:pt x="332" y="72"/>
                  <a:pt x="372" y="54"/>
                </a:cubicBezTo>
                <a:cubicBezTo>
                  <a:pt x="375" y="53"/>
                  <a:pt x="375" y="53"/>
                  <a:pt x="375" y="53"/>
                </a:cubicBezTo>
                <a:cubicBezTo>
                  <a:pt x="458" y="138"/>
                  <a:pt x="458" y="138"/>
                  <a:pt x="458" y="138"/>
                </a:cubicBezTo>
                <a:cubicBezTo>
                  <a:pt x="480" y="130"/>
                  <a:pt x="504" y="123"/>
                  <a:pt x="528" y="119"/>
                </a:cubicBezTo>
                <a:cubicBezTo>
                  <a:pt x="556" y="4"/>
                  <a:pt x="556" y="4"/>
                  <a:pt x="556" y="4"/>
                </a:cubicBezTo>
                <a:cubicBezTo>
                  <a:pt x="559" y="4"/>
                  <a:pt x="559" y="4"/>
                  <a:pt x="559" y="4"/>
                </a:cubicBezTo>
                <a:cubicBezTo>
                  <a:pt x="581" y="2"/>
                  <a:pt x="604" y="0"/>
                  <a:pt x="626" y="0"/>
                </a:cubicBezTo>
                <a:cubicBezTo>
                  <a:pt x="648" y="0"/>
                  <a:pt x="671" y="2"/>
                  <a:pt x="693" y="4"/>
                </a:cubicBezTo>
                <a:cubicBezTo>
                  <a:pt x="696" y="4"/>
                  <a:pt x="696" y="4"/>
                  <a:pt x="696" y="4"/>
                </a:cubicBezTo>
                <a:cubicBezTo>
                  <a:pt x="724" y="119"/>
                  <a:pt x="724" y="119"/>
                  <a:pt x="724" y="119"/>
                </a:cubicBezTo>
                <a:cubicBezTo>
                  <a:pt x="748" y="123"/>
                  <a:pt x="772" y="130"/>
                  <a:pt x="794" y="138"/>
                </a:cubicBezTo>
                <a:cubicBezTo>
                  <a:pt x="877" y="53"/>
                  <a:pt x="877" y="53"/>
                  <a:pt x="877" y="53"/>
                </a:cubicBezTo>
                <a:cubicBezTo>
                  <a:pt x="879" y="54"/>
                  <a:pt x="879" y="54"/>
                  <a:pt x="879" y="54"/>
                </a:cubicBezTo>
                <a:cubicBezTo>
                  <a:pt x="920" y="72"/>
                  <a:pt x="959" y="94"/>
                  <a:pt x="995" y="121"/>
                </a:cubicBezTo>
                <a:cubicBezTo>
                  <a:pt x="997" y="122"/>
                  <a:pt x="997" y="122"/>
                  <a:pt x="997" y="122"/>
                </a:cubicBezTo>
                <a:cubicBezTo>
                  <a:pt x="965" y="236"/>
                  <a:pt x="965" y="236"/>
                  <a:pt x="965" y="236"/>
                </a:cubicBezTo>
                <a:cubicBezTo>
                  <a:pt x="983" y="252"/>
                  <a:pt x="1000" y="269"/>
                  <a:pt x="1016" y="287"/>
                </a:cubicBezTo>
                <a:cubicBezTo>
                  <a:pt x="1130" y="255"/>
                  <a:pt x="1130" y="255"/>
                  <a:pt x="1130" y="255"/>
                </a:cubicBezTo>
                <a:cubicBezTo>
                  <a:pt x="1132" y="257"/>
                  <a:pt x="1132" y="257"/>
                  <a:pt x="1132" y="257"/>
                </a:cubicBezTo>
                <a:cubicBezTo>
                  <a:pt x="1158" y="293"/>
                  <a:pt x="1180" y="332"/>
                  <a:pt x="1198" y="373"/>
                </a:cubicBezTo>
                <a:cubicBezTo>
                  <a:pt x="1200" y="376"/>
                  <a:pt x="1200" y="376"/>
                  <a:pt x="1200" y="376"/>
                </a:cubicBezTo>
                <a:cubicBezTo>
                  <a:pt x="1115" y="458"/>
                  <a:pt x="1115" y="458"/>
                  <a:pt x="1115" y="458"/>
                </a:cubicBezTo>
                <a:cubicBezTo>
                  <a:pt x="1123" y="481"/>
                  <a:pt x="1129" y="504"/>
                  <a:pt x="1133" y="528"/>
                </a:cubicBezTo>
                <a:cubicBezTo>
                  <a:pt x="1248" y="557"/>
                  <a:pt x="1248" y="557"/>
                  <a:pt x="1248" y="557"/>
                </a:cubicBezTo>
                <a:cubicBezTo>
                  <a:pt x="1248" y="560"/>
                  <a:pt x="1248" y="560"/>
                  <a:pt x="1248" y="560"/>
                </a:cubicBezTo>
                <a:cubicBezTo>
                  <a:pt x="1251" y="582"/>
                  <a:pt x="1252" y="604"/>
                  <a:pt x="1252" y="626"/>
                </a:cubicBezTo>
                <a:cubicBezTo>
                  <a:pt x="1252" y="649"/>
                  <a:pt x="1251" y="671"/>
                  <a:pt x="1248" y="693"/>
                </a:cubicBezTo>
                <a:cubicBezTo>
                  <a:pt x="1248" y="696"/>
                  <a:pt x="1248" y="696"/>
                  <a:pt x="1248" y="696"/>
                </a:cubicBezTo>
                <a:cubicBezTo>
                  <a:pt x="1133" y="725"/>
                  <a:pt x="1133" y="725"/>
                  <a:pt x="1133" y="725"/>
                </a:cubicBezTo>
                <a:cubicBezTo>
                  <a:pt x="1129" y="748"/>
                  <a:pt x="1122" y="772"/>
                  <a:pt x="1115" y="795"/>
                </a:cubicBezTo>
                <a:cubicBezTo>
                  <a:pt x="1200" y="877"/>
                  <a:pt x="1200" y="877"/>
                  <a:pt x="1200" y="877"/>
                </a:cubicBezTo>
                <a:cubicBezTo>
                  <a:pt x="1198" y="880"/>
                  <a:pt x="1198" y="880"/>
                  <a:pt x="1198" y="880"/>
                </a:cubicBezTo>
                <a:cubicBezTo>
                  <a:pt x="1180" y="920"/>
                  <a:pt x="1158" y="959"/>
                  <a:pt x="1132" y="995"/>
                </a:cubicBezTo>
                <a:cubicBezTo>
                  <a:pt x="1130" y="998"/>
                  <a:pt x="1130" y="998"/>
                  <a:pt x="1130" y="998"/>
                </a:cubicBezTo>
                <a:cubicBezTo>
                  <a:pt x="1016" y="965"/>
                  <a:pt x="1016" y="965"/>
                  <a:pt x="1016" y="965"/>
                </a:cubicBezTo>
                <a:cubicBezTo>
                  <a:pt x="1000" y="983"/>
                  <a:pt x="983" y="1001"/>
                  <a:pt x="965" y="1016"/>
                </a:cubicBezTo>
                <a:cubicBezTo>
                  <a:pt x="997" y="1130"/>
                  <a:pt x="997" y="1130"/>
                  <a:pt x="997" y="1130"/>
                </a:cubicBezTo>
                <a:cubicBezTo>
                  <a:pt x="995" y="1132"/>
                  <a:pt x="995" y="1132"/>
                  <a:pt x="995" y="1132"/>
                </a:cubicBezTo>
                <a:cubicBezTo>
                  <a:pt x="959" y="1158"/>
                  <a:pt x="920" y="1181"/>
                  <a:pt x="879" y="119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94" y="1115"/>
                  <a:pt x="794" y="1115"/>
                  <a:pt x="794" y="1115"/>
                </a:cubicBezTo>
                <a:cubicBezTo>
                  <a:pt x="772" y="1123"/>
                  <a:pt x="748" y="1129"/>
                  <a:pt x="724" y="1134"/>
                </a:cubicBezTo>
                <a:cubicBezTo>
                  <a:pt x="696" y="1248"/>
                  <a:pt x="696" y="1248"/>
                  <a:pt x="696" y="1248"/>
                </a:cubicBezTo>
                <a:cubicBezTo>
                  <a:pt x="693" y="1249"/>
                  <a:pt x="693" y="1249"/>
                  <a:pt x="693" y="1249"/>
                </a:cubicBezTo>
                <a:cubicBezTo>
                  <a:pt x="671" y="1251"/>
                  <a:pt x="648" y="1252"/>
                  <a:pt x="626" y="1252"/>
                </a:cubicBezTo>
                <a:close/>
                <a:moveTo>
                  <a:pt x="563" y="1241"/>
                </a:moveTo>
                <a:cubicBezTo>
                  <a:pt x="584" y="1243"/>
                  <a:pt x="605" y="1244"/>
                  <a:pt x="626" y="1244"/>
                </a:cubicBezTo>
                <a:cubicBezTo>
                  <a:pt x="647" y="1244"/>
                  <a:pt x="668" y="1243"/>
                  <a:pt x="689" y="1241"/>
                </a:cubicBezTo>
                <a:cubicBezTo>
                  <a:pt x="717" y="1126"/>
                  <a:pt x="717" y="1126"/>
                  <a:pt x="717" y="1126"/>
                </a:cubicBezTo>
                <a:cubicBezTo>
                  <a:pt x="720" y="1126"/>
                  <a:pt x="720" y="1126"/>
                  <a:pt x="720" y="1126"/>
                </a:cubicBezTo>
                <a:cubicBezTo>
                  <a:pt x="745" y="1121"/>
                  <a:pt x="770" y="1114"/>
                  <a:pt x="794" y="1106"/>
                </a:cubicBezTo>
                <a:cubicBezTo>
                  <a:pt x="797" y="1105"/>
                  <a:pt x="797" y="1105"/>
                  <a:pt x="797" y="1105"/>
                </a:cubicBezTo>
                <a:cubicBezTo>
                  <a:pt x="879" y="1190"/>
                  <a:pt x="879" y="1190"/>
                  <a:pt x="879" y="1190"/>
                </a:cubicBezTo>
                <a:cubicBezTo>
                  <a:pt x="917" y="1173"/>
                  <a:pt x="953" y="1151"/>
                  <a:pt x="988" y="1127"/>
                </a:cubicBezTo>
                <a:cubicBezTo>
                  <a:pt x="955" y="1014"/>
                  <a:pt x="955" y="1014"/>
                  <a:pt x="955" y="1014"/>
                </a:cubicBezTo>
                <a:cubicBezTo>
                  <a:pt x="957" y="1012"/>
                  <a:pt x="957" y="1012"/>
                  <a:pt x="957" y="1012"/>
                </a:cubicBezTo>
                <a:cubicBezTo>
                  <a:pt x="977" y="995"/>
                  <a:pt x="995" y="977"/>
                  <a:pt x="1011" y="958"/>
                </a:cubicBezTo>
                <a:cubicBezTo>
                  <a:pt x="1013" y="955"/>
                  <a:pt x="1013" y="955"/>
                  <a:pt x="1013" y="955"/>
                </a:cubicBezTo>
                <a:cubicBezTo>
                  <a:pt x="1127" y="988"/>
                  <a:pt x="1127" y="988"/>
                  <a:pt x="1127" y="988"/>
                </a:cubicBezTo>
                <a:cubicBezTo>
                  <a:pt x="1151" y="954"/>
                  <a:pt x="1172" y="917"/>
                  <a:pt x="1189" y="879"/>
                </a:cubicBezTo>
                <a:cubicBezTo>
                  <a:pt x="1105" y="797"/>
                  <a:pt x="1105" y="797"/>
                  <a:pt x="1105" y="797"/>
                </a:cubicBezTo>
                <a:cubicBezTo>
                  <a:pt x="1106" y="795"/>
                  <a:pt x="1106" y="795"/>
                  <a:pt x="1106" y="795"/>
                </a:cubicBezTo>
                <a:cubicBezTo>
                  <a:pt x="1114" y="771"/>
                  <a:pt x="1121" y="746"/>
                  <a:pt x="1125" y="720"/>
                </a:cubicBezTo>
                <a:cubicBezTo>
                  <a:pt x="1126" y="718"/>
                  <a:pt x="1126" y="718"/>
                  <a:pt x="1126" y="718"/>
                </a:cubicBezTo>
                <a:cubicBezTo>
                  <a:pt x="1240" y="689"/>
                  <a:pt x="1240" y="689"/>
                  <a:pt x="1240" y="689"/>
                </a:cubicBezTo>
                <a:cubicBezTo>
                  <a:pt x="1242" y="668"/>
                  <a:pt x="1243" y="647"/>
                  <a:pt x="1243" y="626"/>
                </a:cubicBezTo>
                <a:cubicBezTo>
                  <a:pt x="1243" y="605"/>
                  <a:pt x="1242" y="584"/>
                  <a:pt x="1240" y="563"/>
                </a:cubicBezTo>
                <a:cubicBezTo>
                  <a:pt x="1126" y="535"/>
                  <a:pt x="1126" y="535"/>
                  <a:pt x="1126" y="535"/>
                </a:cubicBezTo>
                <a:cubicBezTo>
                  <a:pt x="1125" y="532"/>
                  <a:pt x="1125" y="532"/>
                  <a:pt x="1125" y="532"/>
                </a:cubicBezTo>
                <a:cubicBezTo>
                  <a:pt x="1121" y="507"/>
                  <a:pt x="1114" y="482"/>
                  <a:pt x="1106" y="458"/>
                </a:cubicBezTo>
                <a:cubicBezTo>
                  <a:pt x="1105" y="455"/>
                  <a:pt x="1105" y="455"/>
                  <a:pt x="1105" y="455"/>
                </a:cubicBezTo>
                <a:cubicBezTo>
                  <a:pt x="1189" y="374"/>
                  <a:pt x="1189" y="374"/>
                  <a:pt x="1189" y="374"/>
                </a:cubicBezTo>
                <a:cubicBezTo>
                  <a:pt x="1172" y="335"/>
                  <a:pt x="1151" y="299"/>
                  <a:pt x="1127" y="265"/>
                </a:cubicBezTo>
                <a:cubicBezTo>
                  <a:pt x="1013" y="297"/>
                  <a:pt x="1013" y="297"/>
                  <a:pt x="1013" y="297"/>
                </a:cubicBezTo>
                <a:cubicBezTo>
                  <a:pt x="1011" y="295"/>
                  <a:pt x="1011" y="295"/>
                  <a:pt x="1011" y="295"/>
                </a:cubicBezTo>
                <a:cubicBezTo>
                  <a:pt x="995" y="276"/>
                  <a:pt x="977" y="257"/>
                  <a:pt x="957" y="241"/>
                </a:cubicBezTo>
                <a:cubicBezTo>
                  <a:pt x="955" y="239"/>
                  <a:pt x="955" y="239"/>
                  <a:pt x="955" y="239"/>
                </a:cubicBezTo>
                <a:cubicBezTo>
                  <a:pt x="988" y="126"/>
                  <a:pt x="988" y="126"/>
                  <a:pt x="988" y="126"/>
                </a:cubicBezTo>
                <a:cubicBezTo>
                  <a:pt x="953" y="101"/>
                  <a:pt x="917" y="80"/>
                  <a:pt x="879" y="63"/>
                </a:cubicBezTo>
                <a:cubicBezTo>
                  <a:pt x="797" y="148"/>
                  <a:pt x="797" y="148"/>
                  <a:pt x="797" y="148"/>
                </a:cubicBezTo>
                <a:cubicBezTo>
                  <a:pt x="794" y="147"/>
                  <a:pt x="794" y="147"/>
                  <a:pt x="794" y="147"/>
                </a:cubicBezTo>
                <a:cubicBezTo>
                  <a:pt x="770" y="138"/>
                  <a:pt x="745" y="131"/>
                  <a:pt x="720" y="127"/>
                </a:cubicBezTo>
                <a:cubicBezTo>
                  <a:pt x="717" y="126"/>
                  <a:pt x="717" y="126"/>
                  <a:pt x="717" y="126"/>
                </a:cubicBezTo>
                <a:cubicBezTo>
                  <a:pt x="689" y="12"/>
                  <a:pt x="689" y="12"/>
                  <a:pt x="689" y="12"/>
                </a:cubicBezTo>
                <a:cubicBezTo>
                  <a:pt x="668" y="10"/>
                  <a:pt x="647" y="9"/>
                  <a:pt x="626" y="9"/>
                </a:cubicBezTo>
                <a:cubicBezTo>
                  <a:pt x="605" y="9"/>
                  <a:pt x="584" y="10"/>
                  <a:pt x="563" y="12"/>
                </a:cubicBezTo>
                <a:cubicBezTo>
                  <a:pt x="535" y="126"/>
                  <a:pt x="535" y="126"/>
                  <a:pt x="535" y="126"/>
                </a:cubicBezTo>
                <a:cubicBezTo>
                  <a:pt x="532" y="127"/>
                  <a:pt x="532" y="127"/>
                  <a:pt x="532" y="127"/>
                </a:cubicBezTo>
                <a:cubicBezTo>
                  <a:pt x="507" y="131"/>
                  <a:pt x="482" y="138"/>
                  <a:pt x="458" y="147"/>
                </a:cubicBezTo>
                <a:cubicBezTo>
                  <a:pt x="455" y="148"/>
                  <a:pt x="455" y="148"/>
                  <a:pt x="455" y="148"/>
                </a:cubicBezTo>
                <a:cubicBezTo>
                  <a:pt x="373" y="63"/>
                  <a:pt x="373" y="63"/>
                  <a:pt x="373" y="63"/>
                </a:cubicBezTo>
                <a:cubicBezTo>
                  <a:pt x="335" y="80"/>
                  <a:pt x="298" y="101"/>
                  <a:pt x="264" y="126"/>
                </a:cubicBezTo>
                <a:cubicBezTo>
                  <a:pt x="297" y="239"/>
                  <a:pt x="297" y="239"/>
                  <a:pt x="297" y="239"/>
                </a:cubicBezTo>
                <a:cubicBezTo>
                  <a:pt x="295" y="241"/>
                  <a:pt x="295" y="241"/>
                  <a:pt x="295" y="241"/>
                </a:cubicBezTo>
                <a:cubicBezTo>
                  <a:pt x="275" y="257"/>
                  <a:pt x="257" y="276"/>
                  <a:pt x="241" y="295"/>
                </a:cubicBezTo>
                <a:cubicBezTo>
                  <a:pt x="239" y="297"/>
                  <a:pt x="239" y="297"/>
                  <a:pt x="239" y="297"/>
                </a:cubicBezTo>
                <a:cubicBezTo>
                  <a:pt x="125" y="265"/>
                  <a:pt x="125" y="265"/>
                  <a:pt x="125" y="265"/>
                </a:cubicBezTo>
                <a:cubicBezTo>
                  <a:pt x="101" y="299"/>
                  <a:pt x="80" y="335"/>
                  <a:pt x="63" y="374"/>
                </a:cubicBezTo>
                <a:cubicBezTo>
                  <a:pt x="147" y="455"/>
                  <a:pt x="147" y="455"/>
                  <a:pt x="147" y="455"/>
                </a:cubicBezTo>
                <a:cubicBezTo>
                  <a:pt x="146" y="458"/>
                  <a:pt x="146" y="458"/>
                  <a:pt x="146" y="458"/>
                </a:cubicBezTo>
                <a:cubicBezTo>
                  <a:pt x="138" y="482"/>
                  <a:pt x="131" y="507"/>
                  <a:pt x="127" y="532"/>
                </a:cubicBezTo>
                <a:cubicBezTo>
                  <a:pt x="126" y="535"/>
                  <a:pt x="126" y="535"/>
                  <a:pt x="126" y="535"/>
                </a:cubicBezTo>
                <a:cubicBezTo>
                  <a:pt x="12" y="563"/>
                  <a:pt x="12" y="563"/>
                  <a:pt x="12" y="563"/>
                </a:cubicBezTo>
                <a:cubicBezTo>
                  <a:pt x="10" y="584"/>
                  <a:pt x="9" y="606"/>
                  <a:pt x="9" y="626"/>
                </a:cubicBezTo>
                <a:cubicBezTo>
                  <a:pt x="9" y="647"/>
                  <a:pt x="10" y="668"/>
                  <a:pt x="12" y="689"/>
                </a:cubicBezTo>
                <a:cubicBezTo>
                  <a:pt x="126" y="718"/>
                  <a:pt x="126" y="718"/>
                  <a:pt x="126" y="718"/>
                </a:cubicBezTo>
                <a:cubicBezTo>
                  <a:pt x="127" y="720"/>
                  <a:pt x="127" y="720"/>
                  <a:pt x="127" y="720"/>
                </a:cubicBezTo>
                <a:cubicBezTo>
                  <a:pt x="131" y="746"/>
                  <a:pt x="138" y="771"/>
                  <a:pt x="146" y="795"/>
                </a:cubicBezTo>
                <a:cubicBezTo>
                  <a:pt x="147" y="797"/>
                  <a:pt x="147" y="797"/>
                  <a:pt x="147" y="797"/>
                </a:cubicBezTo>
                <a:cubicBezTo>
                  <a:pt x="63" y="879"/>
                  <a:pt x="63" y="879"/>
                  <a:pt x="63" y="879"/>
                </a:cubicBezTo>
                <a:cubicBezTo>
                  <a:pt x="80" y="917"/>
                  <a:pt x="101" y="954"/>
                  <a:pt x="125" y="988"/>
                </a:cubicBezTo>
                <a:cubicBezTo>
                  <a:pt x="239" y="955"/>
                  <a:pt x="239" y="955"/>
                  <a:pt x="239" y="955"/>
                </a:cubicBezTo>
                <a:cubicBezTo>
                  <a:pt x="241" y="958"/>
                  <a:pt x="241" y="958"/>
                  <a:pt x="241" y="958"/>
                </a:cubicBezTo>
                <a:cubicBezTo>
                  <a:pt x="257" y="977"/>
                  <a:pt x="275" y="995"/>
                  <a:pt x="295" y="1012"/>
                </a:cubicBezTo>
                <a:cubicBezTo>
                  <a:pt x="297" y="1014"/>
                  <a:pt x="297" y="1014"/>
                  <a:pt x="297" y="1014"/>
                </a:cubicBezTo>
                <a:cubicBezTo>
                  <a:pt x="264" y="1127"/>
                  <a:pt x="264" y="1127"/>
                  <a:pt x="264" y="1127"/>
                </a:cubicBezTo>
                <a:cubicBezTo>
                  <a:pt x="298" y="1151"/>
                  <a:pt x="335" y="1173"/>
                  <a:pt x="373" y="1190"/>
                </a:cubicBezTo>
                <a:cubicBezTo>
                  <a:pt x="455" y="1105"/>
                  <a:pt x="455" y="1105"/>
                  <a:pt x="455" y="1105"/>
                </a:cubicBezTo>
                <a:cubicBezTo>
                  <a:pt x="458" y="1106"/>
                  <a:pt x="458" y="1106"/>
                  <a:pt x="458" y="1106"/>
                </a:cubicBezTo>
                <a:cubicBezTo>
                  <a:pt x="482" y="1114"/>
                  <a:pt x="507" y="1121"/>
                  <a:pt x="532" y="1126"/>
                </a:cubicBezTo>
                <a:cubicBezTo>
                  <a:pt x="535" y="1126"/>
                  <a:pt x="535" y="1126"/>
                  <a:pt x="535" y="1126"/>
                </a:cubicBezTo>
                <a:lnTo>
                  <a:pt x="563" y="1241"/>
                </a:lnTo>
                <a:close/>
                <a:moveTo>
                  <a:pt x="626" y="1104"/>
                </a:moveTo>
                <a:cubicBezTo>
                  <a:pt x="498" y="1104"/>
                  <a:pt x="378" y="1055"/>
                  <a:pt x="288" y="964"/>
                </a:cubicBezTo>
                <a:cubicBezTo>
                  <a:pt x="198" y="874"/>
                  <a:pt x="148" y="754"/>
                  <a:pt x="148" y="626"/>
                </a:cubicBezTo>
                <a:cubicBezTo>
                  <a:pt x="148" y="499"/>
                  <a:pt x="198" y="379"/>
                  <a:pt x="288" y="288"/>
                </a:cubicBezTo>
                <a:cubicBezTo>
                  <a:pt x="378" y="198"/>
                  <a:pt x="498" y="148"/>
                  <a:pt x="626" y="148"/>
                </a:cubicBezTo>
                <a:cubicBezTo>
                  <a:pt x="754" y="148"/>
                  <a:pt x="874" y="198"/>
                  <a:pt x="964" y="288"/>
                </a:cubicBezTo>
                <a:cubicBezTo>
                  <a:pt x="1054" y="379"/>
                  <a:pt x="1104" y="499"/>
                  <a:pt x="1104" y="626"/>
                </a:cubicBezTo>
                <a:cubicBezTo>
                  <a:pt x="1104" y="754"/>
                  <a:pt x="1054" y="874"/>
                  <a:pt x="964" y="964"/>
                </a:cubicBezTo>
                <a:cubicBezTo>
                  <a:pt x="874" y="1055"/>
                  <a:pt x="754" y="1104"/>
                  <a:pt x="626" y="1104"/>
                </a:cubicBezTo>
                <a:close/>
                <a:moveTo>
                  <a:pt x="626" y="157"/>
                </a:moveTo>
                <a:cubicBezTo>
                  <a:pt x="367" y="157"/>
                  <a:pt x="157" y="367"/>
                  <a:pt x="157" y="626"/>
                </a:cubicBezTo>
                <a:cubicBezTo>
                  <a:pt x="157" y="885"/>
                  <a:pt x="367" y="1096"/>
                  <a:pt x="626" y="1096"/>
                </a:cubicBezTo>
                <a:cubicBezTo>
                  <a:pt x="885" y="1096"/>
                  <a:pt x="1095" y="885"/>
                  <a:pt x="1095" y="626"/>
                </a:cubicBezTo>
                <a:cubicBezTo>
                  <a:pt x="1095" y="367"/>
                  <a:pt x="885" y="157"/>
                  <a:pt x="626" y="157"/>
                </a:cubicBezTo>
                <a:close/>
              </a:path>
            </a:pathLst>
          </a:custGeom>
          <a:solidFill>
            <a:srgbClr val="1C50A2"/>
          </a:solidFill>
          <a:ln>
            <a:solidFill>
              <a:srgbClr val="1C50A2"/>
            </a:solidFill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442151" y="4141622"/>
            <a:ext cx="1400381" cy="2180867"/>
            <a:chOff x="3914115" y="2311146"/>
            <a:chExt cx="1400381" cy="2180867"/>
          </a:xfrm>
        </p:grpSpPr>
        <p:grpSp>
          <p:nvGrpSpPr>
            <p:cNvPr id="27" name="组合 26"/>
            <p:cNvGrpSpPr/>
            <p:nvPr/>
          </p:nvGrpSpPr>
          <p:grpSpPr>
            <a:xfrm>
              <a:off x="3914115" y="2311146"/>
              <a:ext cx="1400381" cy="2180867"/>
              <a:chOff x="7056438" y="2401888"/>
              <a:chExt cx="2671763" cy="4160838"/>
            </a:xfrm>
            <a:effectLst>
              <a:outerShdw blurRad="254000" dist="101600" dir="8100000" sx="102000" sy="102000" algn="tr" rotWithShape="0">
                <a:prstClr val="black">
                  <a:alpha val="28000"/>
                </a:prstClr>
              </a:outerShdw>
            </a:effectLst>
          </p:grpSpPr>
          <p:sp>
            <p:nvSpPr>
              <p:cNvPr id="30" name="Freeform 49"/>
              <p:cNvSpPr/>
              <p:nvPr/>
            </p:nvSpPr>
            <p:spPr bwMode="auto">
              <a:xfrm>
                <a:off x="7056438" y="2401888"/>
                <a:ext cx="2671763" cy="4160838"/>
              </a:xfrm>
              <a:custGeom>
                <a:avLst/>
                <a:gdLst>
                  <a:gd name="T0" fmla="*/ 388 w 842"/>
                  <a:gd name="T1" fmla="*/ 1312 h 1312"/>
                  <a:gd name="T2" fmla="*/ 340 w 842"/>
                  <a:gd name="T3" fmla="*/ 1265 h 1312"/>
                  <a:gd name="T4" fmla="*/ 343 w 842"/>
                  <a:gd name="T5" fmla="*/ 1249 h 1312"/>
                  <a:gd name="T6" fmla="*/ 278 w 842"/>
                  <a:gd name="T7" fmla="*/ 1249 h 1312"/>
                  <a:gd name="T8" fmla="*/ 228 w 842"/>
                  <a:gd name="T9" fmla="*/ 1199 h 1312"/>
                  <a:gd name="T10" fmla="*/ 241 w 842"/>
                  <a:gd name="T11" fmla="*/ 1164 h 1312"/>
                  <a:gd name="T12" fmla="*/ 219 w 842"/>
                  <a:gd name="T13" fmla="*/ 1121 h 1312"/>
                  <a:gd name="T14" fmla="*/ 232 w 842"/>
                  <a:gd name="T15" fmla="*/ 1086 h 1312"/>
                  <a:gd name="T16" fmla="*/ 196 w 842"/>
                  <a:gd name="T17" fmla="*/ 1022 h 1312"/>
                  <a:gd name="T18" fmla="*/ 196 w 842"/>
                  <a:gd name="T19" fmla="*/ 982 h 1312"/>
                  <a:gd name="T20" fmla="*/ 196 w 842"/>
                  <a:gd name="T21" fmla="*/ 982 h 1312"/>
                  <a:gd name="T22" fmla="*/ 196 w 842"/>
                  <a:gd name="T23" fmla="*/ 976 h 1312"/>
                  <a:gd name="T24" fmla="*/ 196 w 842"/>
                  <a:gd name="T25" fmla="*/ 947 h 1312"/>
                  <a:gd name="T26" fmla="*/ 197 w 842"/>
                  <a:gd name="T27" fmla="*/ 940 h 1312"/>
                  <a:gd name="T28" fmla="*/ 197 w 842"/>
                  <a:gd name="T29" fmla="*/ 917 h 1312"/>
                  <a:gd name="T30" fmla="*/ 180 w 842"/>
                  <a:gd name="T31" fmla="*/ 849 h 1312"/>
                  <a:gd name="T32" fmla="*/ 129 w 842"/>
                  <a:gd name="T33" fmla="*/ 779 h 1312"/>
                  <a:gd name="T34" fmla="*/ 0 w 842"/>
                  <a:gd name="T35" fmla="*/ 419 h 1312"/>
                  <a:gd name="T36" fmla="*/ 419 w 842"/>
                  <a:gd name="T37" fmla="*/ 0 h 1312"/>
                  <a:gd name="T38" fmla="*/ 423 w 842"/>
                  <a:gd name="T39" fmla="*/ 0 h 1312"/>
                  <a:gd name="T40" fmla="*/ 842 w 842"/>
                  <a:gd name="T41" fmla="*/ 419 h 1312"/>
                  <a:gd name="T42" fmla="*/ 713 w 842"/>
                  <a:gd name="T43" fmla="*/ 779 h 1312"/>
                  <a:gd name="T44" fmla="*/ 662 w 842"/>
                  <a:gd name="T45" fmla="*/ 849 h 1312"/>
                  <a:gd name="T46" fmla="*/ 647 w 842"/>
                  <a:gd name="T47" fmla="*/ 899 h 1312"/>
                  <a:gd name="T48" fmla="*/ 646 w 842"/>
                  <a:gd name="T49" fmla="*/ 1023 h 1312"/>
                  <a:gd name="T50" fmla="*/ 610 w 842"/>
                  <a:gd name="T51" fmla="*/ 1086 h 1312"/>
                  <a:gd name="T52" fmla="*/ 623 w 842"/>
                  <a:gd name="T53" fmla="*/ 1121 h 1312"/>
                  <a:gd name="T54" fmla="*/ 601 w 842"/>
                  <a:gd name="T55" fmla="*/ 1164 h 1312"/>
                  <a:gd name="T56" fmla="*/ 614 w 842"/>
                  <a:gd name="T57" fmla="*/ 1199 h 1312"/>
                  <a:gd name="T58" fmla="*/ 564 w 842"/>
                  <a:gd name="T59" fmla="*/ 1249 h 1312"/>
                  <a:gd name="T60" fmla="*/ 499 w 842"/>
                  <a:gd name="T61" fmla="*/ 1249 h 1312"/>
                  <a:gd name="T62" fmla="*/ 502 w 842"/>
                  <a:gd name="T63" fmla="*/ 1265 h 1312"/>
                  <a:gd name="T64" fmla="*/ 455 w 842"/>
                  <a:gd name="T65" fmla="*/ 1312 h 1312"/>
                  <a:gd name="T66" fmla="*/ 388 w 842"/>
                  <a:gd name="T67" fmla="*/ 1312 h 1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42" h="1312">
                    <a:moveTo>
                      <a:pt x="388" y="1312"/>
                    </a:moveTo>
                    <a:cubicBezTo>
                      <a:pt x="362" y="1312"/>
                      <a:pt x="340" y="1291"/>
                      <a:pt x="340" y="1265"/>
                    </a:cubicBezTo>
                    <a:cubicBezTo>
                      <a:pt x="340" y="1259"/>
                      <a:pt x="341" y="1254"/>
                      <a:pt x="343" y="1249"/>
                    </a:cubicBezTo>
                    <a:cubicBezTo>
                      <a:pt x="278" y="1249"/>
                      <a:pt x="278" y="1249"/>
                      <a:pt x="278" y="1249"/>
                    </a:cubicBezTo>
                    <a:cubicBezTo>
                      <a:pt x="250" y="1249"/>
                      <a:pt x="228" y="1226"/>
                      <a:pt x="228" y="1199"/>
                    </a:cubicBezTo>
                    <a:cubicBezTo>
                      <a:pt x="228" y="1186"/>
                      <a:pt x="233" y="1173"/>
                      <a:pt x="241" y="1164"/>
                    </a:cubicBezTo>
                    <a:cubicBezTo>
                      <a:pt x="228" y="1156"/>
                      <a:pt x="219" y="1140"/>
                      <a:pt x="219" y="1121"/>
                    </a:cubicBezTo>
                    <a:cubicBezTo>
                      <a:pt x="219" y="1108"/>
                      <a:pt x="223" y="1095"/>
                      <a:pt x="232" y="1086"/>
                    </a:cubicBezTo>
                    <a:cubicBezTo>
                      <a:pt x="210" y="1073"/>
                      <a:pt x="196" y="1049"/>
                      <a:pt x="196" y="1022"/>
                    </a:cubicBezTo>
                    <a:cubicBezTo>
                      <a:pt x="196" y="982"/>
                      <a:pt x="196" y="982"/>
                      <a:pt x="196" y="982"/>
                    </a:cubicBezTo>
                    <a:cubicBezTo>
                      <a:pt x="196" y="982"/>
                      <a:pt x="196" y="982"/>
                      <a:pt x="196" y="982"/>
                    </a:cubicBezTo>
                    <a:cubicBezTo>
                      <a:pt x="196" y="976"/>
                      <a:pt x="196" y="976"/>
                      <a:pt x="196" y="976"/>
                    </a:cubicBezTo>
                    <a:cubicBezTo>
                      <a:pt x="196" y="966"/>
                      <a:pt x="196" y="957"/>
                      <a:pt x="196" y="947"/>
                    </a:cubicBezTo>
                    <a:cubicBezTo>
                      <a:pt x="197" y="940"/>
                      <a:pt x="197" y="940"/>
                      <a:pt x="197" y="940"/>
                    </a:cubicBezTo>
                    <a:cubicBezTo>
                      <a:pt x="197" y="917"/>
                      <a:pt x="197" y="917"/>
                      <a:pt x="197" y="917"/>
                    </a:cubicBezTo>
                    <a:cubicBezTo>
                      <a:pt x="196" y="897"/>
                      <a:pt x="194" y="871"/>
                      <a:pt x="180" y="849"/>
                    </a:cubicBezTo>
                    <a:cubicBezTo>
                      <a:pt x="166" y="824"/>
                      <a:pt x="148" y="802"/>
                      <a:pt x="129" y="779"/>
                    </a:cubicBezTo>
                    <a:cubicBezTo>
                      <a:pt x="69" y="706"/>
                      <a:pt x="0" y="623"/>
                      <a:pt x="0" y="419"/>
                    </a:cubicBezTo>
                    <a:cubicBezTo>
                      <a:pt x="0" y="188"/>
                      <a:pt x="188" y="0"/>
                      <a:pt x="419" y="0"/>
                    </a:cubicBezTo>
                    <a:cubicBezTo>
                      <a:pt x="423" y="0"/>
                      <a:pt x="423" y="0"/>
                      <a:pt x="423" y="0"/>
                    </a:cubicBezTo>
                    <a:cubicBezTo>
                      <a:pt x="654" y="0"/>
                      <a:pt x="842" y="188"/>
                      <a:pt x="842" y="419"/>
                    </a:cubicBezTo>
                    <a:cubicBezTo>
                      <a:pt x="842" y="623"/>
                      <a:pt x="773" y="706"/>
                      <a:pt x="713" y="779"/>
                    </a:cubicBezTo>
                    <a:cubicBezTo>
                      <a:pt x="694" y="802"/>
                      <a:pt x="676" y="824"/>
                      <a:pt x="662" y="849"/>
                    </a:cubicBezTo>
                    <a:cubicBezTo>
                      <a:pt x="653" y="863"/>
                      <a:pt x="649" y="879"/>
                      <a:pt x="647" y="899"/>
                    </a:cubicBezTo>
                    <a:cubicBezTo>
                      <a:pt x="646" y="1023"/>
                      <a:pt x="646" y="1023"/>
                      <a:pt x="646" y="1023"/>
                    </a:cubicBezTo>
                    <a:cubicBezTo>
                      <a:pt x="646" y="1049"/>
                      <a:pt x="632" y="1073"/>
                      <a:pt x="610" y="1086"/>
                    </a:cubicBezTo>
                    <a:cubicBezTo>
                      <a:pt x="619" y="1095"/>
                      <a:pt x="623" y="1108"/>
                      <a:pt x="623" y="1121"/>
                    </a:cubicBezTo>
                    <a:cubicBezTo>
                      <a:pt x="623" y="1140"/>
                      <a:pt x="614" y="1156"/>
                      <a:pt x="601" y="1164"/>
                    </a:cubicBezTo>
                    <a:cubicBezTo>
                      <a:pt x="609" y="1173"/>
                      <a:pt x="614" y="1186"/>
                      <a:pt x="614" y="1199"/>
                    </a:cubicBezTo>
                    <a:cubicBezTo>
                      <a:pt x="614" y="1226"/>
                      <a:pt x="592" y="1249"/>
                      <a:pt x="564" y="1249"/>
                    </a:cubicBezTo>
                    <a:cubicBezTo>
                      <a:pt x="499" y="1249"/>
                      <a:pt x="499" y="1249"/>
                      <a:pt x="499" y="1249"/>
                    </a:cubicBezTo>
                    <a:cubicBezTo>
                      <a:pt x="501" y="1254"/>
                      <a:pt x="502" y="1259"/>
                      <a:pt x="502" y="1265"/>
                    </a:cubicBezTo>
                    <a:cubicBezTo>
                      <a:pt x="502" y="1291"/>
                      <a:pt x="480" y="1312"/>
                      <a:pt x="455" y="1312"/>
                    </a:cubicBezTo>
                    <a:lnTo>
                      <a:pt x="388" y="1312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charset="-122"/>
                </a:endParaRPr>
              </a:p>
            </p:txBody>
          </p:sp>
          <p:sp>
            <p:nvSpPr>
              <p:cNvPr id="31" name="Freeform 50"/>
              <p:cNvSpPr/>
              <p:nvPr/>
            </p:nvSpPr>
            <p:spPr bwMode="auto">
              <a:xfrm>
                <a:off x="8247063" y="6384925"/>
                <a:ext cx="293688" cy="82550"/>
              </a:xfrm>
              <a:custGeom>
                <a:avLst/>
                <a:gdLst>
                  <a:gd name="T0" fmla="*/ 13 w 93"/>
                  <a:gd name="T1" fmla="*/ 26 h 26"/>
                  <a:gd name="T2" fmla="*/ 0 w 93"/>
                  <a:gd name="T3" fmla="*/ 13 h 26"/>
                  <a:gd name="T4" fmla="*/ 13 w 93"/>
                  <a:gd name="T5" fmla="*/ 0 h 26"/>
                  <a:gd name="T6" fmla="*/ 80 w 93"/>
                  <a:gd name="T7" fmla="*/ 0 h 26"/>
                  <a:gd name="T8" fmla="*/ 93 w 93"/>
                  <a:gd name="T9" fmla="*/ 13 h 26"/>
                  <a:gd name="T10" fmla="*/ 80 w 93"/>
                  <a:gd name="T11" fmla="*/ 26 h 26"/>
                  <a:gd name="T12" fmla="*/ 13 w 93"/>
                  <a:gd name="T1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26">
                    <a:moveTo>
                      <a:pt x="13" y="26"/>
                    </a:moveTo>
                    <a:cubicBezTo>
                      <a:pt x="5" y="26"/>
                      <a:pt x="0" y="20"/>
                      <a:pt x="0" y="13"/>
                    </a:cubicBezTo>
                    <a:cubicBezTo>
                      <a:pt x="0" y="6"/>
                      <a:pt x="5" y="0"/>
                      <a:pt x="13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7" y="0"/>
                      <a:pt x="93" y="6"/>
                      <a:pt x="93" y="13"/>
                    </a:cubicBezTo>
                    <a:cubicBezTo>
                      <a:pt x="93" y="20"/>
                      <a:pt x="87" y="26"/>
                      <a:pt x="80" y="26"/>
                    </a:cubicBezTo>
                    <a:lnTo>
                      <a:pt x="13" y="26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charset="-122"/>
                </a:endParaRPr>
              </a:p>
            </p:txBody>
          </p:sp>
          <p:sp>
            <p:nvSpPr>
              <p:cNvPr id="32" name="Freeform 51"/>
              <p:cNvSpPr/>
              <p:nvPr/>
            </p:nvSpPr>
            <p:spPr bwMode="auto">
              <a:xfrm>
                <a:off x="7888288" y="6162675"/>
                <a:ext cx="1008063" cy="104775"/>
              </a:xfrm>
              <a:custGeom>
                <a:avLst/>
                <a:gdLst>
                  <a:gd name="T0" fmla="*/ 16 w 318"/>
                  <a:gd name="T1" fmla="*/ 33 h 33"/>
                  <a:gd name="T2" fmla="*/ 0 w 318"/>
                  <a:gd name="T3" fmla="*/ 16 h 33"/>
                  <a:gd name="T4" fmla="*/ 16 w 318"/>
                  <a:gd name="T5" fmla="*/ 0 h 33"/>
                  <a:gd name="T6" fmla="*/ 302 w 318"/>
                  <a:gd name="T7" fmla="*/ 0 h 33"/>
                  <a:gd name="T8" fmla="*/ 318 w 318"/>
                  <a:gd name="T9" fmla="*/ 16 h 33"/>
                  <a:gd name="T10" fmla="*/ 302 w 318"/>
                  <a:gd name="T11" fmla="*/ 33 h 33"/>
                  <a:gd name="T12" fmla="*/ 16 w 318"/>
                  <a:gd name="T13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8" h="33">
                    <a:moveTo>
                      <a:pt x="16" y="33"/>
                    </a:moveTo>
                    <a:cubicBezTo>
                      <a:pt x="7" y="33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311" y="0"/>
                      <a:pt x="318" y="7"/>
                      <a:pt x="318" y="16"/>
                    </a:cubicBezTo>
                    <a:cubicBezTo>
                      <a:pt x="318" y="25"/>
                      <a:pt x="311" y="33"/>
                      <a:pt x="302" y="33"/>
                    </a:cubicBezTo>
                    <a:lnTo>
                      <a:pt x="16" y="33"/>
                    </a:ln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charset="-122"/>
                </a:endParaRPr>
              </a:p>
            </p:txBody>
          </p:sp>
          <p:sp>
            <p:nvSpPr>
              <p:cNvPr id="33" name="Freeform 52"/>
              <p:cNvSpPr/>
              <p:nvPr/>
            </p:nvSpPr>
            <p:spPr bwMode="auto">
              <a:xfrm>
                <a:off x="7856538" y="5897563"/>
                <a:ext cx="1052513" cy="107950"/>
              </a:xfrm>
              <a:custGeom>
                <a:avLst/>
                <a:gdLst>
                  <a:gd name="T0" fmla="*/ 17 w 332"/>
                  <a:gd name="T1" fmla="*/ 34 h 34"/>
                  <a:gd name="T2" fmla="*/ 0 w 332"/>
                  <a:gd name="T3" fmla="*/ 17 h 34"/>
                  <a:gd name="T4" fmla="*/ 17 w 332"/>
                  <a:gd name="T5" fmla="*/ 0 h 34"/>
                  <a:gd name="T6" fmla="*/ 315 w 332"/>
                  <a:gd name="T7" fmla="*/ 0 h 34"/>
                  <a:gd name="T8" fmla="*/ 332 w 332"/>
                  <a:gd name="T9" fmla="*/ 17 h 34"/>
                  <a:gd name="T10" fmla="*/ 315 w 332"/>
                  <a:gd name="T11" fmla="*/ 34 h 34"/>
                  <a:gd name="T12" fmla="*/ 17 w 332"/>
                  <a:gd name="T13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2" h="34">
                    <a:moveTo>
                      <a:pt x="17" y="34"/>
                    </a:moveTo>
                    <a:cubicBezTo>
                      <a:pt x="8" y="34"/>
                      <a:pt x="0" y="26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315" y="0"/>
                      <a:pt x="315" y="0"/>
                      <a:pt x="315" y="0"/>
                    </a:cubicBezTo>
                    <a:cubicBezTo>
                      <a:pt x="324" y="0"/>
                      <a:pt x="332" y="7"/>
                      <a:pt x="332" y="17"/>
                    </a:cubicBezTo>
                    <a:cubicBezTo>
                      <a:pt x="332" y="26"/>
                      <a:pt x="324" y="34"/>
                      <a:pt x="315" y="34"/>
                    </a:cubicBezTo>
                    <a:lnTo>
                      <a:pt x="17" y="34"/>
                    </a:ln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charset="-122"/>
                </a:endParaRPr>
              </a:p>
            </p:txBody>
          </p:sp>
          <p:sp>
            <p:nvSpPr>
              <p:cNvPr id="34" name="Freeform 53"/>
              <p:cNvSpPr/>
              <p:nvPr/>
            </p:nvSpPr>
            <p:spPr bwMode="auto">
              <a:xfrm>
                <a:off x="7780338" y="5211763"/>
                <a:ext cx="1223963" cy="552450"/>
              </a:xfrm>
              <a:custGeom>
                <a:avLst/>
                <a:gdLst>
                  <a:gd name="T0" fmla="*/ 3 w 386"/>
                  <a:gd name="T1" fmla="*/ 30 h 174"/>
                  <a:gd name="T2" fmla="*/ 3 w 386"/>
                  <a:gd name="T3" fmla="*/ 30 h 174"/>
                  <a:gd name="T4" fmla="*/ 3 w 386"/>
                  <a:gd name="T5" fmla="*/ 54 h 174"/>
                  <a:gd name="T6" fmla="*/ 2 w 386"/>
                  <a:gd name="T7" fmla="*/ 62 h 174"/>
                  <a:gd name="T8" fmla="*/ 3 w 386"/>
                  <a:gd name="T9" fmla="*/ 62 h 174"/>
                  <a:gd name="T10" fmla="*/ 2 w 386"/>
                  <a:gd name="T11" fmla="*/ 137 h 174"/>
                  <a:gd name="T12" fmla="*/ 27 w 386"/>
                  <a:gd name="T13" fmla="*/ 174 h 174"/>
                  <a:gd name="T14" fmla="*/ 359 w 386"/>
                  <a:gd name="T15" fmla="*/ 174 h 174"/>
                  <a:gd name="T16" fmla="*/ 384 w 386"/>
                  <a:gd name="T17" fmla="*/ 136 h 174"/>
                  <a:gd name="T18" fmla="*/ 385 w 386"/>
                  <a:gd name="T19" fmla="*/ 11 h 174"/>
                  <a:gd name="T20" fmla="*/ 385 w 386"/>
                  <a:gd name="T21" fmla="*/ 10 h 174"/>
                  <a:gd name="T22" fmla="*/ 386 w 386"/>
                  <a:gd name="T23" fmla="*/ 0 h 174"/>
                  <a:gd name="T24" fmla="*/ 0 w 386"/>
                  <a:gd name="T25" fmla="*/ 0 h 174"/>
                  <a:gd name="T26" fmla="*/ 3 w 386"/>
                  <a:gd name="T27" fmla="*/ 3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86" h="174">
                    <a:moveTo>
                      <a:pt x="3" y="30"/>
                    </a:moveTo>
                    <a:cubicBezTo>
                      <a:pt x="3" y="30"/>
                      <a:pt x="3" y="30"/>
                      <a:pt x="3" y="30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3" y="54"/>
                      <a:pt x="2" y="62"/>
                      <a:pt x="2" y="62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2" y="137"/>
                      <a:pt x="2" y="137"/>
                      <a:pt x="2" y="137"/>
                    </a:cubicBezTo>
                    <a:cubicBezTo>
                      <a:pt x="2" y="153"/>
                      <a:pt x="12" y="168"/>
                      <a:pt x="27" y="174"/>
                    </a:cubicBezTo>
                    <a:cubicBezTo>
                      <a:pt x="34" y="173"/>
                      <a:pt x="359" y="174"/>
                      <a:pt x="359" y="174"/>
                    </a:cubicBezTo>
                    <a:cubicBezTo>
                      <a:pt x="374" y="168"/>
                      <a:pt x="384" y="153"/>
                      <a:pt x="384" y="136"/>
                    </a:cubicBezTo>
                    <a:cubicBezTo>
                      <a:pt x="385" y="11"/>
                      <a:pt x="385" y="11"/>
                      <a:pt x="385" y="11"/>
                    </a:cubicBezTo>
                    <a:cubicBezTo>
                      <a:pt x="385" y="10"/>
                      <a:pt x="385" y="10"/>
                      <a:pt x="385" y="10"/>
                    </a:cubicBezTo>
                    <a:cubicBezTo>
                      <a:pt x="385" y="6"/>
                      <a:pt x="385" y="3"/>
                      <a:pt x="38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11"/>
                      <a:pt x="2" y="21"/>
                      <a:pt x="3" y="30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charset="-122"/>
                </a:endParaRPr>
              </a:p>
            </p:txBody>
          </p:sp>
          <p:sp>
            <p:nvSpPr>
              <p:cNvPr id="35" name="Freeform 54"/>
              <p:cNvSpPr/>
              <p:nvPr/>
            </p:nvSpPr>
            <p:spPr bwMode="auto">
              <a:xfrm>
                <a:off x="7167563" y="2509838"/>
                <a:ext cx="2452688" cy="2578100"/>
              </a:xfrm>
              <a:custGeom>
                <a:avLst/>
                <a:gdLst>
                  <a:gd name="T0" fmla="*/ 597 w 773"/>
                  <a:gd name="T1" fmla="*/ 797 h 813"/>
                  <a:gd name="T2" fmla="*/ 652 w 773"/>
                  <a:gd name="T3" fmla="*/ 723 h 813"/>
                  <a:gd name="T4" fmla="*/ 773 w 773"/>
                  <a:gd name="T5" fmla="*/ 385 h 813"/>
                  <a:gd name="T6" fmla="*/ 388 w 773"/>
                  <a:gd name="T7" fmla="*/ 0 h 813"/>
                  <a:gd name="T8" fmla="*/ 384 w 773"/>
                  <a:gd name="T9" fmla="*/ 0 h 813"/>
                  <a:gd name="T10" fmla="*/ 0 w 773"/>
                  <a:gd name="T11" fmla="*/ 385 h 813"/>
                  <a:gd name="T12" fmla="*/ 120 w 773"/>
                  <a:gd name="T13" fmla="*/ 723 h 813"/>
                  <a:gd name="T14" fmla="*/ 175 w 773"/>
                  <a:gd name="T15" fmla="*/ 797 h 813"/>
                  <a:gd name="T16" fmla="*/ 183 w 773"/>
                  <a:gd name="T17" fmla="*/ 813 h 813"/>
                  <a:gd name="T18" fmla="*/ 589 w 773"/>
                  <a:gd name="T19" fmla="*/ 813 h 813"/>
                  <a:gd name="T20" fmla="*/ 597 w 773"/>
                  <a:gd name="T21" fmla="*/ 797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73" h="813">
                    <a:moveTo>
                      <a:pt x="597" y="797"/>
                    </a:moveTo>
                    <a:cubicBezTo>
                      <a:pt x="613" y="771"/>
                      <a:pt x="632" y="748"/>
                      <a:pt x="652" y="723"/>
                    </a:cubicBezTo>
                    <a:cubicBezTo>
                      <a:pt x="709" y="655"/>
                      <a:pt x="773" y="577"/>
                      <a:pt x="773" y="385"/>
                    </a:cubicBezTo>
                    <a:cubicBezTo>
                      <a:pt x="773" y="173"/>
                      <a:pt x="600" y="0"/>
                      <a:pt x="388" y="0"/>
                    </a:cubicBezTo>
                    <a:cubicBezTo>
                      <a:pt x="384" y="0"/>
                      <a:pt x="384" y="0"/>
                      <a:pt x="384" y="0"/>
                    </a:cubicBezTo>
                    <a:cubicBezTo>
                      <a:pt x="172" y="0"/>
                      <a:pt x="0" y="173"/>
                      <a:pt x="0" y="385"/>
                    </a:cubicBezTo>
                    <a:cubicBezTo>
                      <a:pt x="0" y="577"/>
                      <a:pt x="64" y="655"/>
                      <a:pt x="120" y="723"/>
                    </a:cubicBezTo>
                    <a:cubicBezTo>
                      <a:pt x="140" y="748"/>
                      <a:pt x="159" y="771"/>
                      <a:pt x="175" y="797"/>
                    </a:cubicBezTo>
                    <a:cubicBezTo>
                      <a:pt x="178" y="803"/>
                      <a:pt x="180" y="808"/>
                      <a:pt x="183" y="813"/>
                    </a:cubicBezTo>
                    <a:cubicBezTo>
                      <a:pt x="589" y="813"/>
                      <a:pt x="589" y="813"/>
                      <a:pt x="589" y="813"/>
                    </a:cubicBezTo>
                    <a:cubicBezTo>
                      <a:pt x="592" y="808"/>
                      <a:pt x="594" y="802"/>
                      <a:pt x="597" y="797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charset="-122"/>
                </a:endParaRPr>
              </a:p>
            </p:txBody>
          </p:sp>
        </p:grpSp>
        <p:sp>
          <p:nvSpPr>
            <p:cNvPr id="28" name="TextBox 31"/>
            <p:cNvSpPr txBox="1"/>
            <p:nvPr/>
          </p:nvSpPr>
          <p:spPr>
            <a:xfrm>
              <a:off x="3980347" y="3075806"/>
              <a:ext cx="1242060" cy="40011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keyword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  <p:sp>
          <p:nvSpPr>
            <p:cNvPr id="29" name="Freeform 6"/>
            <p:cNvSpPr>
              <a:spLocks noChangeAspect="1" noEditPoints="1"/>
            </p:cNvSpPr>
            <p:nvPr/>
          </p:nvSpPr>
          <p:spPr bwMode="auto">
            <a:xfrm>
              <a:off x="4350122" y="2661220"/>
              <a:ext cx="547033" cy="445373"/>
            </a:xfrm>
            <a:custGeom>
              <a:avLst/>
              <a:gdLst>
                <a:gd name="T0" fmla="*/ 36 w 113"/>
                <a:gd name="T1" fmla="*/ 11 h 86"/>
                <a:gd name="T2" fmla="*/ 106 w 113"/>
                <a:gd name="T3" fmla="*/ 32 h 86"/>
                <a:gd name="T4" fmla="*/ 102 w 113"/>
                <a:gd name="T5" fmla="*/ 35 h 86"/>
                <a:gd name="T6" fmla="*/ 99 w 113"/>
                <a:gd name="T7" fmla="*/ 39 h 86"/>
                <a:gd name="T8" fmla="*/ 95 w 113"/>
                <a:gd name="T9" fmla="*/ 43 h 86"/>
                <a:gd name="T10" fmla="*/ 91 w 113"/>
                <a:gd name="T11" fmla="*/ 86 h 86"/>
                <a:gd name="T12" fmla="*/ 91 w 113"/>
                <a:gd name="T13" fmla="*/ 47 h 86"/>
                <a:gd name="T14" fmla="*/ 81 w 113"/>
                <a:gd name="T15" fmla="*/ 86 h 86"/>
                <a:gd name="T16" fmla="*/ 77 w 113"/>
                <a:gd name="T17" fmla="*/ 59 h 86"/>
                <a:gd name="T18" fmla="*/ 74 w 113"/>
                <a:gd name="T19" fmla="*/ 56 h 86"/>
                <a:gd name="T20" fmla="*/ 70 w 113"/>
                <a:gd name="T21" fmla="*/ 86 h 86"/>
                <a:gd name="T22" fmla="*/ 70 w 113"/>
                <a:gd name="T23" fmla="*/ 54 h 86"/>
                <a:gd name="T24" fmla="*/ 59 w 113"/>
                <a:gd name="T25" fmla="*/ 86 h 86"/>
                <a:gd name="T26" fmla="*/ 56 w 113"/>
                <a:gd name="T27" fmla="*/ 65 h 86"/>
                <a:gd name="T28" fmla="*/ 52 w 113"/>
                <a:gd name="T29" fmla="*/ 68 h 86"/>
                <a:gd name="T30" fmla="*/ 48 w 113"/>
                <a:gd name="T31" fmla="*/ 86 h 86"/>
                <a:gd name="T32" fmla="*/ 48 w 113"/>
                <a:gd name="T33" fmla="*/ 71 h 86"/>
                <a:gd name="T34" fmla="*/ 38 w 113"/>
                <a:gd name="T35" fmla="*/ 86 h 86"/>
                <a:gd name="T36" fmla="*/ 34 w 113"/>
                <a:gd name="T37" fmla="*/ 70 h 86"/>
                <a:gd name="T38" fmla="*/ 31 w 113"/>
                <a:gd name="T39" fmla="*/ 67 h 86"/>
                <a:gd name="T40" fmla="*/ 27 w 113"/>
                <a:gd name="T41" fmla="*/ 86 h 86"/>
                <a:gd name="T42" fmla="*/ 27 w 113"/>
                <a:gd name="T43" fmla="*/ 67 h 86"/>
                <a:gd name="T44" fmla="*/ 16 w 113"/>
                <a:gd name="T45" fmla="*/ 86 h 86"/>
                <a:gd name="T46" fmla="*/ 5 w 113"/>
                <a:gd name="T47" fmla="*/ 79 h 86"/>
                <a:gd name="T48" fmla="*/ 2 w 113"/>
                <a:gd name="T49" fmla="*/ 76 h 86"/>
                <a:gd name="T50" fmla="*/ 0 w 113"/>
                <a:gd name="T51" fmla="*/ 58 h 86"/>
                <a:gd name="T52" fmla="*/ 38 w 113"/>
                <a:gd name="T53" fmla="*/ 64 h 86"/>
                <a:gd name="T54" fmla="*/ 70 w 113"/>
                <a:gd name="T55" fmla="*/ 45 h 86"/>
                <a:gd name="T56" fmla="*/ 82 w 113"/>
                <a:gd name="T57" fmla="*/ 46 h 86"/>
                <a:gd name="T58" fmla="*/ 111 w 113"/>
                <a:gd name="T59" fmla="*/ 13 h 86"/>
                <a:gd name="T60" fmla="*/ 89 w 113"/>
                <a:gd name="T61" fmla="*/ 10 h 86"/>
                <a:gd name="T62" fmla="*/ 74 w 113"/>
                <a:gd name="T63" fmla="*/ 31 h 86"/>
                <a:gd name="T64" fmla="*/ 42 w 113"/>
                <a:gd name="T65" fmla="*/ 49 h 86"/>
                <a:gd name="T66" fmla="*/ 25 w 113"/>
                <a:gd name="T67" fmla="*/ 43 h 86"/>
                <a:gd name="T68" fmla="*/ 13 w 113"/>
                <a:gd name="T69" fmla="*/ 86 h 86"/>
                <a:gd name="T70" fmla="*/ 13 w 113"/>
                <a:gd name="T71" fmla="*/ 75 h 86"/>
                <a:gd name="T72" fmla="*/ 31 w 113"/>
                <a:gd name="T73" fmla="*/ 12 h 86"/>
                <a:gd name="T74" fmla="*/ 49 w 113"/>
                <a:gd name="T75" fmla="*/ 19 h 86"/>
                <a:gd name="T76" fmla="*/ 39 w 113"/>
                <a:gd name="T77" fmla="*/ 19 h 86"/>
                <a:gd name="T78" fmla="*/ 43 w 113"/>
                <a:gd name="T79" fmla="*/ 44 h 86"/>
                <a:gd name="T80" fmla="*/ 34 w 113"/>
                <a:gd name="T81" fmla="*/ 31 h 86"/>
                <a:gd name="T82" fmla="*/ 20 w 113"/>
                <a:gd name="T83" fmla="*/ 38 h 86"/>
                <a:gd name="T84" fmla="*/ 30 w 113"/>
                <a:gd name="T85" fmla="*/ 17 h 86"/>
                <a:gd name="T86" fmla="*/ 21 w 113"/>
                <a:gd name="T87" fmla="*/ 2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86">
                  <a:moveTo>
                    <a:pt x="36" y="2"/>
                  </a:moveTo>
                  <a:cubicBezTo>
                    <a:pt x="39" y="2"/>
                    <a:pt x="41" y="4"/>
                    <a:pt x="41" y="6"/>
                  </a:cubicBezTo>
                  <a:cubicBezTo>
                    <a:pt x="41" y="9"/>
                    <a:pt x="39" y="11"/>
                    <a:pt x="36" y="11"/>
                  </a:cubicBezTo>
                  <a:cubicBezTo>
                    <a:pt x="34" y="11"/>
                    <a:pt x="32" y="9"/>
                    <a:pt x="32" y="6"/>
                  </a:cubicBezTo>
                  <a:cubicBezTo>
                    <a:pt x="32" y="4"/>
                    <a:pt x="34" y="2"/>
                    <a:pt x="36" y="2"/>
                  </a:cubicBezTo>
                  <a:close/>
                  <a:moveTo>
                    <a:pt x="106" y="32"/>
                  </a:moveTo>
                  <a:cubicBezTo>
                    <a:pt x="106" y="86"/>
                    <a:pt x="106" y="86"/>
                    <a:pt x="106" y="86"/>
                  </a:cubicBezTo>
                  <a:cubicBezTo>
                    <a:pt x="102" y="86"/>
                    <a:pt x="102" y="86"/>
                    <a:pt x="102" y="8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5" y="32"/>
                    <a:pt x="105" y="32"/>
                    <a:pt x="105" y="32"/>
                  </a:cubicBezTo>
                  <a:cubicBezTo>
                    <a:pt x="106" y="32"/>
                    <a:pt x="106" y="32"/>
                    <a:pt x="106" y="32"/>
                  </a:cubicBezTo>
                  <a:close/>
                  <a:moveTo>
                    <a:pt x="99" y="39"/>
                  </a:moveTo>
                  <a:cubicBezTo>
                    <a:pt x="99" y="86"/>
                    <a:pt x="99" y="86"/>
                    <a:pt x="99" y="86"/>
                  </a:cubicBezTo>
                  <a:cubicBezTo>
                    <a:pt x="97" y="86"/>
                    <a:pt x="96" y="86"/>
                    <a:pt x="95" y="86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99" y="39"/>
                    <a:pt x="99" y="39"/>
                    <a:pt x="99" y="39"/>
                  </a:cubicBezTo>
                  <a:close/>
                  <a:moveTo>
                    <a:pt x="91" y="47"/>
                  </a:moveTo>
                  <a:cubicBezTo>
                    <a:pt x="91" y="86"/>
                    <a:pt x="91" y="86"/>
                    <a:pt x="91" y="86"/>
                  </a:cubicBezTo>
                  <a:cubicBezTo>
                    <a:pt x="90" y="86"/>
                    <a:pt x="89" y="86"/>
                    <a:pt x="88" y="86"/>
                  </a:cubicBezTo>
                  <a:cubicBezTo>
                    <a:pt x="88" y="51"/>
                    <a:pt x="88" y="51"/>
                    <a:pt x="88" y="51"/>
                  </a:cubicBezTo>
                  <a:cubicBezTo>
                    <a:pt x="91" y="47"/>
                    <a:pt x="91" y="47"/>
                    <a:pt x="91" y="47"/>
                  </a:cubicBezTo>
                  <a:close/>
                  <a:moveTo>
                    <a:pt x="84" y="55"/>
                  </a:moveTo>
                  <a:cubicBezTo>
                    <a:pt x="84" y="86"/>
                    <a:pt x="84" y="86"/>
                    <a:pt x="84" y="86"/>
                  </a:cubicBezTo>
                  <a:cubicBezTo>
                    <a:pt x="83" y="86"/>
                    <a:pt x="82" y="86"/>
                    <a:pt x="81" y="86"/>
                  </a:cubicBezTo>
                  <a:cubicBezTo>
                    <a:pt x="81" y="59"/>
                    <a:pt x="81" y="59"/>
                    <a:pt x="81" y="59"/>
                  </a:cubicBezTo>
                  <a:cubicBezTo>
                    <a:pt x="84" y="55"/>
                    <a:pt x="84" y="55"/>
                    <a:pt x="84" y="55"/>
                  </a:cubicBezTo>
                  <a:close/>
                  <a:moveTo>
                    <a:pt x="77" y="59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76" y="86"/>
                    <a:pt x="75" y="86"/>
                    <a:pt x="74" y="86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77" y="59"/>
                    <a:pt x="77" y="59"/>
                    <a:pt x="77" y="59"/>
                  </a:cubicBezTo>
                  <a:close/>
                  <a:moveTo>
                    <a:pt x="70" y="54"/>
                  </a:moveTo>
                  <a:cubicBezTo>
                    <a:pt x="70" y="86"/>
                    <a:pt x="70" y="86"/>
                    <a:pt x="70" y="86"/>
                  </a:cubicBezTo>
                  <a:cubicBezTo>
                    <a:pt x="69" y="86"/>
                    <a:pt x="68" y="86"/>
                    <a:pt x="66" y="86"/>
                  </a:cubicBezTo>
                  <a:cubicBezTo>
                    <a:pt x="66" y="57"/>
                    <a:pt x="66" y="57"/>
                    <a:pt x="66" y="57"/>
                  </a:cubicBezTo>
                  <a:cubicBezTo>
                    <a:pt x="70" y="54"/>
                    <a:pt x="70" y="54"/>
                    <a:pt x="70" y="54"/>
                  </a:cubicBezTo>
                  <a:close/>
                  <a:moveTo>
                    <a:pt x="63" y="59"/>
                  </a:moveTo>
                  <a:cubicBezTo>
                    <a:pt x="63" y="86"/>
                    <a:pt x="63" y="86"/>
                    <a:pt x="63" y="86"/>
                  </a:cubicBezTo>
                  <a:cubicBezTo>
                    <a:pt x="62" y="86"/>
                    <a:pt x="60" y="86"/>
                    <a:pt x="59" y="86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63" y="59"/>
                    <a:pt x="63" y="59"/>
                    <a:pt x="63" y="59"/>
                  </a:cubicBezTo>
                  <a:close/>
                  <a:moveTo>
                    <a:pt x="56" y="65"/>
                  </a:moveTo>
                  <a:cubicBezTo>
                    <a:pt x="56" y="86"/>
                    <a:pt x="56" y="86"/>
                    <a:pt x="56" y="86"/>
                  </a:cubicBezTo>
                  <a:cubicBezTo>
                    <a:pt x="54" y="86"/>
                    <a:pt x="53" y="86"/>
                    <a:pt x="52" y="86"/>
                  </a:cubicBezTo>
                  <a:cubicBezTo>
                    <a:pt x="52" y="68"/>
                    <a:pt x="52" y="68"/>
                    <a:pt x="52" y="68"/>
                  </a:cubicBezTo>
                  <a:cubicBezTo>
                    <a:pt x="56" y="65"/>
                    <a:pt x="56" y="65"/>
                    <a:pt x="56" y="65"/>
                  </a:cubicBezTo>
                  <a:close/>
                  <a:moveTo>
                    <a:pt x="48" y="71"/>
                  </a:moveTo>
                  <a:cubicBezTo>
                    <a:pt x="48" y="86"/>
                    <a:pt x="48" y="86"/>
                    <a:pt x="48" y="86"/>
                  </a:cubicBezTo>
                  <a:cubicBezTo>
                    <a:pt x="47" y="86"/>
                    <a:pt x="46" y="86"/>
                    <a:pt x="45" y="86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8" y="71"/>
                    <a:pt x="48" y="71"/>
                    <a:pt x="48" y="71"/>
                  </a:cubicBezTo>
                  <a:close/>
                  <a:moveTo>
                    <a:pt x="41" y="75"/>
                  </a:moveTo>
                  <a:cubicBezTo>
                    <a:pt x="41" y="86"/>
                    <a:pt x="41" y="86"/>
                    <a:pt x="41" y="86"/>
                  </a:cubicBezTo>
                  <a:cubicBezTo>
                    <a:pt x="40" y="86"/>
                    <a:pt x="39" y="86"/>
                    <a:pt x="38" y="8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41" y="75"/>
                    <a:pt x="41" y="75"/>
                    <a:pt x="41" y="75"/>
                  </a:cubicBezTo>
                  <a:close/>
                  <a:moveTo>
                    <a:pt x="34" y="70"/>
                  </a:moveTo>
                  <a:cubicBezTo>
                    <a:pt x="34" y="86"/>
                    <a:pt x="34" y="86"/>
                    <a:pt x="34" y="86"/>
                  </a:cubicBezTo>
                  <a:cubicBezTo>
                    <a:pt x="33" y="86"/>
                    <a:pt x="32" y="86"/>
                    <a:pt x="31" y="86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4" y="70"/>
                    <a:pt x="34" y="70"/>
                    <a:pt x="34" y="70"/>
                  </a:cubicBezTo>
                  <a:close/>
                  <a:moveTo>
                    <a:pt x="27" y="67"/>
                  </a:moveTo>
                  <a:cubicBezTo>
                    <a:pt x="27" y="86"/>
                    <a:pt x="27" y="86"/>
                    <a:pt x="27" y="86"/>
                  </a:cubicBezTo>
                  <a:cubicBezTo>
                    <a:pt x="26" y="86"/>
                    <a:pt x="25" y="86"/>
                    <a:pt x="23" y="86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7" y="67"/>
                    <a:pt x="27" y="67"/>
                    <a:pt x="27" y="67"/>
                  </a:cubicBezTo>
                  <a:close/>
                  <a:moveTo>
                    <a:pt x="20" y="71"/>
                  </a:moveTo>
                  <a:cubicBezTo>
                    <a:pt x="20" y="86"/>
                    <a:pt x="20" y="86"/>
                    <a:pt x="20" y="86"/>
                  </a:cubicBezTo>
                  <a:cubicBezTo>
                    <a:pt x="19" y="86"/>
                    <a:pt x="17" y="86"/>
                    <a:pt x="16" y="86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20" y="71"/>
                    <a:pt x="20" y="71"/>
                    <a:pt x="20" y="71"/>
                  </a:cubicBezTo>
                  <a:close/>
                  <a:moveTo>
                    <a:pt x="5" y="79"/>
                  </a:moveTo>
                  <a:cubicBezTo>
                    <a:pt x="5" y="86"/>
                    <a:pt x="5" y="86"/>
                    <a:pt x="5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5" y="79"/>
                    <a:pt x="5" y="79"/>
                    <a:pt x="5" y="79"/>
                  </a:cubicBezTo>
                  <a:close/>
                  <a:moveTo>
                    <a:pt x="0" y="58"/>
                  </a:moveTo>
                  <a:cubicBezTo>
                    <a:pt x="7" y="70"/>
                    <a:pt x="7" y="70"/>
                    <a:pt x="7" y="70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70" y="45"/>
                    <a:pt x="70" y="45"/>
                    <a:pt x="70" y="45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0" y="28"/>
                    <a:pt x="70" y="28"/>
                    <a:pt x="70" y="28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0" y="58"/>
                    <a:pt x="0" y="58"/>
                    <a:pt x="0" y="58"/>
                  </a:cubicBezTo>
                  <a:close/>
                  <a:moveTo>
                    <a:pt x="13" y="75"/>
                  </a:moveTo>
                  <a:cubicBezTo>
                    <a:pt x="13" y="86"/>
                    <a:pt x="13" y="86"/>
                    <a:pt x="13" y="86"/>
                  </a:cubicBezTo>
                  <a:cubicBezTo>
                    <a:pt x="11" y="86"/>
                    <a:pt x="10" y="86"/>
                    <a:pt x="9" y="86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13" y="75"/>
                    <a:pt x="13" y="75"/>
                    <a:pt x="13" y="75"/>
                  </a:cubicBezTo>
                  <a:close/>
                  <a:moveTo>
                    <a:pt x="21" y="22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9" y="19"/>
                    <a:pt x="49" y="19"/>
                    <a:pt x="49" y="1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2" y="33"/>
                    <a:pt x="31" y="38"/>
                    <a:pt x="31" y="3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3" y="24"/>
                    <a:pt x="23" y="24"/>
                    <a:pt x="23" y="24"/>
                  </a:cubicBezTo>
                  <a:lnTo>
                    <a:pt x="21" y="22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ffectLst>
              <a:outerShdw blurRad="254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06186" y="2990845"/>
            <a:ext cx="1010406" cy="1027388"/>
            <a:chOff x="2275864" y="2561724"/>
            <a:chExt cx="1010406" cy="1027388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2275864" y="2561724"/>
              <a:ext cx="1010406" cy="102738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标题层"/>
            <p:cNvSpPr txBox="1"/>
            <p:nvPr/>
          </p:nvSpPr>
          <p:spPr bwMode="auto">
            <a:xfrm>
              <a:off x="2472208" y="2830165"/>
              <a:ext cx="617718" cy="461665"/>
            </a:xfrm>
            <a:prstGeom prst="rect">
              <a:avLst/>
            </a:prstGeom>
            <a:noFill/>
            <a:effectLst>
              <a:outerShdw blurRad="12700" dist="12700" dir="438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02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011804" y="4378273"/>
            <a:ext cx="1010406" cy="1027388"/>
            <a:chOff x="2275864" y="2561724"/>
            <a:chExt cx="1010406" cy="1027388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2275864" y="2561724"/>
              <a:ext cx="1010406" cy="102738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标题层"/>
            <p:cNvSpPr txBox="1"/>
            <p:nvPr/>
          </p:nvSpPr>
          <p:spPr bwMode="auto">
            <a:xfrm>
              <a:off x="2472208" y="2830165"/>
              <a:ext cx="617718" cy="461665"/>
            </a:xfrm>
            <a:prstGeom prst="rect">
              <a:avLst/>
            </a:prstGeom>
            <a:noFill/>
            <a:effectLst>
              <a:outerShdw blurRad="12700" dist="12700" dir="438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01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462370" y="2990845"/>
            <a:ext cx="1010406" cy="1027388"/>
            <a:chOff x="2275864" y="2561724"/>
            <a:chExt cx="1010406" cy="1027388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2275864" y="2561724"/>
              <a:ext cx="1010406" cy="102738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标题层"/>
            <p:cNvSpPr txBox="1"/>
            <p:nvPr/>
          </p:nvSpPr>
          <p:spPr bwMode="auto">
            <a:xfrm>
              <a:off x="2472208" y="2830165"/>
              <a:ext cx="617718" cy="461665"/>
            </a:xfrm>
            <a:prstGeom prst="rect">
              <a:avLst/>
            </a:prstGeom>
            <a:noFill/>
            <a:effectLst>
              <a:outerShdw blurRad="12700" dist="12700" dir="438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03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254458" y="4378273"/>
            <a:ext cx="1010406" cy="1027388"/>
            <a:chOff x="2275864" y="2561724"/>
            <a:chExt cx="1010406" cy="102738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2275864" y="2561724"/>
              <a:ext cx="1010406" cy="102738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" name="标题层"/>
            <p:cNvSpPr txBox="1"/>
            <p:nvPr/>
          </p:nvSpPr>
          <p:spPr bwMode="auto">
            <a:xfrm>
              <a:off x="2472208" y="2830165"/>
              <a:ext cx="617718" cy="461665"/>
            </a:xfrm>
            <a:prstGeom prst="rect">
              <a:avLst/>
            </a:prstGeom>
            <a:noFill/>
            <a:effectLst>
              <a:outerShdw blurRad="12700" dist="12700" dir="438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04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36" name="文本框 1"/>
          <p:cNvSpPr txBox="1"/>
          <p:nvPr/>
        </p:nvSpPr>
        <p:spPr>
          <a:xfrm>
            <a:off x="1121817" y="4597166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išļîďè"/>
          <p:cNvSpPr txBox="1"/>
          <p:nvPr/>
        </p:nvSpPr>
        <p:spPr bwMode="auto">
          <a:xfrm>
            <a:off x="1105934" y="4252342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8" name="文本框 1"/>
          <p:cNvSpPr txBox="1"/>
          <p:nvPr/>
        </p:nvSpPr>
        <p:spPr>
          <a:xfrm>
            <a:off x="1987539" y="3178981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išļîďè"/>
          <p:cNvSpPr txBox="1"/>
          <p:nvPr/>
        </p:nvSpPr>
        <p:spPr bwMode="auto">
          <a:xfrm>
            <a:off x="1971656" y="2834157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0" name="文本框 1"/>
          <p:cNvSpPr txBox="1"/>
          <p:nvPr/>
        </p:nvSpPr>
        <p:spPr>
          <a:xfrm>
            <a:off x="8426929" y="4597166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" name="išļîďè"/>
          <p:cNvSpPr txBox="1"/>
          <p:nvPr/>
        </p:nvSpPr>
        <p:spPr bwMode="auto">
          <a:xfrm>
            <a:off x="8411046" y="4252342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2" name="文本框 1"/>
          <p:cNvSpPr txBox="1"/>
          <p:nvPr/>
        </p:nvSpPr>
        <p:spPr>
          <a:xfrm>
            <a:off x="7577209" y="3058290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išļîďè"/>
          <p:cNvSpPr txBox="1"/>
          <p:nvPr/>
        </p:nvSpPr>
        <p:spPr bwMode="auto">
          <a:xfrm>
            <a:off x="7561326" y="2713466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4" name="文本框 1"/>
          <p:cNvSpPr txBox="1"/>
          <p:nvPr/>
        </p:nvSpPr>
        <p:spPr>
          <a:xfrm>
            <a:off x="1017713" y="1089429"/>
            <a:ext cx="935577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2792194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研究方法与思路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1"/>
          <p:cNvSpPr txBox="1"/>
          <p:nvPr/>
        </p:nvSpPr>
        <p:spPr>
          <a:xfrm>
            <a:off x="1017713" y="1089429"/>
            <a:ext cx="935577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grpSp>
        <p:nvGrpSpPr>
          <p:cNvPr id="45" name="Group 49"/>
          <p:cNvGrpSpPr/>
          <p:nvPr/>
        </p:nvGrpSpPr>
        <p:grpSpPr>
          <a:xfrm>
            <a:off x="4967562" y="3092773"/>
            <a:ext cx="1111955" cy="1366659"/>
            <a:chOff x="3606801" y="1795463"/>
            <a:chExt cx="928688" cy="1141413"/>
          </a:xfrm>
        </p:grpSpPr>
        <p:sp>
          <p:nvSpPr>
            <p:cNvPr id="67" name="Freeform 8"/>
            <p:cNvSpPr/>
            <p:nvPr/>
          </p:nvSpPr>
          <p:spPr bwMode="auto">
            <a:xfrm>
              <a:off x="3606801" y="1795463"/>
              <a:ext cx="928688" cy="1141413"/>
            </a:xfrm>
            <a:custGeom>
              <a:avLst/>
              <a:gdLst/>
              <a:ahLst/>
              <a:cxnLst>
                <a:cxn ang="0">
                  <a:pos x="3" y="110"/>
                </a:cxn>
                <a:cxn ang="0">
                  <a:pos x="247" y="0"/>
                </a:cxn>
                <a:cxn ang="0">
                  <a:pos x="247" y="303"/>
                </a:cxn>
                <a:cxn ang="0">
                  <a:pos x="21" y="303"/>
                </a:cxn>
                <a:cxn ang="0">
                  <a:pos x="3" y="110"/>
                </a:cxn>
              </a:cxnLst>
              <a:rect l="0" t="0" r="r" b="b"/>
              <a:pathLst>
                <a:path w="247" h="303">
                  <a:moveTo>
                    <a:pt x="3" y="110"/>
                  </a:moveTo>
                  <a:cubicBezTo>
                    <a:pt x="103" y="89"/>
                    <a:pt x="184" y="52"/>
                    <a:pt x="247" y="0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1" y="303"/>
                    <a:pt x="21" y="303"/>
                    <a:pt x="21" y="303"/>
                  </a:cubicBezTo>
                  <a:cubicBezTo>
                    <a:pt x="5" y="245"/>
                    <a:pt x="0" y="180"/>
                    <a:pt x="3" y="110"/>
                  </a:cubicBezTo>
                  <a:close/>
                </a:path>
              </a:pathLst>
            </a:custGeom>
            <a:solidFill>
              <a:srgbClr val="1C50A2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8" name="Freeform 9"/>
            <p:cNvSpPr>
              <a:spLocks noEditPoints="1"/>
            </p:cNvSpPr>
            <p:nvPr/>
          </p:nvSpPr>
          <p:spPr bwMode="auto">
            <a:xfrm>
              <a:off x="3962400" y="2350968"/>
              <a:ext cx="275623" cy="307615"/>
            </a:xfrm>
            <a:custGeom>
              <a:avLst/>
              <a:gdLst/>
              <a:ahLst/>
              <a:cxnLst>
                <a:cxn ang="0">
                  <a:pos x="374" y="158"/>
                </a:cxn>
                <a:cxn ang="0">
                  <a:pos x="352" y="158"/>
                </a:cxn>
                <a:cxn ang="0">
                  <a:pos x="209" y="0"/>
                </a:cxn>
                <a:cxn ang="0">
                  <a:pos x="67" y="158"/>
                </a:cxn>
                <a:cxn ang="0">
                  <a:pos x="44" y="158"/>
                </a:cxn>
                <a:cxn ang="0">
                  <a:pos x="0" y="203"/>
                </a:cxn>
                <a:cxn ang="0">
                  <a:pos x="0" y="414"/>
                </a:cxn>
                <a:cxn ang="0">
                  <a:pos x="44" y="478"/>
                </a:cxn>
                <a:cxn ang="0">
                  <a:pos x="374" y="478"/>
                </a:cxn>
                <a:cxn ang="0">
                  <a:pos x="428" y="414"/>
                </a:cxn>
                <a:cxn ang="0">
                  <a:pos x="428" y="203"/>
                </a:cxn>
                <a:cxn ang="0">
                  <a:pos x="374" y="158"/>
                </a:cxn>
                <a:cxn ang="0">
                  <a:pos x="247" y="414"/>
                </a:cxn>
                <a:cxn ang="0">
                  <a:pos x="172" y="414"/>
                </a:cxn>
                <a:cxn ang="0">
                  <a:pos x="186" y="309"/>
                </a:cxn>
                <a:cxn ang="0">
                  <a:pos x="161" y="265"/>
                </a:cxn>
                <a:cxn ang="0">
                  <a:pos x="210" y="216"/>
                </a:cxn>
                <a:cxn ang="0">
                  <a:pos x="258" y="264"/>
                </a:cxn>
                <a:cxn ang="0">
                  <a:pos x="232" y="310"/>
                </a:cxn>
                <a:cxn ang="0">
                  <a:pos x="247" y="414"/>
                </a:cxn>
                <a:cxn ang="0">
                  <a:pos x="112" y="158"/>
                </a:cxn>
                <a:cxn ang="0">
                  <a:pos x="209" y="45"/>
                </a:cxn>
                <a:cxn ang="0">
                  <a:pos x="307" y="158"/>
                </a:cxn>
                <a:cxn ang="0">
                  <a:pos x="112" y="158"/>
                </a:cxn>
              </a:cxnLst>
              <a:rect l="0" t="0" r="r" b="b"/>
              <a:pathLst>
                <a:path w="428" h="478">
                  <a:moveTo>
                    <a:pt x="374" y="158"/>
                  </a:moveTo>
                  <a:cubicBezTo>
                    <a:pt x="352" y="158"/>
                    <a:pt x="352" y="158"/>
                    <a:pt x="352" y="158"/>
                  </a:cubicBezTo>
                  <a:cubicBezTo>
                    <a:pt x="352" y="58"/>
                    <a:pt x="292" y="0"/>
                    <a:pt x="209" y="0"/>
                  </a:cubicBezTo>
                  <a:cubicBezTo>
                    <a:pt x="127" y="0"/>
                    <a:pt x="67" y="58"/>
                    <a:pt x="67" y="158"/>
                  </a:cubicBezTo>
                  <a:cubicBezTo>
                    <a:pt x="44" y="158"/>
                    <a:pt x="44" y="158"/>
                    <a:pt x="44" y="158"/>
                  </a:cubicBezTo>
                  <a:cubicBezTo>
                    <a:pt x="11" y="158"/>
                    <a:pt x="0" y="170"/>
                    <a:pt x="0" y="203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0" y="447"/>
                    <a:pt x="11" y="478"/>
                    <a:pt x="44" y="478"/>
                  </a:cubicBezTo>
                  <a:cubicBezTo>
                    <a:pt x="374" y="478"/>
                    <a:pt x="374" y="478"/>
                    <a:pt x="374" y="478"/>
                  </a:cubicBezTo>
                  <a:cubicBezTo>
                    <a:pt x="407" y="478"/>
                    <a:pt x="428" y="447"/>
                    <a:pt x="428" y="414"/>
                  </a:cubicBezTo>
                  <a:cubicBezTo>
                    <a:pt x="428" y="203"/>
                    <a:pt x="428" y="203"/>
                    <a:pt x="428" y="203"/>
                  </a:cubicBezTo>
                  <a:cubicBezTo>
                    <a:pt x="428" y="170"/>
                    <a:pt x="407" y="158"/>
                    <a:pt x="374" y="158"/>
                  </a:cubicBezTo>
                  <a:moveTo>
                    <a:pt x="247" y="414"/>
                  </a:moveTo>
                  <a:cubicBezTo>
                    <a:pt x="172" y="414"/>
                    <a:pt x="172" y="414"/>
                    <a:pt x="172" y="414"/>
                  </a:cubicBezTo>
                  <a:cubicBezTo>
                    <a:pt x="186" y="309"/>
                    <a:pt x="186" y="309"/>
                    <a:pt x="186" y="309"/>
                  </a:cubicBezTo>
                  <a:cubicBezTo>
                    <a:pt x="171" y="301"/>
                    <a:pt x="161" y="283"/>
                    <a:pt x="161" y="265"/>
                  </a:cubicBezTo>
                  <a:cubicBezTo>
                    <a:pt x="161" y="238"/>
                    <a:pt x="183" y="216"/>
                    <a:pt x="210" y="216"/>
                  </a:cubicBezTo>
                  <a:cubicBezTo>
                    <a:pt x="236" y="216"/>
                    <a:pt x="258" y="237"/>
                    <a:pt x="258" y="264"/>
                  </a:cubicBezTo>
                  <a:cubicBezTo>
                    <a:pt x="258" y="282"/>
                    <a:pt x="248" y="302"/>
                    <a:pt x="232" y="310"/>
                  </a:cubicBezTo>
                  <a:lnTo>
                    <a:pt x="247" y="414"/>
                  </a:lnTo>
                  <a:close/>
                  <a:moveTo>
                    <a:pt x="112" y="158"/>
                  </a:moveTo>
                  <a:cubicBezTo>
                    <a:pt x="112" y="66"/>
                    <a:pt x="161" y="45"/>
                    <a:pt x="209" y="45"/>
                  </a:cubicBezTo>
                  <a:cubicBezTo>
                    <a:pt x="258" y="45"/>
                    <a:pt x="307" y="66"/>
                    <a:pt x="307" y="158"/>
                  </a:cubicBezTo>
                  <a:lnTo>
                    <a:pt x="112" y="15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6" name="Group 50"/>
          <p:cNvGrpSpPr/>
          <p:nvPr/>
        </p:nvGrpSpPr>
        <p:grpSpPr>
          <a:xfrm>
            <a:off x="6151746" y="3088970"/>
            <a:ext cx="1110054" cy="1370461"/>
            <a:chOff x="4595813" y="1792288"/>
            <a:chExt cx="927100" cy="1144588"/>
          </a:xfrm>
        </p:grpSpPr>
        <p:sp>
          <p:nvSpPr>
            <p:cNvPr id="65" name="Freeform 9"/>
            <p:cNvSpPr/>
            <p:nvPr/>
          </p:nvSpPr>
          <p:spPr bwMode="auto">
            <a:xfrm>
              <a:off x="4595813" y="1792288"/>
              <a:ext cx="927100" cy="1144588"/>
            </a:xfrm>
            <a:custGeom>
              <a:avLst/>
              <a:gdLst/>
              <a:ahLst/>
              <a:cxnLst>
                <a:cxn ang="0">
                  <a:pos x="220" y="304"/>
                </a:cxn>
                <a:cxn ang="0">
                  <a:pos x="0" y="304"/>
                </a:cxn>
                <a:cxn ang="0">
                  <a:pos x="0" y="0"/>
                </a:cxn>
                <a:cxn ang="0">
                  <a:pos x="246" y="111"/>
                </a:cxn>
                <a:cxn ang="0">
                  <a:pos x="220" y="304"/>
                </a:cxn>
              </a:cxnLst>
              <a:rect l="0" t="0" r="r" b="b"/>
              <a:pathLst>
                <a:path w="246" h="304">
                  <a:moveTo>
                    <a:pt x="220" y="304"/>
                  </a:moveTo>
                  <a:cubicBezTo>
                    <a:pt x="0" y="304"/>
                    <a:pt x="0" y="304"/>
                    <a:pt x="0" y="30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6" y="56"/>
                    <a:pt x="158" y="93"/>
                    <a:pt x="246" y="111"/>
                  </a:cubicBezTo>
                  <a:cubicBezTo>
                    <a:pt x="243" y="183"/>
                    <a:pt x="235" y="247"/>
                    <a:pt x="220" y="304"/>
                  </a:cubicBezTo>
                  <a:close/>
                </a:path>
              </a:pathLst>
            </a:custGeom>
            <a:solidFill>
              <a:srgbClr val="1C50A2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6" name="Freeform 100"/>
            <p:cNvSpPr>
              <a:spLocks noEditPoints="1"/>
            </p:cNvSpPr>
            <p:nvPr/>
          </p:nvSpPr>
          <p:spPr bwMode="auto">
            <a:xfrm>
              <a:off x="4800600" y="2355899"/>
              <a:ext cx="323697" cy="310304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7" name="Group 51"/>
          <p:cNvGrpSpPr/>
          <p:nvPr/>
        </p:nvGrpSpPr>
        <p:grpSpPr>
          <a:xfrm>
            <a:off x="5083509" y="4535461"/>
            <a:ext cx="996007" cy="1226002"/>
            <a:chOff x="3703638" y="3000375"/>
            <a:chExt cx="831850" cy="1023938"/>
          </a:xfrm>
        </p:grpSpPr>
        <p:sp>
          <p:nvSpPr>
            <p:cNvPr id="63" name="Freeform 11"/>
            <p:cNvSpPr/>
            <p:nvPr/>
          </p:nvSpPr>
          <p:spPr bwMode="auto">
            <a:xfrm>
              <a:off x="3703638" y="3000375"/>
              <a:ext cx="831850" cy="1023938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272"/>
                </a:cxn>
                <a:cxn ang="0">
                  <a:pos x="0" y="0"/>
                </a:cxn>
                <a:cxn ang="0">
                  <a:pos x="221" y="0"/>
                </a:cxn>
              </a:cxnLst>
              <a:rect l="0" t="0" r="r" b="b"/>
              <a:pathLst>
                <a:path w="221" h="272">
                  <a:moveTo>
                    <a:pt x="221" y="0"/>
                  </a:moveTo>
                  <a:cubicBezTo>
                    <a:pt x="221" y="272"/>
                    <a:pt x="221" y="272"/>
                    <a:pt x="221" y="272"/>
                  </a:cubicBezTo>
                  <a:cubicBezTo>
                    <a:pt x="108" y="207"/>
                    <a:pt x="34" y="116"/>
                    <a:pt x="0" y="0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rgbClr val="1C50A2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4" name="Freeform 131"/>
            <p:cNvSpPr/>
            <p:nvPr/>
          </p:nvSpPr>
          <p:spPr bwMode="auto">
            <a:xfrm>
              <a:off x="4077352" y="3159042"/>
              <a:ext cx="321341" cy="326210"/>
            </a:xfrm>
            <a:custGeom>
              <a:avLst/>
              <a:gdLst/>
              <a:ahLst/>
              <a:cxnLst>
                <a:cxn ang="0">
                  <a:pos x="61" y="49"/>
                </a:cxn>
                <a:cxn ang="0">
                  <a:pos x="49" y="62"/>
                </a:cxn>
                <a:cxn ang="0">
                  <a:pos x="36" y="49"/>
                </a:cxn>
                <a:cxn ang="0">
                  <a:pos x="36" y="48"/>
                </a:cxn>
                <a:cxn ang="0">
                  <a:pos x="21" y="41"/>
                </a:cxn>
                <a:cxn ang="0">
                  <a:pos x="13" y="44"/>
                </a:cxn>
                <a:cxn ang="0">
                  <a:pos x="0" y="31"/>
                </a:cxn>
                <a:cxn ang="0">
                  <a:pos x="13" y="18"/>
                </a:cxn>
                <a:cxn ang="0">
                  <a:pos x="21" y="22"/>
                </a:cxn>
                <a:cxn ang="0">
                  <a:pos x="36" y="15"/>
                </a:cxn>
                <a:cxn ang="0">
                  <a:pos x="36" y="13"/>
                </a:cxn>
                <a:cxn ang="0">
                  <a:pos x="49" y="0"/>
                </a:cxn>
                <a:cxn ang="0">
                  <a:pos x="61" y="13"/>
                </a:cxn>
                <a:cxn ang="0">
                  <a:pos x="49" y="26"/>
                </a:cxn>
                <a:cxn ang="0">
                  <a:pos x="40" y="23"/>
                </a:cxn>
                <a:cxn ang="0">
                  <a:pos x="25" y="30"/>
                </a:cxn>
                <a:cxn ang="0">
                  <a:pos x="25" y="31"/>
                </a:cxn>
                <a:cxn ang="0">
                  <a:pos x="25" y="33"/>
                </a:cxn>
                <a:cxn ang="0">
                  <a:pos x="40" y="40"/>
                </a:cxn>
                <a:cxn ang="0">
                  <a:pos x="49" y="36"/>
                </a:cxn>
                <a:cxn ang="0">
                  <a:pos x="61" y="49"/>
                </a:cxn>
              </a:cxnLst>
              <a:rect l="0" t="0" r="r" b="b"/>
              <a:pathLst>
                <a:path w="61" h="62">
                  <a:moveTo>
                    <a:pt x="61" y="49"/>
                  </a:moveTo>
                  <a:cubicBezTo>
                    <a:pt x="61" y="56"/>
                    <a:pt x="56" y="62"/>
                    <a:pt x="49" y="62"/>
                  </a:cubicBezTo>
                  <a:cubicBezTo>
                    <a:pt x="41" y="62"/>
                    <a:pt x="36" y="56"/>
                    <a:pt x="36" y="49"/>
                  </a:cubicBezTo>
                  <a:cubicBezTo>
                    <a:pt x="36" y="49"/>
                    <a:pt x="36" y="48"/>
                    <a:pt x="36" y="48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19" y="43"/>
                    <a:pt x="16" y="44"/>
                    <a:pt x="13" y="44"/>
                  </a:cubicBezTo>
                  <a:cubicBezTo>
                    <a:pt x="6" y="44"/>
                    <a:pt x="0" y="38"/>
                    <a:pt x="0" y="31"/>
                  </a:cubicBezTo>
                  <a:cubicBezTo>
                    <a:pt x="0" y="24"/>
                    <a:pt x="6" y="18"/>
                    <a:pt x="13" y="18"/>
                  </a:cubicBezTo>
                  <a:cubicBezTo>
                    <a:pt x="16" y="18"/>
                    <a:pt x="19" y="20"/>
                    <a:pt x="21" y="22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4"/>
                    <a:pt x="36" y="14"/>
                    <a:pt x="36" y="13"/>
                  </a:cubicBezTo>
                  <a:cubicBezTo>
                    <a:pt x="36" y="6"/>
                    <a:pt x="41" y="0"/>
                    <a:pt x="49" y="0"/>
                  </a:cubicBezTo>
                  <a:cubicBezTo>
                    <a:pt x="56" y="0"/>
                    <a:pt x="61" y="6"/>
                    <a:pt x="61" y="13"/>
                  </a:cubicBezTo>
                  <a:cubicBezTo>
                    <a:pt x="61" y="20"/>
                    <a:pt x="56" y="26"/>
                    <a:pt x="49" y="26"/>
                  </a:cubicBezTo>
                  <a:cubicBezTo>
                    <a:pt x="45" y="26"/>
                    <a:pt x="42" y="25"/>
                    <a:pt x="40" y="23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1"/>
                    <a:pt x="25" y="31"/>
                  </a:cubicBezTo>
                  <a:cubicBezTo>
                    <a:pt x="25" y="32"/>
                    <a:pt x="25" y="32"/>
                    <a:pt x="25" y="33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2" y="38"/>
                    <a:pt x="45" y="36"/>
                    <a:pt x="49" y="36"/>
                  </a:cubicBezTo>
                  <a:cubicBezTo>
                    <a:pt x="56" y="36"/>
                    <a:pt x="61" y="42"/>
                    <a:pt x="61" y="49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8" name="Group 52"/>
          <p:cNvGrpSpPr/>
          <p:nvPr/>
        </p:nvGrpSpPr>
        <p:grpSpPr>
          <a:xfrm>
            <a:off x="6151746" y="4535461"/>
            <a:ext cx="975099" cy="1231704"/>
            <a:chOff x="4595813" y="3000375"/>
            <a:chExt cx="814388" cy="1028700"/>
          </a:xfrm>
        </p:grpSpPr>
        <p:sp>
          <p:nvSpPr>
            <p:cNvPr id="61" name="Freeform 10"/>
            <p:cNvSpPr/>
            <p:nvPr/>
          </p:nvSpPr>
          <p:spPr bwMode="auto">
            <a:xfrm>
              <a:off x="4595813" y="3000375"/>
              <a:ext cx="814388" cy="10287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6" y="0"/>
                </a:cxn>
                <a:cxn ang="0">
                  <a:pos x="0" y="273"/>
                </a:cxn>
                <a:cxn ang="0">
                  <a:pos x="0" y="0"/>
                </a:cxn>
              </a:cxnLst>
              <a:rect l="0" t="0" r="r" b="b"/>
              <a:pathLst>
                <a:path w="216" h="273">
                  <a:moveTo>
                    <a:pt x="0" y="0"/>
                  </a:moveTo>
                  <a:cubicBezTo>
                    <a:pt x="216" y="0"/>
                    <a:pt x="216" y="0"/>
                    <a:pt x="216" y="0"/>
                  </a:cubicBezTo>
                  <a:cubicBezTo>
                    <a:pt x="178" y="134"/>
                    <a:pt x="106" y="225"/>
                    <a:pt x="0" y="2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C50A2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2" name="Freeform 62"/>
            <p:cNvSpPr>
              <a:spLocks noEditPoints="1"/>
            </p:cNvSpPr>
            <p:nvPr/>
          </p:nvSpPr>
          <p:spPr bwMode="auto">
            <a:xfrm>
              <a:off x="4737209" y="3175053"/>
              <a:ext cx="330417" cy="333059"/>
            </a:xfrm>
            <a:custGeom>
              <a:avLst/>
              <a:gdLst/>
              <a:ahLst/>
              <a:cxnLst>
                <a:cxn ang="0">
                  <a:pos x="58" y="33"/>
                </a:cxn>
                <a:cxn ang="0">
                  <a:pos x="57" y="34"/>
                </a:cxn>
                <a:cxn ang="0">
                  <a:pos x="50" y="35"/>
                </a:cxn>
                <a:cxn ang="0">
                  <a:pos x="49" y="39"/>
                </a:cxn>
                <a:cxn ang="0">
                  <a:pos x="53" y="44"/>
                </a:cxn>
                <a:cxn ang="0">
                  <a:pos x="53" y="45"/>
                </a:cxn>
                <a:cxn ang="0">
                  <a:pos x="53" y="46"/>
                </a:cxn>
                <a:cxn ang="0">
                  <a:pos x="45" y="53"/>
                </a:cxn>
                <a:cxn ang="0">
                  <a:pos x="44" y="52"/>
                </a:cxn>
                <a:cxn ang="0">
                  <a:pos x="39" y="48"/>
                </a:cxn>
                <a:cxn ang="0">
                  <a:pos x="36" y="50"/>
                </a:cxn>
                <a:cxn ang="0">
                  <a:pos x="34" y="57"/>
                </a:cxn>
                <a:cxn ang="0">
                  <a:pos x="33" y="58"/>
                </a:cxn>
                <a:cxn ang="0">
                  <a:pos x="25" y="58"/>
                </a:cxn>
                <a:cxn ang="0">
                  <a:pos x="23" y="57"/>
                </a:cxn>
                <a:cxn ang="0">
                  <a:pos x="22" y="50"/>
                </a:cxn>
                <a:cxn ang="0">
                  <a:pos x="19" y="48"/>
                </a:cxn>
                <a:cxn ang="0">
                  <a:pos x="14" y="52"/>
                </a:cxn>
                <a:cxn ang="0">
                  <a:pos x="13" y="53"/>
                </a:cxn>
                <a:cxn ang="0">
                  <a:pos x="12" y="52"/>
                </a:cxn>
                <a:cxn ang="0">
                  <a:pos x="5" y="46"/>
                </a:cxn>
                <a:cxn ang="0">
                  <a:pos x="5" y="45"/>
                </a:cxn>
                <a:cxn ang="0">
                  <a:pos x="5" y="44"/>
                </a:cxn>
                <a:cxn ang="0">
                  <a:pos x="9" y="39"/>
                </a:cxn>
                <a:cxn ang="0">
                  <a:pos x="8" y="35"/>
                </a:cxn>
                <a:cxn ang="0">
                  <a:pos x="1" y="34"/>
                </a:cxn>
                <a:cxn ang="0">
                  <a:pos x="0" y="33"/>
                </a:cxn>
                <a:cxn ang="0">
                  <a:pos x="0" y="24"/>
                </a:cxn>
                <a:cxn ang="0">
                  <a:pos x="1" y="23"/>
                </a:cxn>
                <a:cxn ang="0">
                  <a:pos x="8" y="22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3" y="5"/>
                </a:cxn>
                <a:cxn ang="0">
                  <a:pos x="14" y="5"/>
                </a:cxn>
                <a:cxn ang="0">
                  <a:pos x="19" y="9"/>
                </a:cxn>
                <a:cxn ang="0">
                  <a:pos x="22" y="8"/>
                </a:cxn>
                <a:cxn ang="0">
                  <a:pos x="23" y="1"/>
                </a:cxn>
                <a:cxn ang="0">
                  <a:pos x="25" y="0"/>
                </a:cxn>
                <a:cxn ang="0">
                  <a:pos x="33" y="0"/>
                </a:cxn>
                <a:cxn ang="0">
                  <a:pos x="34" y="1"/>
                </a:cxn>
                <a:cxn ang="0">
                  <a:pos x="36" y="8"/>
                </a:cxn>
                <a:cxn ang="0">
                  <a:pos x="39" y="9"/>
                </a:cxn>
                <a:cxn ang="0">
                  <a:pos x="44" y="5"/>
                </a:cxn>
                <a:cxn ang="0">
                  <a:pos x="45" y="5"/>
                </a:cxn>
                <a:cxn ang="0">
                  <a:pos x="46" y="5"/>
                </a:cxn>
                <a:cxn ang="0">
                  <a:pos x="52" y="12"/>
                </a:cxn>
                <a:cxn ang="0">
                  <a:pos x="53" y="12"/>
                </a:cxn>
                <a:cxn ang="0">
                  <a:pos x="52" y="13"/>
                </a:cxn>
                <a:cxn ang="0">
                  <a:pos x="48" y="18"/>
                </a:cxn>
                <a:cxn ang="0">
                  <a:pos x="50" y="22"/>
                </a:cxn>
                <a:cxn ang="0">
                  <a:pos x="57" y="23"/>
                </a:cxn>
                <a:cxn ang="0">
                  <a:pos x="58" y="25"/>
                </a:cxn>
                <a:cxn ang="0">
                  <a:pos x="58" y="33"/>
                </a:cxn>
                <a:cxn ang="0">
                  <a:pos x="29" y="19"/>
                </a:cxn>
                <a:cxn ang="0">
                  <a:pos x="19" y="29"/>
                </a:cxn>
                <a:cxn ang="0">
                  <a:pos x="29" y="38"/>
                </a:cxn>
                <a:cxn ang="0">
                  <a:pos x="39" y="29"/>
                </a:cxn>
                <a:cxn ang="0">
                  <a:pos x="29" y="19"/>
                </a:cxn>
              </a:cxnLst>
              <a:rect l="0" t="0" r="r" b="b"/>
              <a:pathLst>
                <a:path w="58" h="58">
                  <a:moveTo>
                    <a:pt x="58" y="33"/>
                  </a:moveTo>
                  <a:cubicBezTo>
                    <a:pt x="58" y="34"/>
                    <a:pt x="58" y="34"/>
                    <a:pt x="57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7"/>
                    <a:pt x="49" y="38"/>
                    <a:pt x="49" y="39"/>
                  </a:cubicBezTo>
                  <a:cubicBezTo>
                    <a:pt x="50" y="41"/>
                    <a:pt x="51" y="42"/>
                    <a:pt x="53" y="44"/>
                  </a:cubicBezTo>
                  <a:cubicBezTo>
                    <a:pt x="53" y="44"/>
                    <a:pt x="53" y="45"/>
                    <a:pt x="53" y="45"/>
                  </a:cubicBezTo>
                  <a:cubicBezTo>
                    <a:pt x="53" y="45"/>
                    <a:pt x="53" y="46"/>
                    <a:pt x="53" y="46"/>
                  </a:cubicBezTo>
                  <a:cubicBezTo>
                    <a:pt x="52" y="47"/>
                    <a:pt x="47" y="53"/>
                    <a:pt x="45" y="53"/>
                  </a:cubicBezTo>
                  <a:cubicBezTo>
                    <a:pt x="45" y="53"/>
                    <a:pt x="45" y="53"/>
                    <a:pt x="44" y="52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8" y="49"/>
                    <a:pt x="37" y="49"/>
                    <a:pt x="36" y="50"/>
                  </a:cubicBezTo>
                  <a:cubicBezTo>
                    <a:pt x="35" y="52"/>
                    <a:pt x="35" y="55"/>
                    <a:pt x="34" y="57"/>
                  </a:cubicBezTo>
                  <a:cubicBezTo>
                    <a:pt x="34" y="57"/>
                    <a:pt x="34" y="58"/>
                    <a:pt x="33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4" y="58"/>
                    <a:pt x="23" y="57"/>
                    <a:pt x="23" y="57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1" y="49"/>
                    <a:pt x="20" y="49"/>
                    <a:pt x="19" y="48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2" y="53"/>
                    <a:pt x="12" y="53"/>
                    <a:pt x="12" y="52"/>
                  </a:cubicBezTo>
                  <a:cubicBezTo>
                    <a:pt x="10" y="50"/>
                    <a:pt x="7" y="48"/>
                    <a:pt x="5" y="46"/>
                  </a:cubicBezTo>
                  <a:cubicBezTo>
                    <a:pt x="5" y="46"/>
                    <a:pt x="5" y="45"/>
                    <a:pt x="5" y="45"/>
                  </a:cubicBezTo>
                  <a:cubicBezTo>
                    <a:pt x="5" y="45"/>
                    <a:pt x="5" y="44"/>
                    <a:pt x="5" y="44"/>
                  </a:cubicBezTo>
                  <a:cubicBezTo>
                    <a:pt x="7" y="42"/>
                    <a:pt x="8" y="41"/>
                    <a:pt x="9" y="39"/>
                  </a:cubicBezTo>
                  <a:cubicBezTo>
                    <a:pt x="9" y="38"/>
                    <a:pt x="8" y="37"/>
                    <a:pt x="8" y="35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4"/>
                    <a:pt x="0" y="33"/>
                    <a:pt x="0" y="3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1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1"/>
                    <a:pt x="9" y="20"/>
                    <a:pt x="9" y="18"/>
                  </a:cubicBezTo>
                  <a:cubicBezTo>
                    <a:pt x="8" y="17"/>
                    <a:pt x="7" y="15"/>
                    <a:pt x="5" y="13"/>
                  </a:cubicBezTo>
                  <a:cubicBezTo>
                    <a:pt x="5" y="13"/>
                    <a:pt x="5" y="13"/>
                    <a:pt x="5" y="12"/>
                  </a:cubicBezTo>
                  <a:cubicBezTo>
                    <a:pt x="5" y="12"/>
                    <a:pt x="5" y="12"/>
                    <a:pt x="5" y="11"/>
                  </a:cubicBezTo>
                  <a:cubicBezTo>
                    <a:pt x="6" y="10"/>
                    <a:pt x="11" y="5"/>
                    <a:pt x="13" y="5"/>
                  </a:cubicBezTo>
                  <a:cubicBezTo>
                    <a:pt x="13" y="5"/>
                    <a:pt x="13" y="5"/>
                    <a:pt x="14" y="5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9"/>
                    <a:pt x="21" y="8"/>
                    <a:pt x="22" y="8"/>
                  </a:cubicBezTo>
                  <a:cubicBezTo>
                    <a:pt x="22" y="5"/>
                    <a:pt x="23" y="3"/>
                    <a:pt x="23" y="1"/>
                  </a:cubicBezTo>
                  <a:cubicBezTo>
                    <a:pt x="23" y="0"/>
                    <a:pt x="24" y="0"/>
                    <a:pt x="25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4" y="0"/>
                    <a:pt x="34" y="0"/>
                    <a:pt x="34" y="1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7" y="8"/>
                    <a:pt x="38" y="9"/>
                    <a:pt x="39" y="9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8" y="7"/>
                    <a:pt x="51" y="9"/>
                    <a:pt x="52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3"/>
                    <a:pt x="53" y="13"/>
                    <a:pt x="52" y="13"/>
                  </a:cubicBezTo>
                  <a:cubicBezTo>
                    <a:pt x="51" y="15"/>
                    <a:pt x="50" y="17"/>
                    <a:pt x="48" y="18"/>
                  </a:cubicBezTo>
                  <a:cubicBezTo>
                    <a:pt x="49" y="20"/>
                    <a:pt x="50" y="21"/>
                    <a:pt x="50" y="22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8" y="23"/>
                    <a:pt x="58" y="24"/>
                    <a:pt x="58" y="25"/>
                  </a:cubicBezTo>
                  <a:lnTo>
                    <a:pt x="58" y="33"/>
                  </a:lnTo>
                  <a:close/>
                  <a:moveTo>
                    <a:pt x="29" y="19"/>
                  </a:moveTo>
                  <a:cubicBezTo>
                    <a:pt x="24" y="19"/>
                    <a:pt x="19" y="23"/>
                    <a:pt x="19" y="29"/>
                  </a:cubicBezTo>
                  <a:cubicBezTo>
                    <a:pt x="19" y="34"/>
                    <a:pt x="24" y="38"/>
                    <a:pt x="29" y="38"/>
                  </a:cubicBezTo>
                  <a:cubicBezTo>
                    <a:pt x="34" y="38"/>
                    <a:pt x="39" y="34"/>
                    <a:pt x="39" y="29"/>
                  </a:cubicBezTo>
                  <a:cubicBezTo>
                    <a:pt x="39" y="23"/>
                    <a:pt x="34" y="19"/>
                    <a:pt x="29" y="19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9" name="Group 81"/>
          <p:cNvGrpSpPr/>
          <p:nvPr/>
        </p:nvGrpSpPr>
        <p:grpSpPr>
          <a:xfrm flipV="1">
            <a:off x="4143735" y="5358808"/>
            <a:ext cx="1339732" cy="262633"/>
            <a:chOff x="2712812" y="1457456"/>
            <a:chExt cx="1118923" cy="223062"/>
          </a:xfrm>
        </p:grpSpPr>
        <p:cxnSp>
          <p:nvCxnSpPr>
            <p:cNvPr id="59" name="Straight Connector 37"/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noFill/>
            <a:ln w="19050" cap="rnd" cmpd="sng" algn="ctr">
              <a:solidFill>
                <a:srgbClr val="1C50A2"/>
              </a:solidFill>
              <a:prstDash val="solid"/>
              <a:miter lim="800000"/>
              <a:headEnd type="oval"/>
              <a:tailEnd type="oval"/>
            </a:ln>
            <a:effectLst/>
          </p:spPr>
        </p:cxnSp>
        <p:cxnSp>
          <p:nvCxnSpPr>
            <p:cNvPr id="60" name="Straight Connector 38"/>
            <p:cNvCxnSpPr/>
            <p:nvPr/>
          </p:nvCxnSpPr>
          <p:spPr>
            <a:xfrm rot="10800000" flipV="1">
              <a:off x="2712812" y="1457456"/>
              <a:ext cx="879870" cy="1615"/>
            </a:xfrm>
            <a:prstGeom prst="line">
              <a:avLst/>
            </a:prstGeom>
            <a:noFill/>
            <a:ln w="19050" cap="rnd" cmpd="sng" algn="ctr">
              <a:solidFill>
                <a:srgbClr val="1C50A2"/>
              </a:solidFill>
              <a:prstDash val="solid"/>
              <a:miter lim="800000"/>
              <a:headEnd type="oval"/>
              <a:tailEnd type="oval"/>
            </a:ln>
            <a:effectLst/>
          </p:spPr>
        </p:cxnSp>
      </p:grpSp>
      <p:grpSp>
        <p:nvGrpSpPr>
          <p:cNvPr id="50" name="Group 81"/>
          <p:cNvGrpSpPr/>
          <p:nvPr/>
        </p:nvGrpSpPr>
        <p:grpSpPr>
          <a:xfrm flipH="1" flipV="1">
            <a:off x="6689317" y="5359758"/>
            <a:ext cx="1270756" cy="260732"/>
            <a:chOff x="2770419" y="1459071"/>
            <a:chExt cx="1061316" cy="221447"/>
          </a:xfrm>
        </p:grpSpPr>
        <p:cxnSp>
          <p:nvCxnSpPr>
            <p:cNvPr id="57" name="Straight Connector 40"/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noFill/>
            <a:ln w="19050" cap="rnd" cmpd="sng" algn="ctr">
              <a:solidFill>
                <a:srgbClr val="1C50A2"/>
              </a:solidFill>
              <a:prstDash val="solid"/>
              <a:miter lim="800000"/>
              <a:headEnd type="oval"/>
              <a:tailEnd type="oval"/>
            </a:ln>
            <a:effectLst/>
          </p:spPr>
        </p:cxnSp>
        <p:cxnSp>
          <p:nvCxnSpPr>
            <p:cNvPr id="58" name="Straight Connector 41"/>
            <p:cNvCxnSpPr/>
            <p:nvPr/>
          </p:nvCxnSpPr>
          <p:spPr>
            <a:xfrm flipH="1" flipV="1">
              <a:off x="2770419" y="1459071"/>
              <a:ext cx="822263" cy="2"/>
            </a:xfrm>
            <a:prstGeom prst="line">
              <a:avLst/>
            </a:prstGeom>
            <a:noFill/>
            <a:ln w="19050" cap="rnd" cmpd="sng" algn="ctr">
              <a:solidFill>
                <a:srgbClr val="1C50A2"/>
              </a:solidFill>
              <a:prstDash val="solid"/>
              <a:miter lim="800000"/>
              <a:headEnd type="oval"/>
              <a:tailEnd type="oval"/>
            </a:ln>
            <a:effectLst/>
          </p:spPr>
        </p:cxnSp>
      </p:grpSp>
      <p:grpSp>
        <p:nvGrpSpPr>
          <p:cNvPr id="51" name="Group 81"/>
          <p:cNvGrpSpPr/>
          <p:nvPr/>
        </p:nvGrpSpPr>
        <p:grpSpPr>
          <a:xfrm>
            <a:off x="4024778" y="3179298"/>
            <a:ext cx="1339732" cy="262633"/>
            <a:chOff x="2712812" y="1457456"/>
            <a:chExt cx="1118923" cy="223062"/>
          </a:xfrm>
        </p:grpSpPr>
        <p:cxnSp>
          <p:nvCxnSpPr>
            <p:cNvPr id="55" name="Straight Connector 43"/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noFill/>
            <a:ln w="19050" cap="rnd" cmpd="sng" algn="ctr">
              <a:solidFill>
                <a:srgbClr val="1C50A2"/>
              </a:solidFill>
              <a:prstDash val="solid"/>
              <a:miter lim="800000"/>
              <a:headEnd type="oval"/>
              <a:tailEnd type="oval"/>
            </a:ln>
            <a:effectLst/>
          </p:spPr>
        </p:cxnSp>
        <p:cxnSp>
          <p:nvCxnSpPr>
            <p:cNvPr id="56" name="Straight Connector 44"/>
            <p:cNvCxnSpPr/>
            <p:nvPr/>
          </p:nvCxnSpPr>
          <p:spPr>
            <a:xfrm rot="10800000" flipV="1">
              <a:off x="2712812" y="1457456"/>
              <a:ext cx="879870" cy="1615"/>
            </a:xfrm>
            <a:prstGeom prst="line">
              <a:avLst/>
            </a:prstGeom>
            <a:noFill/>
            <a:ln w="19050" cap="rnd" cmpd="sng" algn="ctr">
              <a:solidFill>
                <a:srgbClr val="1C50A2"/>
              </a:solidFill>
              <a:prstDash val="solid"/>
              <a:miter lim="800000"/>
              <a:headEnd type="oval"/>
              <a:tailEnd type="oval"/>
            </a:ln>
            <a:effectLst/>
          </p:spPr>
        </p:cxnSp>
      </p:grpSp>
      <p:grpSp>
        <p:nvGrpSpPr>
          <p:cNvPr id="52" name="Group 81"/>
          <p:cNvGrpSpPr/>
          <p:nvPr/>
        </p:nvGrpSpPr>
        <p:grpSpPr>
          <a:xfrm flipH="1">
            <a:off x="6879533" y="3180249"/>
            <a:ext cx="1270756" cy="260732"/>
            <a:chOff x="2770419" y="1459071"/>
            <a:chExt cx="1061316" cy="221447"/>
          </a:xfrm>
        </p:grpSpPr>
        <p:cxnSp>
          <p:nvCxnSpPr>
            <p:cNvPr id="53" name="Straight Connector 46"/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noFill/>
            <a:ln w="19050" cap="rnd" cmpd="sng" algn="ctr">
              <a:solidFill>
                <a:srgbClr val="1C50A2"/>
              </a:solidFill>
              <a:prstDash val="solid"/>
              <a:miter lim="800000"/>
              <a:headEnd type="oval"/>
              <a:tailEnd type="oval"/>
            </a:ln>
            <a:effectLst/>
          </p:spPr>
        </p:cxnSp>
        <p:cxnSp>
          <p:nvCxnSpPr>
            <p:cNvPr id="54" name="Straight Connector 47"/>
            <p:cNvCxnSpPr/>
            <p:nvPr/>
          </p:nvCxnSpPr>
          <p:spPr>
            <a:xfrm flipH="1" flipV="1">
              <a:off x="2770419" y="1459071"/>
              <a:ext cx="822263" cy="2"/>
            </a:xfrm>
            <a:prstGeom prst="line">
              <a:avLst/>
            </a:prstGeom>
            <a:noFill/>
            <a:ln w="19050" cap="rnd" cmpd="sng" algn="ctr">
              <a:solidFill>
                <a:srgbClr val="1C50A2"/>
              </a:solidFill>
              <a:prstDash val="solid"/>
              <a:miter lim="800000"/>
              <a:headEnd type="oval"/>
              <a:tailEnd type="oval"/>
            </a:ln>
            <a:effectLst/>
          </p:spPr>
        </p:cxnSp>
      </p:grpSp>
      <p:sp>
        <p:nvSpPr>
          <p:cNvPr id="69" name="文本框 1"/>
          <p:cNvSpPr txBox="1"/>
          <p:nvPr/>
        </p:nvSpPr>
        <p:spPr>
          <a:xfrm>
            <a:off x="1233452" y="3224177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0" name="išļîďè"/>
          <p:cNvSpPr txBox="1"/>
          <p:nvPr/>
        </p:nvSpPr>
        <p:spPr bwMode="auto">
          <a:xfrm>
            <a:off x="1217569" y="2879353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1" name="文本框 1"/>
          <p:cNvSpPr txBox="1"/>
          <p:nvPr/>
        </p:nvSpPr>
        <p:spPr>
          <a:xfrm>
            <a:off x="1233452" y="4993563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2" name="išļîďè"/>
          <p:cNvSpPr txBox="1"/>
          <p:nvPr/>
        </p:nvSpPr>
        <p:spPr bwMode="auto">
          <a:xfrm>
            <a:off x="1217569" y="4648739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3" name="文本框 1"/>
          <p:cNvSpPr txBox="1"/>
          <p:nvPr/>
        </p:nvSpPr>
        <p:spPr>
          <a:xfrm>
            <a:off x="8427317" y="3224177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4" name="išļîďè"/>
          <p:cNvSpPr txBox="1"/>
          <p:nvPr/>
        </p:nvSpPr>
        <p:spPr bwMode="auto">
          <a:xfrm>
            <a:off x="8411434" y="2879353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5" name="文本框 1"/>
          <p:cNvSpPr txBox="1"/>
          <p:nvPr/>
        </p:nvSpPr>
        <p:spPr>
          <a:xfrm>
            <a:off x="8427317" y="4993563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6" name="išļîďè"/>
          <p:cNvSpPr txBox="1"/>
          <p:nvPr/>
        </p:nvSpPr>
        <p:spPr bwMode="auto">
          <a:xfrm>
            <a:off x="8411434" y="4648739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19255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研究方法与思路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081137" y="3213838"/>
            <a:ext cx="8509704" cy="2140593"/>
            <a:chOff x="2130174" y="2431408"/>
            <a:chExt cx="7931651" cy="1995185"/>
          </a:xfrm>
        </p:grpSpPr>
        <p:grpSp>
          <p:nvGrpSpPr>
            <p:cNvPr id="15" name="Group 5"/>
            <p:cNvGrpSpPr/>
            <p:nvPr/>
          </p:nvGrpSpPr>
          <p:grpSpPr>
            <a:xfrm>
              <a:off x="4178097" y="2706174"/>
              <a:ext cx="4128961" cy="1720419"/>
              <a:chOff x="3960309" y="3165179"/>
              <a:chExt cx="4579147" cy="1908000"/>
            </a:xfrm>
          </p:grpSpPr>
          <p:sp>
            <p:nvSpPr>
              <p:cNvPr id="24" name="Freeform 17"/>
              <p:cNvSpPr>
                <a:spLocks noChangeAspect="1"/>
              </p:cNvSpPr>
              <p:nvPr/>
            </p:nvSpPr>
            <p:spPr bwMode="auto">
              <a:xfrm>
                <a:off x="6601270" y="3165179"/>
                <a:ext cx="1938186" cy="1908000"/>
              </a:xfrm>
              <a:custGeom>
                <a:avLst/>
                <a:gdLst>
                  <a:gd name="T0" fmla="*/ 145 w 145"/>
                  <a:gd name="T1" fmla="*/ 74 h 143"/>
                  <a:gd name="T2" fmla="*/ 133 w 145"/>
                  <a:gd name="T3" fmla="*/ 88 h 143"/>
                  <a:gd name="T4" fmla="*/ 8 w 145"/>
                  <a:gd name="T5" fmla="*/ 143 h 143"/>
                  <a:gd name="T6" fmla="*/ 2 w 145"/>
                  <a:gd name="T7" fmla="*/ 141 h 143"/>
                  <a:gd name="T8" fmla="*/ 0 w 145"/>
                  <a:gd name="T9" fmla="*/ 135 h 143"/>
                  <a:gd name="T10" fmla="*/ 6 w 145"/>
                  <a:gd name="T11" fmla="*/ 108 h 143"/>
                  <a:gd name="T12" fmla="*/ 50 w 145"/>
                  <a:gd name="T13" fmla="*/ 73 h 143"/>
                  <a:gd name="T14" fmla="*/ 21 w 145"/>
                  <a:gd name="T15" fmla="*/ 44 h 143"/>
                  <a:gd name="T16" fmla="*/ 29 w 145"/>
                  <a:gd name="T17" fmla="*/ 8 h 143"/>
                  <a:gd name="T18" fmla="*/ 36 w 145"/>
                  <a:gd name="T19" fmla="*/ 1 h 143"/>
                  <a:gd name="T20" fmla="*/ 44 w 145"/>
                  <a:gd name="T21" fmla="*/ 3 h 143"/>
                  <a:gd name="T22" fmla="*/ 138 w 145"/>
                  <a:gd name="T23" fmla="*/ 61 h 143"/>
                  <a:gd name="T24" fmla="*/ 145 w 145"/>
                  <a:gd name="T25" fmla="*/ 74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5" h="143">
                    <a:moveTo>
                      <a:pt x="145" y="74"/>
                    </a:moveTo>
                    <a:cubicBezTo>
                      <a:pt x="145" y="82"/>
                      <a:pt x="133" y="88"/>
                      <a:pt x="133" y="88"/>
                    </a:cubicBezTo>
                    <a:cubicBezTo>
                      <a:pt x="8" y="143"/>
                      <a:pt x="8" y="143"/>
                      <a:pt x="8" y="143"/>
                    </a:cubicBezTo>
                    <a:cubicBezTo>
                      <a:pt x="8" y="143"/>
                      <a:pt x="4" y="143"/>
                      <a:pt x="2" y="141"/>
                    </a:cubicBezTo>
                    <a:cubicBezTo>
                      <a:pt x="0" y="139"/>
                      <a:pt x="0" y="135"/>
                      <a:pt x="0" y="135"/>
                    </a:cubicBezTo>
                    <a:cubicBezTo>
                      <a:pt x="6" y="108"/>
                      <a:pt x="6" y="108"/>
                      <a:pt x="6" y="108"/>
                    </a:cubicBezTo>
                    <a:cubicBezTo>
                      <a:pt x="6" y="108"/>
                      <a:pt x="50" y="92"/>
                      <a:pt x="50" y="73"/>
                    </a:cubicBezTo>
                    <a:cubicBezTo>
                      <a:pt x="49" y="57"/>
                      <a:pt x="21" y="44"/>
                      <a:pt x="21" y="44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9" y="8"/>
                      <a:pt x="31" y="3"/>
                      <a:pt x="36" y="1"/>
                    </a:cubicBezTo>
                    <a:cubicBezTo>
                      <a:pt x="40" y="0"/>
                      <a:pt x="44" y="3"/>
                      <a:pt x="44" y="3"/>
                    </a:cubicBezTo>
                    <a:cubicBezTo>
                      <a:pt x="138" y="61"/>
                      <a:pt x="138" y="61"/>
                      <a:pt x="138" y="61"/>
                    </a:cubicBezTo>
                    <a:cubicBezTo>
                      <a:pt x="138" y="61"/>
                      <a:pt x="145" y="65"/>
                      <a:pt x="145" y="74"/>
                    </a:cubicBezTo>
                    <a:close/>
                  </a:path>
                </a:pathLst>
              </a:cu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12" tIns="48205" rIns="96412" bIns="48205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17"/>
              <p:cNvSpPr/>
              <p:nvPr/>
            </p:nvSpPr>
            <p:spPr bwMode="auto">
              <a:xfrm>
                <a:off x="5601916" y="3404365"/>
                <a:ext cx="1481733" cy="1458656"/>
              </a:xfrm>
              <a:custGeom>
                <a:avLst/>
                <a:gdLst>
                  <a:gd name="T0" fmla="*/ 145 w 145"/>
                  <a:gd name="T1" fmla="*/ 74 h 143"/>
                  <a:gd name="T2" fmla="*/ 133 w 145"/>
                  <a:gd name="T3" fmla="*/ 88 h 143"/>
                  <a:gd name="T4" fmla="*/ 8 w 145"/>
                  <a:gd name="T5" fmla="*/ 143 h 143"/>
                  <a:gd name="T6" fmla="*/ 2 w 145"/>
                  <a:gd name="T7" fmla="*/ 141 h 143"/>
                  <a:gd name="T8" fmla="*/ 0 w 145"/>
                  <a:gd name="T9" fmla="*/ 135 h 143"/>
                  <a:gd name="T10" fmla="*/ 6 w 145"/>
                  <a:gd name="T11" fmla="*/ 108 h 143"/>
                  <a:gd name="T12" fmla="*/ 50 w 145"/>
                  <a:gd name="T13" fmla="*/ 73 h 143"/>
                  <a:gd name="T14" fmla="*/ 21 w 145"/>
                  <a:gd name="T15" fmla="*/ 44 h 143"/>
                  <a:gd name="T16" fmla="*/ 29 w 145"/>
                  <a:gd name="T17" fmla="*/ 8 h 143"/>
                  <a:gd name="T18" fmla="*/ 36 w 145"/>
                  <a:gd name="T19" fmla="*/ 1 h 143"/>
                  <a:gd name="T20" fmla="*/ 44 w 145"/>
                  <a:gd name="T21" fmla="*/ 3 h 143"/>
                  <a:gd name="T22" fmla="*/ 138 w 145"/>
                  <a:gd name="T23" fmla="*/ 61 h 143"/>
                  <a:gd name="T24" fmla="*/ 145 w 145"/>
                  <a:gd name="T25" fmla="*/ 74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5" h="143">
                    <a:moveTo>
                      <a:pt x="145" y="74"/>
                    </a:moveTo>
                    <a:cubicBezTo>
                      <a:pt x="145" y="82"/>
                      <a:pt x="133" y="88"/>
                      <a:pt x="133" y="88"/>
                    </a:cubicBezTo>
                    <a:cubicBezTo>
                      <a:pt x="8" y="143"/>
                      <a:pt x="8" y="143"/>
                      <a:pt x="8" y="143"/>
                    </a:cubicBezTo>
                    <a:cubicBezTo>
                      <a:pt x="8" y="143"/>
                      <a:pt x="4" y="143"/>
                      <a:pt x="2" y="141"/>
                    </a:cubicBezTo>
                    <a:cubicBezTo>
                      <a:pt x="0" y="139"/>
                      <a:pt x="0" y="135"/>
                      <a:pt x="0" y="135"/>
                    </a:cubicBezTo>
                    <a:cubicBezTo>
                      <a:pt x="6" y="108"/>
                      <a:pt x="6" y="108"/>
                      <a:pt x="6" y="108"/>
                    </a:cubicBezTo>
                    <a:cubicBezTo>
                      <a:pt x="6" y="108"/>
                      <a:pt x="50" y="92"/>
                      <a:pt x="50" y="73"/>
                    </a:cubicBezTo>
                    <a:cubicBezTo>
                      <a:pt x="49" y="57"/>
                      <a:pt x="21" y="44"/>
                      <a:pt x="21" y="44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9" y="8"/>
                      <a:pt x="31" y="3"/>
                      <a:pt x="36" y="1"/>
                    </a:cubicBezTo>
                    <a:cubicBezTo>
                      <a:pt x="40" y="0"/>
                      <a:pt x="44" y="3"/>
                      <a:pt x="44" y="3"/>
                    </a:cubicBezTo>
                    <a:cubicBezTo>
                      <a:pt x="138" y="61"/>
                      <a:pt x="138" y="61"/>
                      <a:pt x="138" y="61"/>
                    </a:cubicBezTo>
                    <a:cubicBezTo>
                      <a:pt x="138" y="61"/>
                      <a:pt x="145" y="65"/>
                      <a:pt x="145" y="74"/>
                    </a:cubicBezTo>
                    <a:close/>
                  </a:path>
                </a:pathLst>
              </a:cu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12" tIns="48205" rIns="96412" bIns="48205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18"/>
              <p:cNvSpPr/>
              <p:nvPr/>
            </p:nvSpPr>
            <p:spPr bwMode="auto">
              <a:xfrm>
                <a:off x="4682222" y="3523355"/>
                <a:ext cx="1295485" cy="1265818"/>
              </a:xfrm>
              <a:custGeom>
                <a:avLst/>
                <a:gdLst>
                  <a:gd name="T0" fmla="*/ 127 w 127"/>
                  <a:gd name="T1" fmla="*/ 64 h 124"/>
                  <a:gd name="T2" fmla="*/ 117 w 127"/>
                  <a:gd name="T3" fmla="*/ 76 h 124"/>
                  <a:gd name="T4" fmla="*/ 8 w 127"/>
                  <a:gd name="T5" fmla="*/ 124 h 124"/>
                  <a:gd name="T6" fmla="*/ 2 w 127"/>
                  <a:gd name="T7" fmla="*/ 123 h 124"/>
                  <a:gd name="T8" fmla="*/ 1 w 127"/>
                  <a:gd name="T9" fmla="*/ 118 h 124"/>
                  <a:gd name="T10" fmla="*/ 6 w 127"/>
                  <a:gd name="T11" fmla="*/ 94 h 124"/>
                  <a:gd name="T12" fmla="*/ 39 w 127"/>
                  <a:gd name="T13" fmla="*/ 62 h 124"/>
                  <a:gd name="T14" fmla="*/ 19 w 127"/>
                  <a:gd name="T15" fmla="*/ 38 h 124"/>
                  <a:gd name="T16" fmla="*/ 26 w 127"/>
                  <a:gd name="T17" fmla="*/ 6 h 124"/>
                  <a:gd name="T18" fmla="*/ 32 w 127"/>
                  <a:gd name="T19" fmla="*/ 1 h 124"/>
                  <a:gd name="T20" fmla="*/ 39 w 127"/>
                  <a:gd name="T21" fmla="*/ 2 h 124"/>
                  <a:gd name="T22" fmla="*/ 121 w 127"/>
                  <a:gd name="T23" fmla="*/ 52 h 124"/>
                  <a:gd name="T24" fmla="*/ 127 w 127"/>
                  <a:gd name="T25" fmla="*/ 6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7" h="124">
                    <a:moveTo>
                      <a:pt x="127" y="64"/>
                    </a:moveTo>
                    <a:cubicBezTo>
                      <a:pt x="127" y="71"/>
                      <a:pt x="117" y="76"/>
                      <a:pt x="117" y="76"/>
                    </a:cubicBezTo>
                    <a:cubicBezTo>
                      <a:pt x="8" y="124"/>
                      <a:pt x="8" y="124"/>
                      <a:pt x="8" y="124"/>
                    </a:cubicBezTo>
                    <a:cubicBezTo>
                      <a:pt x="8" y="124"/>
                      <a:pt x="4" y="124"/>
                      <a:pt x="2" y="123"/>
                    </a:cubicBezTo>
                    <a:cubicBezTo>
                      <a:pt x="0" y="121"/>
                      <a:pt x="1" y="118"/>
                      <a:pt x="1" y="118"/>
                    </a:cubicBezTo>
                    <a:cubicBezTo>
                      <a:pt x="6" y="94"/>
                      <a:pt x="6" y="94"/>
                      <a:pt x="6" y="94"/>
                    </a:cubicBezTo>
                    <a:cubicBezTo>
                      <a:pt x="6" y="94"/>
                      <a:pt x="39" y="81"/>
                      <a:pt x="39" y="62"/>
                    </a:cubicBezTo>
                    <a:cubicBezTo>
                      <a:pt x="40" y="48"/>
                      <a:pt x="19" y="38"/>
                      <a:pt x="19" y="38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8" y="2"/>
                      <a:pt x="32" y="1"/>
                    </a:cubicBezTo>
                    <a:cubicBezTo>
                      <a:pt x="36" y="0"/>
                      <a:pt x="39" y="2"/>
                      <a:pt x="39" y="2"/>
                    </a:cubicBezTo>
                    <a:cubicBezTo>
                      <a:pt x="121" y="52"/>
                      <a:pt x="121" y="52"/>
                      <a:pt x="121" y="52"/>
                    </a:cubicBezTo>
                    <a:cubicBezTo>
                      <a:pt x="121" y="52"/>
                      <a:pt x="127" y="57"/>
                      <a:pt x="127" y="64"/>
                    </a:cubicBezTo>
                    <a:close/>
                  </a:path>
                </a:pathLst>
              </a:cu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12" tIns="48205" rIns="96412" bIns="48205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19"/>
              <p:cNvSpPr/>
              <p:nvPr/>
            </p:nvSpPr>
            <p:spPr bwMode="auto">
              <a:xfrm>
                <a:off x="3960309" y="3649946"/>
                <a:ext cx="1028477" cy="1041662"/>
              </a:xfrm>
              <a:custGeom>
                <a:avLst/>
                <a:gdLst>
                  <a:gd name="T0" fmla="*/ 15 w 101"/>
                  <a:gd name="T1" fmla="*/ 31 h 102"/>
                  <a:gd name="T2" fmla="*/ 21 w 101"/>
                  <a:gd name="T3" fmla="*/ 5 h 102"/>
                  <a:gd name="T4" fmla="*/ 26 w 101"/>
                  <a:gd name="T5" fmla="*/ 1 h 102"/>
                  <a:gd name="T6" fmla="*/ 32 w 101"/>
                  <a:gd name="T7" fmla="*/ 2 h 102"/>
                  <a:gd name="T8" fmla="*/ 95 w 101"/>
                  <a:gd name="T9" fmla="*/ 41 h 102"/>
                  <a:gd name="T10" fmla="*/ 101 w 101"/>
                  <a:gd name="T11" fmla="*/ 51 h 102"/>
                  <a:gd name="T12" fmla="*/ 94 w 101"/>
                  <a:gd name="T13" fmla="*/ 63 h 102"/>
                  <a:gd name="T14" fmla="*/ 6 w 101"/>
                  <a:gd name="T15" fmla="*/ 102 h 102"/>
                  <a:gd name="T16" fmla="*/ 2 w 101"/>
                  <a:gd name="T17" fmla="*/ 101 h 102"/>
                  <a:gd name="T18" fmla="*/ 0 w 101"/>
                  <a:gd name="T19" fmla="*/ 97 h 102"/>
                  <a:gd name="T20" fmla="*/ 5 w 101"/>
                  <a:gd name="T21" fmla="*/ 77 h 102"/>
                  <a:gd name="T22" fmla="*/ 15 w 101"/>
                  <a:gd name="T23" fmla="*/ 3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1" h="102">
                    <a:moveTo>
                      <a:pt x="15" y="31"/>
                    </a:moveTo>
                    <a:cubicBezTo>
                      <a:pt x="21" y="5"/>
                      <a:pt x="21" y="5"/>
                      <a:pt x="21" y="5"/>
                    </a:cubicBezTo>
                    <a:cubicBezTo>
                      <a:pt x="21" y="5"/>
                      <a:pt x="22" y="2"/>
                      <a:pt x="26" y="1"/>
                    </a:cubicBezTo>
                    <a:cubicBezTo>
                      <a:pt x="29" y="0"/>
                      <a:pt x="32" y="2"/>
                      <a:pt x="32" y="2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5" y="41"/>
                      <a:pt x="101" y="46"/>
                      <a:pt x="101" y="51"/>
                    </a:cubicBezTo>
                    <a:cubicBezTo>
                      <a:pt x="101" y="60"/>
                      <a:pt x="94" y="63"/>
                      <a:pt x="94" y="63"/>
                    </a:cubicBezTo>
                    <a:cubicBezTo>
                      <a:pt x="6" y="102"/>
                      <a:pt x="6" y="102"/>
                      <a:pt x="6" y="102"/>
                    </a:cubicBezTo>
                    <a:cubicBezTo>
                      <a:pt x="6" y="102"/>
                      <a:pt x="3" y="102"/>
                      <a:pt x="2" y="101"/>
                    </a:cubicBezTo>
                    <a:cubicBezTo>
                      <a:pt x="0" y="99"/>
                      <a:pt x="0" y="97"/>
                      <a:pt x="0" y="97"/>
                    </a:cubicBezTo>
                    <a:cubicBezTo>
                      <a:pt x="5" y="77"/>
                      <a:pt x="5" y="77"/>
                      <a:pt x="5" y="77"/>
                    </a:cubicBezTo>
                    <a:lnTo>
                      <a:pt x="15" y="31"/>
                    </a:lnTo>
                    <a:close/>
                  </a:path>
                </a:pathLst>
              </a:cu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12" tIns="48205" rIns="96412" bIns="48205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6" name="任意多边形 15"/>
            <p:cNvSpPr/>
            <p:nvPr/>
          </p:nvSpPr>
          <p:spPr bwMode="auto">
            <a:xfrm>
              <a:off x="7762731" y="3068972"/>
              <a:ext cx="2299094" cy="258591"/>
            </a:xfrm>
            <a:custGeom>
              <a:avLst/>
              <a:gdLst>
                <a:gd name="connsiteX0" fmla="*/ 0 w 1600200"/>
                <a:gd name="connsiteY0" fmla="*/ 552450 h 552450"/>
                <a:gd name="connsiteX1" fmla="*/ 171450 w 1600200"/>
                <a:gd name="connsiteY1" fmla="*/ 0 h 552450"/>
                <a:gd name="connsiteX2" fmla="*/ 1600200 w 1600200"/>
                <a:gd name="connsiteY2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0" h="552450">
                  <a:moveTo>
                    <a:pt x="0" y="552450"/>
                  </a:moveTo>
                  <a:lnTo>
                    <a:pt x="171450" y="0"/>
                  </a:lnTo>
                  <a:lnTo>
                    <a:pt x="1600200" y="0"/>
                  </a:lnTo>
                </a:path>
              </a:pathLst>
            </a:custGeom>
            <a:noFill/>
            <a:ln w="12700" cap="flat" cmpd="sng" algn="ctr">
              <a:solidFill>
                <a:srgbClr val="FFFFFF">
                  <a:lumMod val="65000"/>
                </a:srgbClr>
              </a:solidFill>
              <a:prstDash val="solid"/>
              <a:headEnd type="oval" w="med" len="med"/>
              <a:tailEnd type="stealth" w="med" len="me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54735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2130174" y="3346884"/>
              <a:ext cx="2300580" cy="258591"/>
            </a:xfrm>
            <a:custGeom>
              <a:avLst/>
              <a:gdLst>
                <a:gd name="connsiteX0" fmla="*/ 0 w 1600200"/>
                <a:gd name="connsiteY0" fmla="*/ 552450 h 552450"/>
                <a:gd name="connsiteX1" fmla="*/ 171450 w 1600200"/>
                <a:gd name="connsiteY1" fmla="*/ 0 h 552450"/>
                <a:gd name="connsiteX2" fmla="*/ 1600200 w 1600200"/>
                <a:gd name="connsiteY2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0" h="552450">
                  <a:moveTo>
                    <a:pt x="0" y="552450"/>
                  </a:moveTo>
                  <a:lnTo>
                    <a:pt x="171450" y="0"/>
                  </a:lnTo>
                  <a:lnTo>
                    <a:pt x="1600200" y="0"/>
                  </a:lnTo>
                </a:path>
              </a:pathLst>
            </a:custGeom>
            <a:noFill/>
            <a:ln w="12700" cap="flat" cmpd="sng" algn="ctr">
              <a:solidFill>
                <a:srgbClr val="FFFFFF">
                  <a:lumMod val="65000"/>
                </a:srgbClr>
              </a:solidFill>
              <a:prstDash val="solid"/>
              <a:headEnd type="oval" w="med" len="med"/>
              <a:tailEnd type="stealth" w="med" len="me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54735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6327092" y="2437352"/>
              <a:ext cx="606354" cy="903589"/>
            </a:xfrm>
            <a:custGeom>
              <a:avLst/>
              <a:gdLst>
                <a:gd name="connsiteX0" fmla="*/ 0 w 647700"/>
                <a:gd name="connsiteY0" fmla="*/ 965200 h 965200"/>
                <a:gd name="connsiteX1" fmla="*/ 152400 w 647700"/>
                <a:gd name="connsiteY1" fmla="*/ 508000 h 965200"/>
                <a:gd name="connsiteX2" fmla="*/ 647700 w 647700"/>
                <a:gd name="connsiteY2" fmla="*/ 0 h 965200"/>
                <a:gd name="connsiteX0-1" fmla="*/ 0 w 647700"/>
                <a:gd name="connsiteY0-2" fmla="*/ 965200 h 965200"/>
                <a:gd name="connsiteX1-3" fmla="*/ 101600 w 647700"/>
                <a:gd name="connsiteY1-4" fmla="*/ 520700 h 965200"/>
                <a:gd name="connsiteX2-5" fmla="*/ 647700 w 647700"/>
                <a:gd name="connsiteY2-6" fmla="*/ 0 h 9652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647700" h="965200">
                  <a:moveTo>
                    <a:pt x="0" y="965200"/>
                  </a:moveTo>
                  <a:lnTo>
                    <a:pt x="101600" y="520700"/>
                  </a:lnTo>
                  <a:lnTo>
                    <a:pt x="647700" y="0"/>
                  </a:lnTo>
                </a:path>
              </a:pathLst>
            </a:custGeom>
            <a:noFill/>
            <a:ln w="12700" cap="flat" cmpd="sng" algn="ctr">
              <a:solidFill>
                <a:srgbClr val="FFFFFF">
                  <a:lumMod val="65000"/>
                </a:srgbClr>
              </a:solidFill>
              <a:prstDash val="solid"/>
              <a:headEnd type="oval" w="med" len="med"/>
              <a:tailEnd type="stealth" w="med" len="me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54735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任意多边形 18"/>
            <p:cNvSpPr/>
            <p:nvPr/>
          </p:nvSpPr>
          <p:spPr>
            <a:xfrm flipH="1">
              <a:off x="4782970" y="2431408"/>
              <a:ext cx="606354" cy="903589"/>
            </a:xfrm>
            <a:custGeom>
              <a:avLst/>
              <a:gdLst>
                <a:gd name="connsiteX0" fmla="*/ 0 w 647700"/>
                <a:gd name="connsiteY0" fmla="*/ 965200 h 965200"/>
                <a:gd name="connsiteX1" fmla="*/ 152400 w 647700"/>
                <a:gd name="connsiteY1" fmla="*/ 508000 h 965200"/>
                <a:gd name="connsiteX2" fmla="*/ 647700 w 647700"/>
                <a:gd name="connsiteY2" fmla="*/ 0 h 965200"/>
                <a:gd name="connsiteX0-1" fmla="*/ 0 w 647700"/>
                <a:gd name="connsiteY0-2" fmla="*/ 965200 h 965200"/>
                <a:gd name="connsiteX1-3" fmla="*/ 101600 w 647700"/>
                <a:gd name="connsiteY1-4" fmla="*/ 520700 h 965200"/>
                <a:gd name="connsiteX2-5" fmla="*/ 647700 w 647700"/>
                <a:gd name="connsiteY2-6" fmla="*/ 0 h 9652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647700" h="965200">
                  <a:moveTo>
                    <a:pt x="0" y="965200"/>
                  </a:moveTo>
                  <a:lnTo>
                    <a:pt x="101600" y="520700"/>
                  </a:lnTo>
                  <a:lnTo>
                    <a:pt x="647700" y="0"/>
                  </a:lnTo>
                </a:path>
              </a:pathLst>
            </a:custGeom>
            <a:noFill/>
            <a:ln w="12700" cap="flat" cmpd="sng" algn="ctr">
              <a:solidFill>
                <a:srgbClr val="FFFFFF">
                  <a:lumMod val="65000"/>
                </a:srgbClr>
              </a:solidFill>
              <a:prstDash val="solid"/>
              <a:headEnd type="oval" w="med" len="med"/>
              <a:tailEnd type="stealth" w="med" len="me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54735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Freeform 6"/>
            <p:cNvSpPr>
              <a:spLocks noChangeAspect="1" noEditPoints="1"/>
            </p:cNvSpPr>
            <p:nvPr/>
          </p:nvSpPr>
          <p:spPr bwMode="auto">
            <a:xfrm>
              <a:off x="4578367" y="3490718"/>
              <a:ext cx="204607" cy="217957"/>
            </a:xfrm>
            <a:custGeom>
              <a:avLst/>
              <a:gdLst>
                <a:gd name="T0" fmla="*/ 67 w 376"/>
                <a:gd name="T1" fmla="*/ 3 h 401"/>
                <a:gd name="T2" fmla="*/ 62 w 376"/>
                <a:gd name="T3" fmla="*/ 3 h 401"/>
                <a:gd name="T4" fmla="*/ 0 w 376"/>
                <a:gd name="T5" fmla="*/ 159 h 401"/>
                <a:gd name="T6" fmla="*/ 65 w 376"/>
                <a:gd name="T7" fmla="*/ 223 h 401"/>
                <a:gd name="T8" fmla="*/ 129 w 376"/>
                <a:gd name="T9" fmla="*/ 159 h 401"/>
                <a:gd name="T10" fmla="*/ 67 w 376"/>
                <a:gd name="T11" fmla="*/ 3 h 401"/>
                <a:gd name="T12" fmla="*/ 313 w 376"/>
                <a:gd name="T13" fmla="*/ 3 h 401"/>
                <a:gd name="T14" fmla="*/ 309 w 376"/>
                <a:gd name="T15" fmla="*/ 3 h 401"/>
                <a:gd name="T16" fmla="*/ 246 w 376"/>
                <a:gd name="T17" fmla="*/ 159 h 401"/>
                <a:gd name="T18" fmla="*/ 311 w 376"/>
                <a:gd name="T19" fmla="*/ 223 h 401"/>
                <a:gd name="T20" fmla="*/ 376 w 376"/>
                <a:gd name="T21" fmla="*/ 159 h 401"/>
                <a:gd name="T22" fmla="*/ 313 w 376"/>
                <a:gd name="T23" fmla="*/ 3 h 401"/>
                <a:gd name="T24" fmla="*/ 185 w 376"/>
                <a:gd name="T25" fmla="*/ 180 h 401"/>
                <a:gd name="T26" fmla="*/ 123 w 376"/>
                <a:gd name="T27" fmla="*/ 337 h 401"/>
                <a:gd name="T28" fmla="*/ 188 w 376"/>
                <a:gd name="T29" fmla="*/ 401 h 401"/>
                <a:gd name="T30" fmla="*/ 253 w 376"/>
                <a:gd name="T31" fmla="*/ 337 h 401"/>
                <a:gd name="T32" fmla="*/ 190 w 376"/>
                <a:gd name="T33" fmla="*/ 180 h 401"/>
                <a:gd name="T34" fmla="*/ 185 w 376"/>
                <a:gd name="T35" fmla="*/ 18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6" h="401">
                  <a:moveTo>
                    <a:pt x="67" y="3"/>
                  </a:moveTo>
                  <a:cubicBezTo>
                    <a:pt x="67" y="0"/>
                    <a:pt x="62" y="0"/>
                    <a:pt x="62" y="3"/>
                  </a:cubicBezTo>
                  <a:cubicBezTo>
                    <a:pt x="52" y="85"/>
                    <a:pt x="0" y="102"/>
                    <a:pt x="0" y="159"/>
                  </a:cubicBezTo>
                  <a:cubicBezTo>
                    <a:pt x="0" y="195"/>
                    <a:pt x="29" y="223"/>
                    <a:pt x="65" y="223"/>
                  </a:cubicBezTo>
                  <a:cubicBezTo>
                    <a:pt x="100" y="223"/>
                    <a:pt x="129" y="195"/>
                    <a:pt x="129" y="159"/>
                  </a:cubicBezTo>
                  <a:cubicBezTo>
                    <a:pt x="129" y="102"/>
                    <a:pt x="77" y="85"/>
                    <a:pt x="67" y="3"/>
                  </a:cubicBezTo>
                  <a:close/>
                  <a:moveTo>
                    <a:pt x="313" y="3"/>
                  </a:moveTo>
                  <a:cubicBezTo>
                    <a:pt x="313" y="0"/>
                    <a:pt x="309" y="0"/>
                    <a:pt x="309" y="3"/>
                  </a:cubicBezTo>
                  <a:cubicBezTo>
                    <a:pt x="298" y="85"/>
                    <a:pt x="246" y="102"/>
                    <a:pt x="246" y="159"/>
                  </a:cubicBezTo>
                  <a:cubicBezTo>
                    <a:pt x="246" y="195"/>
                    <a:pt x="276" y="223"/>
                    <a:pt x="311" y="223"/>
                  </a:cubicBezTo>
                  <a:cubicBezTo>
                    <a:pt x="346" y="223"/>
                    <a:pt x="376" y="195"/>
                    <a:pt x="376" y="159"/>
                  </a:cubicBezTo>
                  <a:cubicBezTo>
                    <a:pt x="376" y="102"/>
                    <a:pt x="324" y="85"/>
                    <a:pt x="313" y="3"/>
                  </a:cubicBezTo>
                  <a:close/>
                  <a:moveTo>
                    <a:pt x="185" y="180"/>
                  </a:moveTo>
                  <a:cubicBezTo>
                    <a:pt x="175" y="263"/>
                    <a:pt x="123" y="280"/>
                    <a:pt x="123" y="337"/>
                  </a:cubicBezTo>
                  <a:cubicBezTo>
                    <a:pt x="123" y="372"/>
                    <a:pt x="153" y="401"/>
                    <a:pt x="188" y="401"/>
                  </a:cubicBezTo>
                  <a:cubicBezTo>
                    <a:pt x="223" y="401"/>
                    <a:pt x="253" y="372"/>
                    <a:pt x="253" y="337"/>
                  </a:cubicBezTo>
                  <a:cubicBezTo>
                    <a:pt x="253" y="280"/>
                    <a:pt x="200" y="263"/>
                    <a:pt x="190" y="180"/>
                  </a:cubicBezTo>
                  <a:cubicBezTo>
                    <a:pt x="190" y="178"/>
                    <a:pt x="186" y="178"/>
                    <a:pt x="185" y="1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05461" tIns="52729" rIns="105461" bIns="52729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Freeform 11"/>
            <p:cNvSpPr>
              <a:spLocks noChangeAspect="1" noEditPoints="1"/>
            </p:cNvSpPr>
            <p:nvPr/>
          </p:nvSpPr>
          <p:spPr bwMode="auto">
            <a:xfrm>
              <a:off x="5323629" y="3470692"/>
              <a:ext cx="263706" cy="263984"/>
            </a:xfrm>
            <a:custGeom>
              <a:avLst/>
              <a:gdLst>
                <a:gd name="T0" fmla="*/ 360 w 400"/>
                <a:gd name="T1" fmla="*/ 184 h 400"/>
                <a:gd name="T2" fmla="*/ 360 w 400"/>
                <a:gd name="T3" fmla="*/ 216 h 400"/>
                <a:gd name="T4" fmla="*/ 400 w 400"/>
                <a:gd name="T5" fmla="*/ 200 h 400"/>
                <a:gd name="T6" fmla="*/ 200 w 400"/>
                <a:gd name="T7" fmla="*/ 90 h 400"/>
                <a:gd name="T8" fmla="*/ 200 w 400"/>
                <a:gd name="T9" fmla="*/ 310 h 400"/>
                <a:gd name="T10" fmla="*/ 200 w 400"/>
                <a:gd name="T11" fmla="*/ 90 h 400"/>
                <a:gd name="T12" fmla="*/ 120 w 400"/>
                <a:gd name="T13" fmla="*/ 200 h 400"/>
                <a:gd name="T14" fmla="*/ 280 w 400"/>
                <a:gd name="T15" fmla="*/ 200 h 400"/>
                <a:gd name="T16" fmla="*/ 59 w 400"/>
                <a:gd name="T17" fmla="*/ 200 h 400"/>
                <a:gd name="T18" fmla="*/ 20 w 400"/>
                <a:gd name="T19" fmla="*/ 184 h 400"/>
                <a:gd name="T20" fmla="*/ 20 w 400"/>
                <a:gd name="T21" fmla="*/ 216 h 400"/>
                <a:gd name="T22" fmla="*/ 59 w 400"/>
                <a:gd name="T23" fmla="*/ 200 h 400"/>
                <a:gd name="T24" fmla="*/ 216 w 400"/>
                <a:gd name="T25" fmla="*/ 40 h 400"/>
                <a:gd name="T26" fmla="*/ 200 w 400"/>
                <a:gd name="T27" fmla="*/ 0 h 400"/>
                <a:gd name="T28" fmla="*/ 184 w 400"/>
                <a:gd name="T29" fmla="*/ 40 h 400"/>
                <a:gd name="T30" fmla="*/ 200 w 400"/>
                <a:gd name="T31" fmla="*/ 340 h 400"/>
                <a:gd name="T32" fmla="*/ 184 w 400"/>
                <a:gd name="T33" fmla="*/ 380 h 400"/>
                <a:gd name="T34" fmla="*/ 216 w 400"/>
                <a:gd name="T35" fmla="*/ 380 h 400"/>
                <a:gd name="T36" fmla="*/ 200 w 400"/>
                <a:gd name="T37" fmla="*/ 340 h 400"/>
                <a:gd name="T38" fmla="*/ 350 w 400"/>
                <a:gd name="T39" fmla="*/ 50 h 400"/>
                <a:gd name="T40" fmla="*/ 310 w 400"/>
                <a:gd name="T41" fmla="*/ 67 h 400"/>
                <a:gd name="T42" fmla="*/ 333 w 400"/>
                <a:gd name="T43" fmla="*/ 89 h 400"/>
                <a:gd name="T44" fmla="*/ 66 w 400"/>
                <a:gd name="T45" fmla="*/ 311 h 400"/>
                <a:gd name="T46" fmla="*/ 50 w 400"/>
                <a:gd name="T47" fmla="*/ 350 h 400"/>
                <a:gd name="T48" fmla="*/ 89 w 400"/>
                <a:gd name="T49" fmla="*/ 333 h 400"/>
                <a:gd name="T50" fmla="*/ 66 w 400"/>
                <a:gd name="T51" fmla="*/ 311 h 400"/>
                <a:gd name="T52" fmla="*/ 50 w 400"/>
                <a:gd name="T53" fmla="*/ 50 h 400"/>
                <a:gd name="T54" fmla="*/ 66 w 400"/>
                <a:gd name="T55" fmla="*/ 89 h 400"/>
                <a:gd name="T56" fmla="*/ 89 w 400"/>
                <a:gd name="T57" fmla="*/ 67 h 400"/>
                <a:gd name="T58" fmla="*/ 310 w 400"/>
                <a:gd name="T59" fmla="*/ 333 h 400"/>
                <a:gd name="T60" fmla="*/ 350 w 400"/>
                <a:gd name="T61" fmla="*/ 350 h 400"/>
                <a:gd name="T62" fmla="*/ 333 w 400"/>
                <a:gd name="T63" fmla="*/ 311 h 400"/>
                <a:gd name="T64" fmla="*/ 310 w 400"/>
                <a:gd name="T65" fmla="*/ 33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0" h="400">
                  <a:moveTo>
                    <a:pt x="380" y="184"/>
                  </a:moveTo>
                  <a:cubicBezTo>
                    <a:pt x="376" y="184"/>
                    <a:pt x="364" y="184"/>
                    <a:pt x="360" y="184"/>
                  </a:cubicBezTo>
                  <a:cubicBezTo>
                    <a:pt x="349" y="184"/>
                    <a:pt x="340" y="191"/>
                    <a:pt x="340" y="200"/>
                  </a:cubicBezTo>
                  <a:cubicBezTo>
                    <a:pt x="340" y="209"/>
                    <a:pt x="349" y="216"/>
                    <a:pt x="360" y="216"/>
                  </a:cubicBezTo>
                  <a:cubicBezTo>
                    <a:pt x="364" y="216"/>
                    <a:pt x="376" y="216"/>
                    <a:pt x="380" y="216"/>
                  </a:cubicBezTo>
                  <a:cubicBezTo>
                    <a:pt x="391" y="216"/>
                    <a:pt x="400" y="209"/>
                    <a:pt x="400" y="200"/>
                  </a:cubicBezTo>
                  <a:cubicBezTo>
                    <a:pt x="400" y="191"/>
                    <a:pt x="391" y="184"/>
                    <a:pt x="380" y="184"/>
                  </a:cubicBezTo>
                  <a:close/>
                  <a:moveTo>
                    <a:pt x="200" y="90"/>
                  </a:moveTo>
                  <a:cubicBezTo>
                    <a:pt x="139" y="90"/>
                    <a:pt x="90" y="139"/>
                    <a:pt x="90" y="200"/>
                  </a:cubicBezTo>
                  <a:cubicBezTo>
                    <a:pt x="90" y="261"/>
                    <a:pt x="139" y="310"/>
                    <a:pt x="200" y="310"/>
                  </a:cubicBezTo>
                  <a:cubicBezTo>
                    <a:pt x="261" y="310"/>
                    <a:pt x="310" y="261"/>
                    <a:pt x="310" y="200"/>
                  </a:cubicBezTo>
                  <a:cubicBezTo>
                    <a:pt x="310" y="139"/>
                    <a:pt x="261" y="90"/>
                    <a:pt x="200" y="90"/>
                  </a:cubicBezTo>
                  <a:close/>
                  <a:moveTo>
                    <a:pt x="200" y="280"/>
                  </a:moveTo>
                  <a:cubicBezTo>
                    <a:pt x="156" y="280"/>
                    <a:pt x="120" y="244"/>
                    <a:pt x="120" y="200"/>
                  </a:cubicBezTo>
                  <a:cubicBezTo>
                    <a:pt x="120" y="156"/>
                    <a:pt x="156" y="120"/>
                    <a:pt x="200" y="120"/>
                  </a:cubicBezTo>
                  <a:cubicBezTo>
                    <a:pt x="244" y="120"/>
                    <a:pt x="280" y="156"/>
                    <a:pt x="280" y="200"/>
                  </a:cubicBezTo>
                  <a:cubicBezTo>
                    <a:pt x="280" y="244"/>
                    <a:pt x="244" y="280"/>
                    <a:pt x="200" y="280"/>
                  </a:cubicBezTo>
                  <a:close/>
                  <a:moveTo>
                    <a:pt x="59" y="200"/>
                  </a:moveTo>
                  <a:cubicBezTo>
                    <a:pt x="59" y="191"/>
                    <a:pt x="51" y="184"/>
                    <a:pt x="40" y="184"/>
                  </a:cubicBezTo>
                  <a:cubicBezTo>
                    <a:pt x="36" y="184"/>
                    <a:pt x="23" y="184"/>
                    <a:pt x="20" y="184"/>
                  </a:cubicBezTo>
                  <a:cubicBezTo>
                    <a:pt x="9" y="184"/>
                    <a:pt x="0" y="191"/>
                    <a:pt x="0" y="200"/>
                  </a:cubicBezTo>
                  <a:cubicBezTo>
                    <a:pt x="0" y="209"/>
                    <a:pt x="9" y="216"/>
                    <a:pt x="20" y="216"/>
                  </a:cubicBezTo>
                  <a:cubicBezTo>
                    <a:pt x="23" y="216"/>
                    <a:pt x="36" y="216"/>
                    <a:pt x="40" y="216"/>
                  </a:cubicBezTo>
                  <a:cubicBezTo>
                    <a:pt x="51" y="216"/>
                    <a:pt x="59" y="209"/>
                    <a:pt x="59" y="200"/>
                  </a:cubicBezTo>
                  <a:close/>
                  <a:moveTo>
                    <a:pt x="200" y="60"/>
                  </a:moveTo>
                  <a:cubicBezTo>
                    <a:pt x="209" y="60"/>
                    <a:pt x="216" y="51"/>
                    <a:pt x="216" y="40"/>
                  </a:cubicBezTo>
                  <a:cubicBezTo>
                    <a:pt x="216" y="36"/>
                    <a:pt x="216" y="24"/>
                    <a:pt x="216" y="20"/>
                  </a:cubicBezTo>
                  <a:cubicBezTo>
                    <a:pt x="216" y="9"/>
                    <a:pt x="209" y="0"/>
                    <a:pt x="200" y="0"/>
                  </a:cubicBezTo>
                  <a:cubicBezTo>
                    <a:pt x="191" y="0"/>
                    <a:pt x="184" y="9"/>
                    <a:pt x="184" y="20"/>
                  </a:cubicBezTo>
                  <a:cubicBezTo>
                    <a:pt x="184" y="24"/>
                    <a:pt x="184" y="36"/>
                    <a:pt x="184" y="40"/>
                  </a:cubicBezTo>
                  <a:cubicBezTo>
                    <a:pt x="184" y="51"/>
                    <a:pt x="191" y="60"/>
                    <a:pt x="200" y="60"/>
                  </a:cubicBezTo>
                  <a:close/>
                  <a:moveTo>
                    <a:pt x="200" y="340"/>
                  </a:moveTo>
                  <a:cubicBezTo>
                    <a:pt x="191" y="340"/>
                    <a:pt x="184" y="349"/>
                    <a:pt x="184" y="360"/>
                  </a:cubicBezTo>
                  <a:cubicBezTo>
                    <a:pt x="184" y="364"/>
                    <a:pt x="184" y="376"/>
                    <a:pt x="184" y="380"/>
                  </a:cubicBezTo>
                  <a:cubicBezTo>
                    <a:pt x="184" y="391"/>
                    <a:pt x="191" y="400"/>
                    <a:pt x="200" y="400"/>
                  </a:cubicBezTo>
                  <a:cubicBezTo>
                    <a:pt x="209" y="400"/>
                    <a:pt x="216" y="391"/>
                    <a:pt x="216" y="380"/>
                  </a:cubicBezTo>
                  <a:cubicBezTo>
                    <a:pt x="216" y="376"/>
                    <a:pt x="216" y="364"/>
                    <a:pt x="216" y="360"/>
                  </a:cubicBezTo>
                  <a:cubicBezTo>
                    <a:pt x="216" y="349"/>
                    <a:pt x="209" y="340"/>
                    <a:pt x="200" y="340"/>
                  </a:cubicBezTo>
                  <a:close/>
                  <a:moveTo>
                    <a:pt x="347" y="75"/>
                  </a:moveTo>
                  <a:cubicBezTo>
                    <a:pt x="355" y="67"/>
                    <a:pt x="356" y="56"/>
                    <a:pt x="350" y="50"/>
                  </a:cubicBezTo>
                  <a:cubicBezTo>
                    <a:pt x="344" y="44"/>
                    <a:pt x="332" y="45"/>
                    <a:pt x="324" y="53"/>
                  </a:cubicBezTo>
                  <a:cubicBezTo>
                    <a:pt x="322" y="55"/>
                    <a:pt x="313" y="64"/>
                    <a:pt x="310" y="67"/>
                  </a:cubicBezTo>
                  <a:cubicBezTo>
                    <a:pt x="303" y="74"/>
                    <a:pt x="301" y="86"/>
                    <a:pt x="308" y="92"/>
                  </a:cubicBezTo>
                  <a:cubicBezTo>
                    <a:pt x="314" y="98"/>
                    <a:pt x="325" y="97"/>
                    <a:pt x="333" y="89"/>
                  </a:cubicBezTo>
                  <a:cubicBezTo>
                    <a:pt x="335" y="87"/>
                    <a:pt x="345" y="77"/>
                    <a:pt x="347" y="75"/>
                  </a:cubicBezTo>
                  <a:close/>
                  <a:moveTo>
                    <a:pt x="66" y="311"/>
                  </a:moveTo>
                  <a:cubicBezTo>
                    <a:pt x="64" y="313"/>
                    <a:pt x="55" y="322"/>
                    <a:pt x="52" y="325"/>
                  </a:cubicBezTo>
                  <a:cubicBezTo>
                    <a:pt x="45" y="332"/>
                    <a:pt x="43" y="344"/>
                    <a:pt x="50" y="350"/>
                  </a:cubicBezTo>
                  <a:cubicBezTo>
                    <a:pt x="56" y="356"/>
                    <a:pt x="67" y="355"/>
                    <a:pt x="75" y="347"/>
                  </a:cubicBezTo>
                  <a:cubicBezTo>
                    <a:pt x="77" y="345"/>
                    <a:pt x="87" y="335"/>
                    <a:pt x="89" y="333"/>
                  </a:cubicBezTo>
                  <a:cubicBezTo>
                    <a:pt x="97" y="325"/>
                    <a:pt x="98" y="314"/>
                    <a:pt x="92" y="308"/>
                  </a:cubicBezTo>
                  <a:cubicBezTo>
                    <a:pt x="86" y="302"/>
                    <a:pt x="74" y="303"/>
                    <a:pt x="66" y="311"/>
                  </a:cubicBezTo>
                  <a:close/>
                  <a:moveTo>
                    <a:pt x="75" y="53"/>
                  </a:moveTo>
                  <a:cubicBezTo>
                    <a:pt x="67" y="45"/>
                    <a:pt x="56" y="44"/>
                    <a:pt x="50" y="50"/>
                  </a:cubicBezTo>
                  <a:cubicBezTo>
                    <a:pt x="43" y="56"/>
                    <a:pt x="45" y="67"/>
                    <a:pt x="52" y="75"/>
                  </a:cubicBezTo>
                  <a:cubicBezTo>
                    <a:pt x="55" y="77"/>
                    <a:pt x="64" y="87"/>
                    <a:pt x="66" y="89"/>
                  </a:cubicBezTo>
                  <a:cubicBezTo>
                    <a:pt x="74" y="97"/>
                    <a:pt x="86" y="98"/>
                    <a:pt x="92" y="92"/>
                  </a:cubicBezTo>
                  <a:cubicBezTo>
                    <a:pt x="98" y="86"/>
                    <a:pt x="97" y="74"/>
                    <a:pt x="89" y="67"/>
                  </a:cubicBezTo>
                  <a:cubicBezTo>
                    <a:pt x="87" y="64"/>
                    <a:pt x="77" y="55"/>
                    <a:pt x="75" y="53"/>
                  </a:cubicBezTo>
                  <a:close/>
                  <a:moveTo>
                    <a:pt x="310" y="333"/>
                  </a:moveTo>
                  <a:cubicBezTo>
                    <a:pt x="313" y="335"/>
                    <a:pt x="322" y="345"/>
                    <a:pt x="324" y="347"/>
                  </a:cubicBezTo>
                  <a:cubicBezTo>
                    <a:pt x="332" y="355"/>
                    <a:pt x="344" y="356"/>
                    <a:pt x="350" y="350"/>
                  </a:cubicBezTo>
                  <a:cubicBezTo>
                    <a:pt x="356" y="344"/>
                    <a:pt x="355" y="332"/>
                    <a:pt x="347" y="325"/>
                  </a:cubicBezTo>
                  <a:cubicBezTo>
                    <a:pt x="345" y="322"/>
                    <a:pt x="335" y="313"/>
                    <a:pt x="333" y="311"/>
                  </a:cubicBezTo>
                  <a:cubicBezTo>
                    <a:pt x="325" y="303"/>
                    <a:pt x="314" y="302"/>
                    <a:pt x="308" y="308"/>
                  </a:cubicBezTo>
                  <a:cubicBezTo>
                    <a:pt x="301" y="314"/>
                    <a:pt x="303" y="325"/>
                    <a:pt x="310" y="3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05461" tIns="52729" rIns="105461" bIns="52729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Freeform 21"/>
            <p:cNvSpPr>
              <a:spLocks noChangeAspect="1" noEditPoints="1"/>
            </p:cNvSpPr>
            <p:nvPr/>
          </p:nvSpPr>
          <p:spPr bwMode="auto">
            <a:xfrm>
              <a:off x="6318960" y="3482057"/>
              <a:ext cx="229748" cy="230472"/>
            </a:xfrm>
            <a:custGeom>
              <a:avLst/>
              <a:gdLst>
                <a:gd name="T0" fmla="*/ 390 w 403"/>
                <a:gd name="T1" fmla="*/ 150 h 404"/>
                <a:gd name="T2" fmla="*/ 241 w 403"/>
                <a:gd name="T3" fmla="*/ 110 h 404"/>
                <a:gd name="T4" fmla="*/ 215 w 403"/>
                <a:gd name="T5" fmla="*/ 13 h 404"/>
                <a:gd name="T6" fmla="*/ 195 w 403"/>
                <a:gd name="T7" fmla="*/ 2 h 404"/>
                <a:gd name="T8" fmla="*/ 14 w 403"/>
                <a:gd name="T9" fmla="*/ 51 h 404"/>
                <a:gd name="T10" fmla="*/ 2 w 403"/>
                <a:gd name="T11" fmla="*/ 70 h 404"/>
                <a:gd name="T12" fmla="*/ 67 w 403"/>
                <a:gd name="T13" fmla="*/ 311 h 404"/>
                <a:gd name="T14" fmla="*/ 86 w 403"/>
                <a:gd name="T15" fmla="*/ 322 h 404"/>
                <a:gd name="T16" fmla="*/ 159 w 403"/>
                <a:gd name="T17" fmla="*/ 302 h 404"/>
                <a:gd name="T18" fmla="*/ 149 w 403"/>
                <a:gd name="T19" fmla="*/ 339 h 404"/>
                <a:gd name="T20" fmla="*/ 160 w 403"/>
                <a:gd name="T21" fmla="*/ 358 h 404"/>
                <a:gd name="T22" fmla="*/ 322 w 403"/>
                <a:gd name="T23" fmla="*/ 401 h 404"/>
                <a:gd name="T24" fmla="*/ 342 w 403"/>
                <a:gd name="T25" fmla="*/ 391 h 404"/>
                <a:gd name="T26" fmla="*/ 401 w 403"/>
                <a:gd name="T27" fmla="*/ 169 h 404"/>
                <a:gd name="T28" fmla="*/ 390 w 403"/>
                <a:gd name="T29" fmla="*/ 150 h 404"/>
                <a:gd name="T30" fmla="*/ 34 w 403"/>
                <a:gd name="T31" fmla="*/ 75 h 404"/>
                <a:gd name="T32" fmla="*/ 191 w 403"/>
                <a:gd name="T33" fmla="*/ 33 h 404"/>
                <a:gd name="T34" fmla="*/ 249 w 403"/>
                <a:gd name="T35" fmla="*/ 249 h 404"/>
                <a:gd name="T36" fmla="*/ 92 w 403"/>
                <a:gd name="T37" fmla="*/ 291 h 404"/>
                <a:gd name="T38" fmla="*/ 34 w 403"/>
                <a:gd name="T39" fmla="*/ 75 h 404"/>
                <a:gd name="T40" fmla="*/ 315 w 403"/>
                <a:gd name="T41" fmla="*/ 371 h 404"/>
                <a:gd name="T42" fmla="*/ 179 w 403"/>
                <a:gd name="T43" fmla="*/ 334 h 404"/>
                <a:gd name="T44" fmla="*/ 190 w 403"/>
                <a:gd name="T45" fmla="*/ 294 h 404"/>
                <a:gd name="T46" fmla="*/ 268 w 403"/>
                <a:gd name="T47" fmla="*/ 273 h 404"/>
                <a:gd name="T48" fmla="*/ 279 w 403"/>
                <a:gd name="T49" fmla="*/ 254 h 404"/>
                <a:gd name="T50" fmla="*/ 249 w 403"/>
                <a:gd name="T51" fmla="*/ 142 h 404"/>
                <a:gd name="T52" fmla="*/ 368 w 403"/>
                <a:gd name="T53" fmla="*/ 174 h 404"/>
                <a:gd name="T54" fmla="*/ 315 w 403"/>
                <a:gd name="T55" fmla="*/ 371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3" h="404">
                  <a:moveTo>
                    <a:pt x="390" y="150"/>
                  </a:moveTo>
                  <a:cubicBezTo>
                    <a:pt x="241" y="110"/>
                    <a:pt x="241" y="110"/>
                    <a:pt x="241" y="110"/>
                  </a:cubicBezTo>
                  <a:cubicBezTo>
                    <a:pt x="215" y="13"/>
                    <a:pt x="215" y="13"/>
                    <a:pt x="215" y="13"/>
                  </a:cubicBezTo>
                  <a:cubicBezTo>
                    <a:pt x="213" y="5"/>
                    <a:pt x="204" y="0"/>
                    <a:pt x="195" y="2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5" y="53"/>
                    <a:pt x="0" y="62"/>
                    <a:pt x="2" y="70"/>
                  </a:cubicBezTo>
                  <a:cubicBezTo>
                    <a:pt x="67" y="311"/>
                    <a:pt x="67" y="311"/>
                    <a:pt x="67" y="311"/>
                  </a:cubicBezTo>
                  <a:cubicBezTo>
                    <a:pt x="69" y="319"/>
                    <a:pt x="78" y="324"/>
                    <a:pt x="86" y="322"/>
                  </a:cubicBezTo>
                  <a:cubicBezTo>
                    <a:pt x="159" y="302"/>
                    <a:pt x="159" y="302"/>
                    <a:pt x="159" y="302"/>
                  </a:cubicBezTo>
                  <a:cubicBezTo>
                    <a:pt x="149" y="339"/>
                    <a:pt x="149" y="339"/>
                    <a:pt x="149" y="339"/>
                  </a:cubicBezTo>
                  <a:cubicBezTo>
                    <a:pt x="147" y="347"/>
                    <a:pt x="152" y="356"/>
                    <a:pt x="160" y="358"/>
                  </a:cubicBezTo>
                  <a:cubicBezTo>
                    <a:pt x="322" y="401"/>
                    <a:pt x="322" y="401"/>
                    <a:pt x="322" y="401"/>
                  </a:cubicBezTo>
                  <a:cubicBezTo>
                    <a:pt x="331" y="404"/>
                    <a:pt x="340" y="399"/>
                    <a:pt x="342" y="391"/>
                  </a:cubicBezTo>
                  <a:cubicBezTo>
                    <a:pt x="401" y="169"/>
                    <a:pt x="401" y="169"/>
                    <a:pt x="401" y="169"/>
                  </a:cubicBezTo>
                  <a:cubicBezTo>
                    <a:pt x="403" y="161"/>
                    <a:pt x="398" y="152"/>
                    <a:pt x="390" y="150"/>
                  </a:cubicBezTo>
                  <a:close/>
                  <a:moveTo>
                    <a:pt x="34" y="75"/>
                  </a:moveTo>
                  <a:cubicBezTo>
                    <a:pt x="191" y="33"/>
                    <a:pt x="191" y="33"/>
                    <a:pt x="191" y="33"/>
                  </a:cubicBezTo>
                  <a:cubicBezTo>
                    <a:pt x="249" y="249"/>
                    <a:pt x="249" y="249"/>
                    <a:pt x="249" y="249"/>
                  </a:cubicBezTo>
                  <a:cubicBezTo>
                    <a:pt x="92" y="291"/>
                    <a:pt x="92" y="291"/>
                    <a:pt x="92" y="291"/>
                  </a:cubicBezTo>
                  <a:lnTo>
                    <a:pt x="34" y="75"/>
                  </a:lnTo>
                  <a:close/>
                  <a:moveTo>
                    <a:pt x="315" y="371"/>
                  </a:moveTo>
                  <a:cubicBezTo>
                    <a:pt x="179" y="334"/>
                    <a:pt x="179" y="334"/>
                    <a:pt x="179" y="334"/>
                  </a:cubicBezTo>
                  <a:cubicBezTo>
                    <a:pt x="190" y="294"/>
                    <a:pt x="190" y="294"/>
                    <a:pt x="190" y="294"/>
                  </a:cubicBezTo>
                  <a:cubicBezTo>
                    <a:pt x="268" y="273"/>
                    <a:pt x="268" y="273"/>
                    <a:pt x="268" y="273"/>
                  </a:cubicBezTo>
                  <a:cubicBezTo>
                    <a:pt x="276" y="271"/>
                    <a:pt x="282" y="262"/>
                    <a:pt x="279" y="254"/>
                  </a:cubicBezTo>
                  <a:cubicBezTo>
                    <a:pt x="249" y="142"/>
                    <a:pt x="249" y="142"/>
                    <a:pt x="249" y="142"/>
                  </a:cubicBezTo>
                  <a:cubicBezTo>
                    <a:pt x="368" y="174"/>
                    <a:pt x="368" y="174"/>
                    <a:pt x="368" y="174"/>
                  </a:cubicBezTo>
                  <a:lnTo>
                    <a:pt x="315" y="3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05461" tIns="52729" rIns="105461" bIns="52729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Freeform 26"/>
            <p:cNvSpPr>
              <a:spLocks noChangeAspect="1"/>
            </p:cNvSpPr>
            <p:nvPr/>
          </p:nvSpPr>
          <p:spPr bwMode="auto">
            <a:xfrm>
              <a:off x="7458159" y="3491776"/>
              <a:ext cx="219098" cy="227226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05461" tIns="52729" rIns="105461" bIns="52729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8" name="文本框 1"/>
          <p:cNvSpPr txBox="1"/>
          <p:nvPr/>
        </p:nvSpPr>
        <p:spPr>
          <a:xfrm>
            <a:off x="927130" y="3061697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išļîďè"/>
          <p:cNvSpPr txBox="1"/>
          <p:nvPr/>
        </p:nvSpPr>
        <p:spPr bwMode="auto">
          <a:xfrm>
            <a:off x="911247" y="2716873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0" name="文本框 1"/>
          <p:cNvSpPr txBox="1"/>
          <p:nvPr/>
        </p:nvSpPr>
        <p:spPr>
          <a:xfrm>
            <a:off x="2851172" y="1909213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" name="išļîďè"/>
          <p:cNvSpPr txBox="1"/>
          <p:nvPr/>
        </p:nvSpPr>
        <p:spPr bwMode="auto">
          <a:xfrm>
            <a:off x="2835289" y="1564389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2" name="文本框 1"/>
          <p:cNvSpPr txBox="1"/>
          <p:nvPr/>
        </p:nvSpPr>
        <p:spPr>
          <a:xfrm>
            <a:off x="5849066" y="1909213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išļîďè"/>
          <p:cNvSpPr txBox="1"/>
          <p:nvPr/>
        </p:nvSpPr>
        <p:spPr bwMode="auto">
          <a:xfrm>
            <a:off x="5833183" y="1564389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4" name="文本框 1"/>
          <p:cNvSpPr txBox="1"/>
          <p:nvPr/>
        </p:nvSpPr>
        <p:spPr>
          <a:xfrm>
            <a:off x="8585965" y="2741141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5" name="išļîďè"/>
          <p:cNvSpPr txBox="1"/>
          <p:nvPr/>
        </p:nvSpPr>
        <p:spPr bwMode="auto">
          <a:xfrm>
            <a:off x="8570082" y="2396317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552135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研究方法与思路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1"/>
          <p:cNvSpPr txBox="1"/>
          <p:nvPr/>
        </p:nvSpPr>
        <p:spPr>
          <a:xfrm>
            <a:off x="1017713" y="1089429"/>
            <a:ext cx="935577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061195" y="2699039"/>
            <a:ext cx="3544678" cy="2763789"/>
            <a:chOff x="3399912" y="1901371"/>
            <a:chExt cx="5392177" cy="4204275"/>
          </a:xfrm>
        </p:grpSpPr>
        <p:sp>
          <p:nvSpPr>
            <p:cNvPr id="15" name="矩形 1"/>
            <p:cNvSpPr/>
            <p:nvPr/>
          </p:nvSpPr>
          <p:spPr>
            <a:xfrm rot="293950">
              <a:off x="5228497" y="5269325"/>
              <a:ext cx="3033175" cy="313863"/>
            </a:xfrm>
            <a:custGeom>
              <a:avLst/>
              <a:gdLst>
                <a:gd name="connsiteX0" fmla="*/ 0 w 4180787"/>
                <a:gd name="connsiteY0" fmla="*/ 0 h 432613"/>
                <a:gd name="connsiteX1" fmla="*/ 4180787 w 4180787"/>
                <a:gd name="connsiteY1" fmla="*/ 0 h 432613"/>
                <a:gd name="connsiteX2" fmla="*/ 4180787 w 4180787"/>
                <a:gd name="connsiteY2" fmla="*/ 432613 h 432613"/>
                <a:gd name="connsiteX3" fmla="*/ 0 w 4180787"/>
                <a:gd name="connsiteY3" fmla="*/ 432613 h 432613"/>
                <a:gd name="connsiteX4" fmla="*/ 0 w 4180787"/>
                <a:gd name="connsiteY4" fmla="*/ 0 h 432613"/>
                <a:gd name="connsiteX0-1" fmla="*/ 0 w 4180787"/>
                <a:gd name="connsiteY0-2" fmla="*/ 0 h 446239"/>
                <a:gd name="connsiteX1-3" fmla="*/ 4180787 w 4180787"/>
                <a:gd name="connsiteY1-4" fmla="*/ 0 h 446239"/>
                <a:gd name="connsiteX2-5" fmla="*/ 4180787 w 4180787"/>
                <a:gd name="connsiteY2-6" fmla="*/ 432613 h 446239"/>
                <a:gd name="connsiteX3-7" fmla="*/ 1797892 w 4180787"/>
                <a:gd name="connsiteY3-8" fmla="*/ 446239 h 446239"/>
                <a:gd name="connsiteX4-9" fmla="*/ 0 w 4180787"/>
                <a:gd name="connsiteY4-10" fmla="*/ 432613 h 446239"/>
                <a:gd name="connsiteX5" fmla="*/ 0 w 4180787"/>
                <a:gd name="connsiteY5" fmla="*/ 0 h 446239"/>
                <a:gd name="connsiteX0-11" fmla="*/ 0 w 4180787"/>
                <a:gd name="connsiteY0-12" fmla="*/ 3102 h 449341"/>
                <a:gd name="connsiteX1-13" fmla="*/ 1774422 w 4180787"/>
                <a:gd name="connsiteY1-14" fmla="*/ 0 h 449341"/>
                <a:gd name="connsiteX2-15" fmla="*/ 4180787 w 4180787"/>
                <a:gd name="connsiteY2-16" fmla="*/ 3102 h 449341"/>
                <a:gd name="connsiteX3-17" fmla="*/ 4180787 w 4180787"/>
                <a:gd name="connsiteY3-18" fmla="*/ 435715 h 449341"/>
                <a:gd name="connsiteX4-19" fmla="*/ 1797892 w 4180787"/>
                <a:gd name="connsiteY4-20" fmla="*/ 449341 h 449341"/>
                <a:gd name="connsiteX5-21" fmla="*/ 0 w 4180787"/>
                <a:gd name="connsiteY5-22" fmla="*/ 435715 h 449341"/>
                <a:gd name="connsiteX6" fmla="*/ 0 w 4180787"/>
                <a:gd name="connsiteY6" fmla="*/ 3102 h 449341"/>
                <a:gd name="connsiteX0-23" fmla="*/ 0 w 4180787"/>
                <a:gd name="connsiteY0-24" fmla="*/ 0 h 446239"/>
                <a:gd name="connsiteX1-25" fmla="*/ 1791064 w 4180787"/>
                <a:gd name="connsiteY1-26" fmla="*/ 191058 h 446239"/>
                <a:gd name="connsiteX2-27" fmla="*/ 4180787 w 4180787"/>
                <a:gd name="connsiteY2-28" fmla="*/ 0 h 446239"/>
                <a:gd name="connsiteX3-29" fmla="*/ 4180787 w 4180787"/>
                <a:gd name="connsiteY3-30" fmla="*/ 432613 h 446239"/>
                <a:gd name="connsiteX4-31" fmla="*/ 1797892 w 4180787"/>
                <a:gd name="connsiteY4-32" fmla="*/ 446239 h 446239"/>
                <a:gd name="connsiteX5-33" fmla="*/ 0 w 4180787"/>
                <a:gd name="connsiteY5-34" fmla="*/ 432613 h 446239"/>
                <a:gd name="connsiteX6-35" fmla="*/ 0 w 4180787"/>
                <a:gd name="connsiteY6-36" fmla="*/ 0 h 446239"/>
                <a:gd name="connsiteX0-37" fmla="*/ 0 w 4180787"/>
                <a:gd name="connsiteY0-38" fmla="*/ 0 h 432613"/>
                <a:gd name="connsiteX1-39" fmla="*/ 1791064 w 4180787"/>
                <a:gd name="connsiteY1-40" fmla="*/ 191058 h 432613"/>
                <a:gd name="connsiteX2-41" fmla="*/ 4180787 w 4180787"/>
                <a:gd name="connsiteY2-42" fmla="*/ 0 h 432613"/>
                <a:gd name="connsiteX3-43" fmla="*/ 4180787 w 4180787"/>
                <a:gd name="connsiteY3-44" fmla="*/ 432613 h 432613"/>
                <a:gd name="connsiteX4-45" fmla="*/ 1740284 w 4180787"/>
                <a:gd name="connsiteY4-46" fmla="*/ 300725 h 432613"/>
                <a:gd name="connsiteX5-47" fmla="*/ 0 w 4180787"/>
                <a:gd name="connsiteY5-48" fmla="*/ 432613 h 432613"/>
                <a:gd name="connsiteX6-49" fmla="*/ 0 w 4180787"/>
                <a:gd name="connsiteY6-50" fmla="*/ 0 h 432613"/>
                <a:gd name="connsiteX0-51" fmla="*/ 0 w 4180787"/>
                <a:gd name="connsiteY0-52" fmla="*/ 0 h 432613"/>
                <a:gd name="connsiteX1-53" fmla="*/ 1835870 w 4180787"/>
                <a:gd name="connsiteY1-54" fmla="*/ 187218 h 432613"/>
                <a:gd name="connsiteX2-55" fmla="*/ 4180787 w 4180787"/>
                <a:gd name="connsiteY2-56" fmla="*/ 0 h 432613"/>
                <a:gd name="connsiteX3-57" fmla="*/ 4180787 w 4180787"/>
                <a:gd name="connsiteY3-58" fmla="*/ 432613 h 432613"/>
                <a:gd name="connsiteX4-59" fmla="*/ 1740284 w 4180787"/>
                <a:gd name="connsiteY4-60" fmla="*/ 300725 h 432613"/>
                <a:gd name="connsiteX5-61" fmla="*/ 0 w 4180787"/>
                <a:gd name="connsiteY5-62" fmla="*/ 432613 h 432613"/>
                <a:gd name="connsiteX6-63" fmla="*/ 0 w 4180787"/>
                <a:gd name="connsiteY6-64" fmla="*/ 0 h 432613"/>
                <a:gd name="connsiteX0-65" fmla="*/ 0 w 4180787"/>
                <a:gd name="connsiteY0-66" fmla="*/ 4908 h 437521"/>
                <a:gd name="connsiteX1-67" fmla="*/ 1835870 w 4180787"/>
                <a:gd name="connsiteY1-68" fmla="*/ 192126 h 437521"/>
                <a:gd name="connsiteX2-69" fmla="*/ 4180787 w 4180787"/>
                <a:gd name="connsiteY2-70" fmla="*/ 4908 h 437521"/>
                <a:gd name="connsiteX3-71" fmla="*/ 4180787 w 4180787"/>
                <a:gd name="connsiteY3-72" fmla="*/ 437521 h 437521"/>
                <a:gd name="connsiteX4-73" fmla="*/ 1740284 w 4180787"/>
                <a:gd name="connsiteY4-74" fmla="*/ 305633 h 437521"/>
                <a:gd name="connsiteX5-75" fmla="*/ 0 w 4180787"/>
                <a:gd name="connsiteY5-76" fmla="*/ 437521 h 437521"/>
                <a:gd name="connsiteX6-77" fmla="*/ 0 w 4180787"/>
                <a:gd name="connsiteY6-78" fmla="*/ 4908 h 437521"/>
                <a:gd name="connsiteX0-79" fmla="*/ 0 w 4180787"/>
                <a:gd name="connsiteY0-80" fmla="*/ 4908 h 446252"/>
                <a:gd name="connsiteX1-81" fmla="*/ 1835870 w 4180787"/>
                <a:gd name="connsiteY1-82" fmla="*/ 192126 h 446252"/>
                <a:gd name="connsiteX2-83" fmla="*/ 4180787 w 4180787"/>
                <a:gd name="connsiteY2-84" fmla="*/ 4908 h 446252"/>
                <a:gd name="connsiteX3-85" fmla="*/ 4180787 w 4180787"/>
                <a:gd name="connsiteY3-86" fmla="*/ 437521 h 446252"/>
                <a:gd name="connsiteX4-87" fmla="*/ 1740284 w 4180787"/>
                <a:gd name="connsiteY4-88" fmla="*/ 305633 h 446252"/>
                <a:gd name="connsiteX5-89" fmla="*/ 0 w 4180787"/>
                <a:gd name="connsiteY5-90" fmla="*/ 437521 h 446252"/>
                <a:gd name="connsiteX6-91" fmla="*/ 0 w 4180787"/>
                <a:gd name="connsiteY6-92" fmla="*/ 4908 h 446252"/>
                <a:gd name="connsiteX0-93" fmla="*/ 0 w 4180787"/>
                <a:gd name="connsiteY0-94" fmla="*/ 4107 h 445451"/>
                <a:gd name="connsiteX1-95" fmla="*/ 1779968 w 4180787"/>
                <a:gd name="connsiteY1-96" fmla="*/ 241252 h 445451"/>
                <a:gd name="connsiteX2-97" fmla="*/ 4180787 w 4180787"/>
                <a:gd name="connsiteY2-98" fmla="*/ 4107 h 445451"/>
                <a:gd name="connsiteX3-99" fmla="*/ 4180787 w 4180787"/>
                <a:gd name="connsiteY3-100" fmla="*/ 436720 h 445451"/>
                <a:gd name="connsiteX4-101" fmla="*/ 1740284 w 4180787"/>
                <a:gd name="connsiteY4-102" fmla="*/ 304832 h 445451"/>
                <a:gd name="connsiteX5-103" fmla="*/ 0 w 4180787"/>
                <a:gd name="connsiteY5-104" fmla="*/ 436720 h 445451"/>
                <a:gd name="connsiteX6-105" fmla="*/ 0 w 4180787"/>
                <a:gd name="connsiteY6-106" fmla="*/ 4107 h 445451"/>
                <a:gd name="connsiteX0-107" fmla="*/ 0 w 4180787"/>
                <a:gd name="connsiteY0-108" fmla="*/ 4107 h 445451"/>
                <a:gd name="connsiteX1-109" fmla="*/ 1779968 w 4180787"/>
                <a:gd name="connsiteY1-110" fmla="*/ 241252 h 445451"/>
                <a:gd name="connsiteX2-111" fmla="*/ 4180787 w 4180787"/>
                <a:gd name="connsiteY2-112" fmla="*/ 4107 h 445451"/>
                <a:gd name="connsiteX3-113" fmla="*/ 4180787 w 4180787"/>
                <a:gd name="connsiteY3-114" fmla="*/ 436720 h 445451"/>
                <a:gd name="connsiteX4-115" fmla="*/ 1740284 w 4180787"/>
                <a:gd name="connsiteY4-116" fmla="*/ 304832 h 445451"/>
                <a:gd name="connsiteX5-117" fmla="*/ 0 w 4180787"/>
                <a:gd name="connsiteY5-118" fmla="*/ 436720 h 445451"/>
                <a:gd name="connsiteX6-119" fmla="*/ 0 w 4180787"/>
                <a:gd name="connsiteY6-120" fmla="*/ 4107 h 445451"/>
                <a:gd name="connsiteX0-121" fmla="*/ 0 w 4180787"/>
                <a:gd name="connsiteY0-122" fmla="*/ 4107 h 436720"/>
                <a:gd name="connsiteX1-123" fmla="*/ 1779968 w 4180787"/>
                <a:gd name="connsiteY1-124" fmla="*/ 241252 h 436720"/>
                <a:gd name="connsiteX2-125" fmla="*/ 4180787 w 4180787"/>
                <a:gd name="connsiteY2-126" fmla="*/ 4107 h 436720"/>
                <a:gd name="connsiteX3-127" fmla="*/ 4180787 w 4180787"/>
                <a:gd name="connsiteY3-128" fmla="*/ 436720 h 436720"/>
                <a:gd name="connsiteX4-129" fmla="*/ 1740284 w 4180787"/>
                <a:gd name="connsiteY4-130" fmla="*/ 304832 h 436720"/>
                <a:gd name="connsiteX5-131" fmla="*/ 0 w 4180787"/>
                <a:gd name="connsiteY5-132" fmla="*/ 436720 h 436720"/>
                <a:gd name="connsiteX6-133" fmla="*/ 0 w 4180787"/>
                <a:gd name="connsiteY6-134" fmla="*/ 4107 h 436720"/>
                <a:gd name="connsiteX0-135" fmla="*/ 0 w 4180787"/>
                <a:gd name="connsiteY0-136" fmla="*/ 4107 h 436720"/>
                <a:gd name="connsiteX1-137" fmla="*/ 1779968 w 4180787"/>
                <a:gd name="connsiteY1-138" fmla="*/ 241252 h 436720"/>
                <a:gd name="connsiteX2-139" fmla="*/ 4180787 w 4180787"/>
                <a:gd name="connsiteY2-140" fmla="*/ 4107 h 436720"/>
                <a:gd name="connsiteX3-141" fmla="*/ 4180787 w 4180787"/>
                <a:gd name="connsiteY3-142" fmla="*/ 436720 h 436720"/>
                <a:gd name="connsiteX4-143" fmla="*/ 1740284 w 4180787"/>
                <a:gd name="connsiteY4-144" fmla="*/ 304832 h 436720"/>
                <a:gd name="connsiteX5-145" fmla="*/ 0 w 4180787"/>
                <a:gd name="connsiteY5-146" fmla="*/ 436720 h 436720"/>
                <a:gd name="connsiteX6-147" fmla="*/ 0 w 4180787"/>
                <a:gd name="connsiteY6-148" fmla="*/ 4107 h 436720"/>
                <a:gd name="connsiteX0-149" fmla="*/ 0 w 4180787"/>
                <a:gd name="connsiteY0-150" fmla="*/ 0 h 432613"/>
                <a:gd name="connsiteX1-151" fmla="*/ 1779968 w 4180787"/>
                <a:gd name="connsiteY1-152" fmla="*/ 237145 h 432613"/>
                <a:gd name="connsiteX2-153" fmla="*/ 4180787 w 4180787"/>
                <a:gd name="connsiteY2-154" fmla="*/ 0 h 432613"/>
                <a:gd name="connsiteX3-155" fmla="*/ 4180787 w 4180787"/>
                <a:gd name="connsiteY3-156" fmla="*/ 432613 h 432613"/>
                <a:gd name="connsiteX4-157" fmla="*/ 1740284 w 4180787"/>
                <a:gd name="connsiteY4-158" fmla="*/ 300725 h 432613"/>
                <a:gd name="connsiteX5-159" fmla="*/ 0 w 4180787"/>
                <a:gd name="connsiteY5-160" fmla="*/ 432613 h 432613"/>
                <a:gd name="connsiteX6-161" fmla="*/ 0 w 4180787"/>
                <a:gd name="connsiteY6-162" fmla="*/ 0 h 43261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35" y="connsiteY6-36"/>
                </a:cxn>
              </a:cxnLst>
              <a:rect l="l" t="t" r="r" b="b"/>
              <a:pathLst>
                <a:path w="4180787" h="432613">
                  <a:moveTo>
                    <a:pt x="0" y="0"/>
                  </a:moveTo>
                  <a:cubicBezTo>
                    <a:pt x="455759" y="126804"/>
                    <a:pt x="1083170" y="237145"/>
                    <a:pt x="1779968" y="237145"/>
                  </a:cubicBezTo>
                  <a:cubicBezTo>
                    <a:pt x="2476766" y="237145"/>
                    <a:pt x="3713158" y="116136"/>
                    <a:pt x="4180787" y="0"/>
                  </a:cubicBezTo>
                  <a:lnTo>
                    <a:pt x="4180787" y="432613"/>
                  </a:lnTo>
                  <a:cubicBezTo>
                    <a:pt x="3758675" y="303509"/>
                    <a:pt x="2437082" y="300725"/>
                    <a:pt x="1740284" y="300725"/>
                  </a:cubicBezTo>
                  <a:cubicBezTo>
                    <a:pt x="1043486" y="300725"/>
                    <a:pt x="357043" y="386721"/>
                    <a:pt x="0" y="43261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>
              <a:outerShdw blurRad="1905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64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"/>
            <p:cNvSpPr/>
            <p:nvPr/>
          </p:nvSpPr>
          <p:spPr>
            <a:xfrm rot="19913209">
              <a:off x="4925956" y="4614655"/>
              <a:ext cx="1836532" cy="306296"/>
            </a:xfrm>
            <a:custGeom>
              <a:avLst/>
              <a:gdLst>
                <a:gd name="connsiteX0" fmla="*/ 0 w 4180787"/>
                <a:gd name="connsiteY0" fmla="*/ 0 h 432613"/>
                <a:gd name="connsiteX1" fmla="*/ 4180787 w 4180787"/>
                <a:gd name="connsiteY1" fmla="*/ 0 h 432613"/>
                <a:gd name="connsiteX2" fmla="*/ 4180787 w 4180787"/>
                <a:gd name="connsiteY2" fmla="*/ 432613 h 432613"/>
                <a:gd name="connsiteX3" fmla="*/ 0 w 4180787"/>
                <a:gd name="connsiteY3" fmla="*/ 432613 h 432613"/>
                <a:gd name="connsiteX4" fmla="*/ 0 w 4180787"/>
                <a:gd name="connsiteY4" fmla="*/ 0 h 432613"/>
                <a:gd name="connsiteX0-1" fmla="*/ 0 w 4180787"/>
                <a:gd name="connsiteY0-2" fmla="*/ 0 h 446239"/>
                <a:gd name="connsiteX1-3" fmla="*/ 4180787 w 4180787"/>
                <a:gd name="connsiteY1-4" fmla="*/ 0 h 446239"/>
                <a:gd name="connsiteX2-5" fmla="*/ 4180787 w 4180787"/>
                <a:gd name="connsiteY2-6" fmla="*/ 432613 h 446239"/>
                <a:gd name="connsiteX3-7" fmla="*/ 1797892 w 4180787"/>
                <a:gd name="connsiteY3-8" fmla="*/ 446239 h 446239"/>
                <a:gd name="connsiteX4-9" fmla="*/ 0 w 4180787"/>
                <a:gd name="connsiteY4-10" fmla="*/ 432613 h 446239"/>
                <a:gd name="connsiteX5" fmla="*/ 0 w 4180787"/>
                <a:gd name="connsiteY5" fmla="*/ 0 h 446239"/>
                <a:gd name="connsiteX0-11" fmla="*/ 0 w 4180787"/>
                <a:gd name="connsiteY0-12" fmla="*/ 3102 h 449341"/>
                <a:gd name="connsiteX1-13" fmla="*/ 1774422 w 4180787"/>
                <a:gd name="connsiteY1-14" fmla="*/ 0 h 449341"/>
                <a:gd name="connsiteX2-15" fmla="*/ 4180787 w 4180787"/>
                <a:gd name="connsiteY2-16" fmla="*/ 3102 h 449341"/>
                <a:gd name="connsiteX3-17" fmla="*/ 4180787 w 4180787"/>
                <a:gd name="connsiteY3-18" fmla="*/ 435715 h 449341"/>
                <a:gd name="connsiteX4-19" fmla="*/ 1797892 w 4180787"/>
                <a:gd name="connsiteY4-20" fmla="*/ 449341 h 449341"/>
                <a:gd name="connsiteX5-21" fmla="*/ 0 w 4180787"/>
                <a:gd name="connsiteY5-22" fmla="*/ 435715 h 449341"/>
                <a:gd name="connsiteX6" fmla="*/ 0 w 4180787"/>
                <a:gd name="connsiteY6" fmla="*/ 3102 h 449341"/>
                <a:gd name="connsiteX0-23" fmla="*/ 0 w 4180787"/>
                <a:gd name="connsiteY0-24" fmla="*/ 0 h 446239"/>
                <a:gd name="connsiteX1-25" fmla="*/ 1791064 w 4180787"/>
                <a:gd name="connsiteY1-26" fmla="*/ 191058 h 446239"/>
                <a:gd name="connsiteX2-27" fmla="*/ 4180787 w 4180787"/>
                <a:gd name="connsiteY2-28" fmla="*/ 0 h 446239"/>
                <a:gd name="connsiteX3-29" fmla="*/ 4180787 w 4180787"/>
                <a:gd name="connsiteY3-30" fmla="*/ 432613 h 446239"/>
                <a:gd name="connsiteX4-31" fmla="*/ 1797892 w 4180787"/>
                <a:gd name="connsiteY4-32" fmla="*/ 446239 h 446239"/>
                <a:gd name="connsiteX5-33" fmla="*/ 0 w 4180787"/>
                <a:gd name="connsiteY5-34" fmla="*/ 432613 h 446239"/>
                <a:gd name="connsiteX6-35" fmla="*/ 0 w 4180787"/>
                <a:gd name="connsiteY6-36" fmla="*/ 0 h 446239"/>
                <a:gd name="connsiteX0-37" fmla="*/ 0 w 4180787"/>
                <a:gd name="connsiteY0-38" fmla="*/ 0 h 432613"/>
                <a:gd name="connsiteX1-39" fmla="*/ 1791064 w 4180787"/>
                <a:gd name="connsiteY1-40" fmla="*/ 191058 h 432613"/>
                <a:gd name="connsiteX2-41" fmla="*/ 4180787 w 4180787"/>
                <a:gd name="connsiteY2-42" fmla="*/ 0 h 432613"/>
                <a:gd name="connsiteX3-43" fmla="*/ 4180787 w 4180787"/>
                <a:gd name="connsiteY3-44" fmla="*/ 432613 h 432613"/>
                <a:gd name="connsiteX4-45" fmla="*/ 1740284 w 4180787"/>
                <a:gd name="connsiteY4-46" fmla="*/ 300725 h 432613"/>
                <a:gd name="connsiteX5-47" fmla="*/ 0 w 4180787"/>
                <a:gd name="connsiteY5-48" fmla="*/ 432613 h 432613"/>
                <a:gd name="connsiteX6-49" fmla="*/ 0 w 4180787"/>
                <a:gd name="connsiteY6-50" fmla="*/ 0 h 432613"/>
                <a:gd name="connsiteX0-51" fmla="*/ 0 w 4180787"/>
                <a:gd name="connsiteY0-52" fmla="*/ 0 h 432613"/>
                <a:gd name="connsiteX1-53" fmla="*/ 1835870 w 4180787"/>
                <a:gd name="connsiteY1-54" fmla="*/ 187218 h 432613"/>
                <a:gd name="connsiteX2-55" fmla="*/ 4180787 w 4180787"/>
                <a:gd name="connsiteY2-56" fmla="*/ 0 h 432613"/>
                <a:gd name="connsiteX3-57" fmla="*/ 4180787 w 4180787"/>
                <a:gd name="connsiteY3-58" fmla="*/ 432613 h 432613"/>
                <a:gd name="connsiteX4-59" fmla="*/ 1740284 w 4180787"/>
                <a:gd name="connsiteY4-60" fmla="*/ 300725 h 432613"/>
                <a:gd name="connsiteX5-61" fmla="*/ 0 w 4180787"/>
                <a:gd name="connsiteY5-62" fmla="*/ 432613 h 432613"/>
                <a:gd name="connsiteX6-63" fmla="*/ 0 w 4180787"/>
                <a:gd name="connsiteY6-64" fmla="*/ 0 h 432613"/>
                <a:gd name="connsiteX0-65" fmla="*/ 0 w 4180787"/>
                <a:gd name="connsiteY0-66" fmla="*/ 4908 h 437521"/>
                <a:gd name="connsiteX1-67" fmla="*/ 1835870 w 4180787"/>
                <a:gd name="connsiteY1-68" fmla="*/ 192126 h 437521"/>
                <a:gd name="connsiteX2-69" fmla="*/ 4180787 w 4180787"/>
                <a:gd name="connsiteY2-70" fmla="*/ 4908 h 437521"/>
                <a:gd name="connsiteX3-71" fmla="*/ 4180787 w 4180787"/>
                <a:gd name="connsiteY3-72" fmla="*/ 437521 h 437521"/>
                <a:gd name="connsiteX4-73" fmla="*/ 1740284 w 4180787"/>
                <a:gd name="connsiteY4-74" fmla="*/ 305633 h 437521"/>
                <a:gd name="connsiteX5-75" fmla="*/ 0 w 4180787"/>
                <a:gd name="connsiteY5-76" fmla="*/ 437521 h 437521"/>
                <a:gd name="connsiteX6-77" fmla="*/ 0 w 4180787"/>
                <a:gd name="connsiteY6-78" fmla="*/ 4908 h 437521"/>
                <a:gd name="connsiteX0-79" fmla="*/ 0 w 4180787"/>
                <a:gd name="connsiteY0-80" fmla="*/ 4908 h 446252"/>
                <a:gd name="connsiteX1-81" fmla="*/ 1835870 w 4180787"/>
                <a:gd name="connsiteY1-82" fmla="*/ 192126 h 446252"/>
                <a:gd name="connsiteX2-83" fmla="*/ 4180787 w 4180787"/>
                <a:gd name="connsiteY2-84" fmla="*/ 4908 h 446252"/>
                <a:gd name="connsiteX3-85" fmla="*/ 4180787 w 4180787"/>
                <a:gd name="connsiteY3-86" fmla="*/ 437521 h 446252"/>
                <a:gd name="connsiteX4-87" fmla="*/ 1740284 w 4180787"/>
                <a:gd name="connsiteY4-88" fmla="*/ 305633 h 446252"/>
                <a:gd name="connsiteX5-89" fmla="*/ 0 w 4180787"/>
                <a:gd name="connsiteY5-90" fmla="*/ 437521 h 446252"/>
                <a:gd name="connsiteX6-91" fmla="*/ 0 w 4180787"/>
                <a:gd name="connsiteY6-92" fmla="*/ 4908 h 446252"/>
                <a:gd name="connsiteX0-93" fmla="*/ 0 w 4180787"/>
                <a:gd name="connsiteY0-94" fmla="*/ 4107 h 445451"/>
                <a:gd name="connsiteX1-95" fmla="*/ 1779968 w 4180787"/>
                <a:gd name="connsiteY1-96" fmla="*/ 241252 h 445451"/>
                <a:gd name="connsiteX2-97" fmla="*/ 4180787 w 4180787"/>
                <a:gd name="connsiteY2-98" fmla="*/ 4107 h 445451"/>
                <a:gd name="connsiteX3-99" fmla="*/ 4180787 w 4180787"/>
                <a:gd name="connsiteY3-100" fmla="*/ 436720 h 445451"/>
                <a:gd name="connsiteX4-101" fmla="*/ 1740284 w 4180787"/>
                <a:gd name="connsiteY4-102" fmla="*/ 304832 h 445451"/>
                <a:gd name="connsiteX5-103" fmla="*/ 0 w 4180787"/>
                <a:gd name="connsiteY5-104" fmla="*/ 436720 h 445451"/>
                <a:gd name="connsiteX6-105" fmla="*/ 0 w 4180787"/>
                <a:gd name="connsiteY6-106" fmla="*/ 4107 h 445451"/>
                <a:gd name="connsiteX0-107" fmla="*/ 0 w 4180787"/>
                <a:gd name="connsiteY0-108" fmla="*/ 4107 h 445451"/>
                <a:gd name="connsiteX1-109" fmla="*/ 1779968 w 4180787"/>
                <a:gd name="connsiteY1-110" fmla="*/ 241252 h 445451"/>
                <a:gd name="connsiteX2-111" fmla="*/ 4180787 w 4180787"/>
                <a:gd name="connsiteY2-112" fmla="*/ 4107 h 445451"/>
                <a:gd name="connsiteX3-113" fmla="*/ 4180787 w 4180787"/>
                <a:gd name="connsiteY3-114" fmla="*/ 436720 h 445451"/>
                <a:gd name="connsiteX4-115" fmla="*/ 1740284 w 4180787"/>
                <a:gd name="connsiteY4-116" fmla="*/ 304832 h 445451"/>
                <a:gd name="connsiteX5-117" fmla="*/ 0 w 4180787"/>
                <a:gd name="connsiteY5-118" fmla="*/ 436720 h 445451"/>
                <a:gd name="connsiteX6-119" fmla="*/ 0 w 4180787"/>
                <a:gd name="connsiteY6-120" fmla="*/ 4107 h 445451"/>
                <a:gd name="connsiteX0-121" fmla="*/ 0 w 4180787"/>
                <a:gd name="connsiteY0-122" fmla="*/ 4107 h 436720"/>
                <a:gd name="connsiteX1-123" fmla="*/ 1779968 w 4180787"/>
                <a:gd name="connsiteY1-124" fmla="*/ 241252 h 436720"/>
                <a:gd name="connsiteX2-125" fmla="*/ 4180787 w 4180787"/>
                <a:gd name="connsiteY2-126" fmla="*/ 4107 h 436720"/>
                <a:gd name="connsiteX3-127" fmla="*/ 4180787 w 4180787"/>
                <a:gd name="connsiteY3-128" fmla="*/ 436720 h 436720"/>
                <a:gd name="connsiteX4-129" fmla="*/ 1740284 w 4180787"/>
                <a:gd name="connsiteY4-130" fmla="*/ 304832 h 436720"/>
                <a:gd name="connsiteX5-131" fmla="*/ 0 w 4180787"/>
                <a:gd name="connsiteY5-132" fmla="*/ 436720 h 436720"/>
                <a:gd name="connsiteX6-133" fmla="*/ 0 w 4180787"/>
                <a:gd name="connsiteY6-134" fmla="*/ 4107 h 436720"/>
                <a:gd name="connsiteX0-135" fmla="*/ 0 w 4180787"/>
                <a:gd name="connsiteY0-136" fmla="*/ 4107 h 436720"/>
                <a:gd name="connsiteX1-137" fmla="*/ 1779968 w 4180787"/>
                <a:gd name="connsiteY1-138" fmla="*/ 241252 h 436720"/>
                <a:gd name="connsiteX2-139" fmla="*/ 4180787 w 4180787"/>
                <a:gd name="connsiteY2-140" fmla="*/ 4107 h 436720"/>
                <a:gd name="connsiteX3-141" fmla="*/ 4180787 w 4180787"/>
                <a:gd name="connsiteY3-142" fmla="*/ 436720 h 436720"/>
                <a:gd name="connsiteX4-143" fmla="*/ 1740284 w 4180787"/>
                <a:gd name="connsiteY4-144" fmla="*/ 304832 h 436720"/>
                <a:gd name="connsiteX5-145" fmla="*/ 0 w 4180787"/>
                <a:gd name="connsiteY5-146" fmla="*/ 436720 h 436720"/>
                <a:gd name="connsiteX6-147" fmla="*/ 0 w 4180787"/>
                <a:gd name="connsiteY6-148" fmla="*/ 4107 h 436720"/>
                <a:gd name="connsiteX0-149" fmla="*/ 0 w 4180787"/>
                <a:gd name="connsiteY0-150" fmla="*/ 0 h 432613"/>
                <a:gd name="connsiteX1-151" fmla="*/ 1779968 w 4180787"/>
                <a:gd name="connsiteY1-152" fmla="*/ 237145 h 432613"/>
                <a:gd name="connsiteX2-153" fmla="*/ 4180787 w 4180787"/>
                <a:gd name="connsiteY2-154" fmla="*/ 0 h 432613"/>
                <a:gd name="connsiteX3-155" fmla="*/ 4180787 w 4180787"/>
                <a:gd name="connsiteY3-156" fmla="*/ 432613 h 432613"/>
                <a:gd name="connsiteX4-157" fmla="*/ 1740284 w 4180787"/>
                <a:gd name="connsiteY4-158" fmla="*/ 300725 h 432613"/>
                <a:gd name="connsiteX5-159" fmla="*/ 0 w 4180787"/>
                <a:gd name="connsiteY5-160" fmla="*/ 432613 h 432613"/>
                <a:gd name="connsiteX6-161" fmla="*/ 0 w 4180787"/>
                <a:gd name="connsiteY6-162" fmla="*/ 0 h 43261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35" y="connsiteY6-36"/>
                </a:cxn>
              </a:cxnLst>
              <a:rect l="l" t="t" r="r" b="b"/>
              <a:pathLst>
                <a:path w="4180787" h="432613">
                  <a:moveTo>
                    <a:pt x="0" y="0"/>
                  </a:moveTo>
                  <a:cubicBezTo>
                    <a:pt x="455759" y="126804"/>
                    <a:pt x="1083170" y="237145"/>
                    <a:pt x="1779968" y="237145"/>
                  </a:cubicBezTo>
                  <a:cubicBezTo>
                    <a:pt x="2476766" y="237145"/>
                    <a:pt x="3713158" y="116136"/>
                    <a:pt x="4180787" y="0"/>
                  </a:cubicBezTo>
                  <a:lnTo>
                    <a:pt x="4180787" y="432613"/>
                  </a:lnTo>
                  <a:cubicBezTo>
                    <a:pt x="3758675" y="303509"/>
                    <a:pt x="2437082" y="300725"/>
                    <a:pt x="1740284" y="300725"/>
                  </a:cubicBezTo>
                  <a:cubicBezTo>
                    <a:pt x="1043486" y="300725"/>
                    <a:pt x="357043" y="386721"/>
                    <a:pt x="0" y="43261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>
              <a:outerShdw blurRad="1905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64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"/>
            <p:cNvSpPr/>
            <p:nvPr/>
          </p:nvSpPr>
          <p:spPr>
            <a:xfrm rot="708470">
              <a:off x="4566803" y="3873002"/>
              <a:ext cx="2276620" cy="306296"/>
            </a:xfrm>
            <a:custGeom>
              <a:avLst/>
              <a:gdLst>
                <a:gd name="connsiteX0" fmla="*/ 0 w 4180787"/>
                <a:gd name="connsiteY0" fmla="*/ 0 h 432613"/>
                <a:gd name="connsiteX1" fmla="*/ 4180787 w 4180787"/>
                <a:gd name="connsiteY1" fmla="*/ 0 h 432613"/>
                <a:gd name="connsiteX2" fmla="*/ 4180787 w 4180787"/>
                <a:gd name="connsiteY2" fmla="*/ 432613 h 432613"/>
                <a:gd name="connsiteX3" fmla="*/ 0 w 4180787"/>
                <a:gd name="connsiteY3" fmla="*/ 432613 h 432613"/>
                <a:gd name="connsiteX4" fmla="*/ 0 w 4180787"/>
                <a:gd name="connsiteY4" fmla="*/ 0 h 432613"/>
                <a:gd name="connsiteX0-1" fmla="*/ 0 w 4180787"/>
                <a:gd name="connsiteY0-2" fmla="*/ 0 h 446239"/>
                <a:gd name="connsiteX1-3" fmla="*/ 4180787 w 4180787"/>
                <a:gd name="connsiteY1-4" fmla="*/ 0 h 446239"/>
                <a:gd name="connsiteX2-5" fmla="*/ 4180787 w 4180787"/>
                <a:gd name="connsiteY2-6" fmla="*/ 432613 h 446239"/>
                <a:gd name="connsiteX3-7" fmla="*/ 1797892 w 4180787"/>
                <a:gd name="connsiteY3-8" fmla="*/ 446239 h 446239"/>
                <a:gd name="connsiteX4-9" fmla="*/ 0 w 4180787"/>
                <a:gd name="connsiteY4-10" fmla="*/ 432613 h 446239"/>
                <a:gd name="connsiteX5" fmla="*/ 0 w 4180787"/>
                <a:gd name="connsiteY5" fmla="*/ 0 h 446239"/>
                <a:gd name="connsiteX0-11" fmla="*/ 0 w 4180787"/>
                <a:gd name="connsiteY0-12" fmla="*/ 3102 h 449341"/>
                <a:gd name="connsiteX1-13" fmla="*/ 1774422 w 4180787"/>
                <a:gd name="connsiteY1-14" fmla="*/ 0 h 449341"/>
                <a:gd name="connsiteX2-15" fmla="*/ 4180787 w 4180787"/>
                <a:gd name="connsiteY2-16" fmla="*/ 3102 h 449341"/>
                <a:gd name="connsiteX3-17" fmla="*/ 4180787 w 4180787"/>
                <a:gd name="connsiteY3-18" fmla="*/ 435715 h 449341"/>
                <a:gd name="connsiteX4-19" fmla="*/ 1797892 w 4180787"/>
                <a:gd name="connsiteY4-20" fmla="*/ 449341 h 449341"/>
                <a:gd name="connsiteX5-21" fmla="*/ 0 w 4180787"/>
                <a:gd name="connsiteY5-22" fmla="*/ 435715 h 449341"/>
                <a:gd name="connsiteX6" fmla="*/ 0 w 4180787"/>
                <a:gd name="connsiteY6" fmla="*/ 3102 h 449341"/>
                <a:gd name="connsiteX0-23" fmla="*/ 0 w 4180787"/>
                <a:gd name="connsiteY0-24" fmla="*/ 0 h 446239"/>
                <a:gd name="connsiteX1-25" fmla="*/ 1791064 w 4180787"/>
                <a:gd name="connsiteY1-26" fmla="*/ 191058 h 446239"/>
                <a:gd name="connsiteX2-27" fmla="*/ 4180787 w 4180787"/>
                <a:gd name="connsiteY2-28" fmla="*/ 0 h 446239"/>
                <a:gd name="connsiteX3-29" fmla="*/ 4180787 w 4180787"/>
                <a:gd name="connsiteY3-30" fmla="*/ 432613 h 446239"/>
                <a:gd name="connsiteX4-31" fmla="*/ 1797892 w 4180787"/>
                <a:gd name="connsiteY4-32" fmla="*/ 446239 h 446239"/>
                <a:gd name="connsiteX5-33" fmla="*/ 0 w 4180787"/>
                <a:gd name="connsiteY5-34" fmla="*/ 432613 h 446239"/>
                <a:gd name="connsiteX6-35" fmla="*/ 0 w 4180787"/>
                <a:gd name="connsiteY6-36" fmla="*/ 0 h 446239"/>
                <a:gd name="connsiteX0-37" fmla="*/ 0 w 4180787"/>
                <a:gd name="connsiteY0-38" fmla="*/ 0 h 432613"/>
                <a:gd name="connsiteX1-39" fmla="*/ 1791064 w 4180787"/>
                <a:gd name="connsiteY1-40" fmla="*/ 191058 h 432613"/>
                <a:gd name="connsiteX2-41" fmla="*/ 4180787 w 4180787"/>
                <a:gd name="connsiteY2-42" fmla="*/ 0 h 432613"/>
                <a:gd name="connsiteX3-43" fmla="*/ 4180787 w 4180787"/>
                <a:gd name="connsiteY3-44" fmla="*/ 432613 h 432613"/>
                <a:gd name="connsiteX4-45" fmla="*/ 1740284 w 4180787"/>
                <a:gd name="connsiteY4-46" fmla="*/ 300725 h 432613"/>
                <a:gd name="connsiteX5-47" fmla="*/ 0 w 4180787"/>
                <a:gd name="connsiteY5-48" fmla="*/ 432613 h 432613"/>
                <a:gd name="connsiteX6-49" fmla="*/ 0 w 4180787"/>
                <a:gd name="connsiteY6-50" fmla="*/ 0 h 432613"/>
                <a:gd name="connsiteX0-51" fmla="*/ 0 w 4180787"/>
                <a:gd name="connsiteY0-52" fmla="*/ 0 h 432613"/>
                <a:gd name="connsiteX1-53" fmla="*/ 1835870 w 4180787"/>
                <a:gd name="connsiteY1-54" fmla="*/ 187218 h 432613"/>
                <a:gd name="connsiteX2-55" fmla="*/ 4180787 w 4180787"/>
                <a:gd name="connsiteY2-56" fmla="*/ 0 h 432613"/>
                <a:gd name="connsiteX3-57" fmla="*/ 4180787 w 4180787"/>
                <a:gd name="connsiteY3-58" fmla="*/ 432613 h 432613"/>
                <a:gd name="connsiteX4-59" fmla="*/ 1740284 w 4180787"/>
                <a:gd name="connsiteY4-60" fmla="*/ 300725 h 432613"/>
                <a:gd name="connsiteX5-61" fmla="*/ 0 w 4180787"/>
                <a:gd name="connsiteY5-62" fmla="*/ 432613 h 432613"/>
                <a:gd name="connsiteX6-63" fmla="*/ 0 w 4180787"/>
                <a:gd name="connsiteY6-64" fmla="*/ 0 h 432613"/>
                <a:gd name="connsiteX0-65" fmla="*/ 0 w 4180787"/>
                <a:gd name="connsiteY0-66" fmla="*/ 4908 h 437521"/>
                <a:gd name="connsiteX1-67" fmla="*/ 1835870 w 4180787"/>
                <a:gd name="connsiteY1-68" fmla="*/ 192126 h 437521"/>
                <a:gd name="connsiteX2-69" fmla="*/ 4180787 w 4180787"/>
                <a:gd name="connsiteY2-70" fmla="*/ 4908 h 437521"/>
                <a:gd name="connsiteX3-71" fmla="*/ 4180787 w 4180787"/>
                <a:gd name="connsiteY3-72" fmla="*/ 437521 h 437521"/>
                <a:gd name="connsiteX4-73" fmla="*/ 1740284 w 4180787"/>
                <a:gd name="connsiteY4-74" fmla="*/ 305633 h 437521"/>
                <a:gd name="connsiteX5-75" fmla="*/ 0 w 4180787"/>
                <a:gd name="connsiteY5-76" fmla="*/ 437521 h 437521"/>
                <a:gd name="connsiteX6-77" fmla="*/ 0 w 4180787"/>
                <a:gd name="connsiteY6-78" fmla="*/ 4908 h 437521"/>
                <a:gd name="connsiteX0-79" fmla="*/ 0 w 4180787"/>
                <a:gd name="connsiteY0-80" fmla="*/ 4908 h 446252"/>
                <a:gd name="connsiteX1-81" fmla="*/ 1835870 w 4180787"/>
                <a:gd name="connsiteY1-82" fmla="*/ 192126 h 446252"/>
                <a:gd name="connsiteX2-83" fmla="*/ 4180787 w 4180787"/>
                <a:gd name="connsiteY2-84" fmla="*/ 4908 h 446252"/>
                <a:gd name="connsiteX3-85" fmla="*/ 4180787 w 4180787"/>
                <a:gd name="connsiteY3-86" fmla="*/ 437521 h 446252"/>
                <a:gd name="connsiteX4-87" fmla="*/ 1740284 w 4180787"/>
                <a:gd name="connsiteY4-88" fmla="*/ 305633 h 446252"/>
                <a:gd name="connsiteX5-89" fmla="*/ 0 w 4180787"/>
                <a:gd name="connsiteY5-90" fmla="*/ 437521 h 446252"/>
                <a:gd name="connsiteX6-91" fmla="*/ 0 w 4180787"/>
                <a:gd name="connsiteY6-92" fmla="*/ 4908 h 446252"/>
                <a:gd name="connsiteX0-93" fmla="*/ 0 w 4180787"/>
                <a:gd name="connsiteY0-94" fmla="*/ 4107 h 445451"/>
                <a:gd name="connsiteX1-95" fmla="*/ 1779968 w 4180787"/>
                <a:gd name="connsiteY1-96" fmla="*/ 241252 h 445451"/>
                <a:gd name="connsiteX2-97" fmla="*/ 4180787 w 4180787"/>
                <a:gd name="connsiteY2-98" fmla="*/ 4107 h 445451"/>
                <a:gd name="connsiteX3-99" fmla="*/ 4180787 w 4180787"/>
                <a:gd name="connsiteY3-100" fmla="*/ 436720 h 445451"/>
                <a:gd name="connsiteX4-101" fmla="*/ 1740284 w 4180787"/>
                <a:gd name="connsiteY4-102" fmla="*/ 304832 h 445451"/>
                <a:gd name="connsiteX5-103" fmla="*/ 0 w 4180787"/>
                <a:gd name="connsiteY5-104" fmla="*/ 436720 h 445451"/>
                <a:gd name="connsiteX6-105" fmla="*/ 0 w 4180787"/>
                <a:gd name="connsiteY6-106" fmla="*/ 4107 h 445451"/>
                <a:gd name="connsiteX0-107" fmla="*/ 0 w 4180787"/>
                <a:gd name="connsiteY0-108" fmla="*/ 4107 h 445451"/>
                <a:gd name="connsiteX1-109" fmla="*/ 1779968 w 4180787"/>
                <a:gd name="connsiteY1-110" fmla="*/ 241252 h 445451"/>
                <a:gd name="connsiteX2-111" fmla="*/ 4180787 w 4180787"/>
                <a:gd name="connsiteY2-112" fmla="*/ 4107 h 445451"/>
                <a:gd name="connsiteX3-113" fmla="*/ 4180787 w 4180787"/>
                <a:gd name="connsiteY3-114" fmla="*/ 436720 h 445451"/>
                <a:gd name="connsiteX4-115" fmla="*/ 1740284 w 4180787"/>
                <a:gd name="connsiteY4-116" fmla="*/ 304832 h 445451"/>
                <a:gd name="connsiteX5-117" fmla="*/ 0 w 4180787"/>
                <a:gd name="connsiteY5-118" fmla="*/ 436720 h 445451"/>
                <a:gd name="connsiteX6-119" fmla="*/ 0 w 4180787"/>
                <a:gd name="connsiteY6-120" fmla="*/ 4107 h 445451"/>
                <a:gd name="connsiteX0-121" fmla="*/ 0 w 4180787"/>
                <a:gd name="connsiteY0-122" fmla="*/ 4107 h 436720"/>
                <a:gd name="connsiteX1-123" fmla="*/ 1779968 w 4180787"/>
                <a:gd name="connsiteY1-124" fmla="*/ 241252 h 436720"/>
                <a:gd name="connsiteX2-125" fmla="*/ 4180787 w 4180787"/>
                <a:gd name="connsiteY2-126" fmla="*/ 4107 h 436720"/>
                <a:gd name="connsiteX3-127" fmla="*/ 4180787 w 4180787"/>
                <a:gd name="connsiteY3-128" fmla="*/ 436720 h 436720"/>
                <a:gd name="connsiteX4-129" fmla="*/ 1740284 w 4180787"/>
                <a:gd name="connsiteY4-130" fmla="*/ 304832 h 436720"/>
                <a:gd name="connsiteX5-131" fmla="*/ 0 w 4180787"/>
                <a:gd name="connsiteY5-132" fmla="*/ 436720 h 436720"/>
                <a:gd name="connsiteX6-133" fmla="*/ 0 w 4180787"/>
                <a:gd name="connsiteY6-134" fmla="*/ 4107 h 436720"/>
                <a:gd name="connsiteX0-135" fmla="*/ 0 w 4180787"/>
                <a:gd name="connsiteY0-136" fmla="*/ 4107 h 436720"/>
                <a:gd name="connsiteX1-137" fmla="*/ 1779968 w 4180787"/>
                <a:gd name="connsiteY1-138" fmla="*/ 241252 h 436720"/>
                <a:gd name="connsiteX2-139" fmla="*/ 4180787 w 4180787"/>
                <a:gd name="connsiteY2-140" fmla="*/ 4107 h 436720"/>
                <a:gd name="connsiteX3-141" fmla="*/ 4180787 w 4180787"/>
                <a:gd name="connsiteY3-142" fmla="*/ 436720 h 436720"/>
                <a:gd name="connsiteX4-143" fmla="*/ 1740284 w 4180787"/>
                <a:gd name="connsiteY4-144" fmla="*/ 304832 h 436720"/>
                <a:gd name="connsiteX5-145" fmla="*/ 0 w 4180787"/>
                <a:gd name="connsiteY5-146" fmla="*/ 436720 h 436720"/>
                <a:gd name="connsiteX6-147" fmla="*/ 0 w 4180787"/>
                <a:gd name="connsiteY6-148" fmla="*/ 4107 h 436720"/>
                <a:gd name="connsiteX0-149" fmla="*/ 0 w 4180787"/>
                <a:gd name="connsiteY0-150" fmla="*/ 0 h 432613"/>
                <a:gd name="connsiteX1-151" fmla="*/ 1779968 w 4180787"/>
                <a:gd name="connsiteY1-152" fmla="*/ 237145 h 432613"/>
                <a:gd name="connsiteX2-153" fmla="*/ 4180787 w 4180787"/>
                <a:gd name="connsiteY2-154" fmla="*/ 0 h 432613"/>
                <a:gd name="connsiteX3-155" fmla="*/ 4180787 w 4180787"/>
                <a:gd name="connsiteY3-156" fmla="*/ 432613 h 432613"/>
                <a:gd name="connsiteX4-157" fmla="*/ 1740284 w 4180787"/>
                <a:gd name="connsiteY4-158" fmla="*/ 300725 h 432613"/>
                <a:gd name="connsiteX5-159" fmla="*/ 0 w 4180787"/>
                <a:gd name="connsiteY5-160" fmla="*/ 432613 h 432613"/>
                <a:gd name="connsiteX6-161" fmla="*/ 0 w 4180787"/>
                <a:gd name="connsiteY6-162" fmla="*/ 0 h 43261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35" y="connsiteY6-36"/>
                </a:cxn>
              </a:cxnLst>
              <a:rect l="l" t="t" r="r" b="b"/>
              <a:pathLst>
                <a:path w="4180787" h="432613">
                  <a:moveTo>
                    <a:pt x="0" y="0"/>
                  </a:moveTo>
                  <a:cubicBezTo>
                    <a:pt x="455759" y="126804"/>
                    <a:pt x="1083170" y="237145"/>
                    <a:pt x="1779968" y="237145"/>
                  </a:cubicBezTo>
                  <a:cubicBezTo>
                    <a:pt x="2476766" y="237145"/>
                    <a:pt x="3713158" y="116136"/>
                    <a:pt x="4180787" y="0"/>
                  </a:cubicBezTo>
                  <a:lnTo>
                    <a:pt x="4180787" y="432613"/>
                  </a:lnTo>
                  <a:cubicBezTo>
                    <a:pt x="3758675" y="303509"/>
                    <a:pt x="2437082" y="300725"/>
                    <a:pt x="1740284" y="300725"/>
                  </a:cubicBezTo>
                  <a:cubicBezTo>
                    <a:pt x="1043486" y="300725"/>
                    <a:pt x="357043" y="386721"/>
                    <a:pt x="0" y="43261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>
              <a:outerShdw blurRad="1905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64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8" name="矩形 1"/>
            <p:cNvSpPr/>
            <p:nvPr/>
          </p:nvSpPr>
          <p:spPr>
            <a:xfrm rot="293950">
              <a:off x="4640057" y="2296303"/>
              <a:ext cx="3033175" cy="313863"/>
            </a:xfrm>
            <a:custGeom>
              <a:avLst/>
              <a:gdLst>
                <a:gd name="connsiteX0" fmla="*/ 0 w 4180787"/>
                <a:gd name="connsiteY0" fmla="*/ 0 h 432613"/>
                <a:gd name="connsiteX1" fmla="*/ 4180787 w 4180787"/>
                <a:gd name="connsiteY1" fmla="*/ 0 h 432613"/>
                <a:gd name="connsiteX2" fmla="*/ 4180787 w 4180787"/>
                <a:gd name="connsiteY2" fmla="*/ 432613 h 432613"/>
                <a:gd name="connsiteX3" fmla="*/ 0 w 4180787"/>
                <a:gd name="connsiteY3" fmla="*/ 432613 h 432613"/>
                <a:gd name="connsiteX4" fmla="*/ 0 w 4180787"/>
                <a:gd name="connsiteY4" fmla="*/ 0 h 432613"/>
                <a:gd name="connsiteX0-1" fmla="*/ 0 w 4180787"/>
                <a:gd name="connsiteY0-2" fmla="*/ 0 h 446239"/>
                <a:gd name="connsiteX1-3" fmla="*/ 4180787 w 4180787"/>
                <a:gd name="connsiteY1-4" fmla="*/ 0 h 446239"/>
                <a:gd name="connsiteX2-5" fmla="*/ 4180787 w 4180787"/>
                <a:gd name="connsiteY2-6" fmla="*/ 432613 h 446239"/>
                <a:gd name="connsiteX3-7" fmla="*/ 1797892 w 4180787"/>
                <a:gd name="connsiteY3-8" fmla="*/ 446239 h 446239"/>
                <a:gd name="connsiteX4-9" fmla="*/ 0 w 4180787"/>
                <a:gd name="connsiteY4-10" fmla="*/ 432613 h 446239"/>
                <a:gd name="connsiteX5" fmla="*/ 0 w 4180787"/>
                <a:gd name="connsiteY5" fmla="*/ 0 h 446239"/>
                <a:gd name="connsiteX0-11" fmla="*/ 0 w 4180787"/>
                <a:gd name="connsiteY0-12" fmla="*/ 3102 h 449341"/>
                <a:gd name="connsiteX1-13" fmla="*/ 1774422 w 4180787"/>
                <a:gd name="connsiteY1-14" fmla="*/ 0 h 449341"/>
                <a:gd name="connsiteX2-15" fmla="*/ 4180787 w 4180787"/>
                <a:gd name="connsiteY2-16" fmla="*/ 3102 h 449341"/>
                <a:gd name="connsiteX3-17" fmla="*/ 4180787 w 4180787"/>
                <a:gd name="connsiteY3-18" fmla="*/ 435715 h 449341"/>
                <a:gd name="connsiteX4-19" fmla="*/ 1797892 w 4180787"/>
                <a:gd name="connsiteY4-20" fmla="*/ 449341 h 449341"/>
                <a:gd name="connsiteX5-21" fmla="*/ 0 w 4180787"/>
                <a:gd name="connsiteY5-22" fmla="*/ 435715 h 449341"/>
                <a:gd name="connsiteX6" fmla="*/ 0 w 4180787"/>
                <a:gd name="connsiteY6" fmla="*/ 3102 h 449341"/>
                <a:gd name="connsiteX0-23" fmla="*/ 0 w 4180787"/>
                <a:gd name="connsiteY0-24" fmla="*/ 0 h 446239"/>
                <a:gd name="connsiteX1-25" fmla="*/ 1791064 w 4180787"/>
                <a:gd name="connsiteY1-26" fmla="*/ 191058 h 446239"/>
                <a:gd name="connsiteX2-27" fmla="*/ 4180787 w 4180787"/>
                <a:gd name="connsiteY2-28" fmla="*/ 0 h 446239"/>
                <a:gd name="connsiteX3-29" fmla="*/ 4180787 w 4180787"/>
                <a:gd name="connsiteY3-30" fmla="*/ 432613 h 446239"/>
                <a:gd name="connsiteX4-31" fmla="*/ 1797892 w 4180787"/>
                <a:gd name="connsiteY4-32" fmla="*/ 446239 h 446239"/>
                <a:gd name="connsiteX5-33" fmla="*/ 0 w 4180787"/>
                <a:gd name="connsiteY5-34" fmla="*/ 432613 h 446239"/>
                <a:gd name="connsiteX6-35" fmla="*/ 0 w 4180787"/>
                <a:gd name="connsiteY6-36" fmla="*/ 0 h 446239"/>
                <a:gd name="connsiteX0-37" fmla="*/ 0 w 4180787"/>
                <a:gd name="connsiteY0-38" fmla="*/ 0 h 432613"/>
                <a:gd name="connsiteX1-39" fmla="*/ 1791064 w 4180787"/>
                <a:gd name="connsiteY1-40" fmla="*/ 191058 h 432613"/>
                <a:gd name="connsiteX2-41" fmla="*/ 4180787 w 4180787"/>
                <a:gd name="connsiteY2-42" fmla="*/ 0 h 432613"/>
                <a:gd name="connsiteX3-43" fmla="*/ 4180787 w 4180787"/>
                <a:gd name="connsiteY3-44" fmla="*/ 432613 h 432613"/>
                <a:gd name="connsiteX4-45" fmla="*/ 1740284 w 4180787"/>
                <a:gd name="connsiteY4-46" fmla="*/ 300725 h 432613"/>
                <a:gd name="connsiteX5-47" fmla="*/ 0 w 4180787"/>
                <a:gd name="connsiteY5-48" fmla="*/ 432613 h 432613"/>
                <a:gd name="connsiteX6-49" fmla="*/ 0 w 4180787"/>
                <a:gd name="connsiteY6-50" fmla="*/ 0 h 432613"/>
                <a:gd name="connsiteX0-51" fmla="*/ 0 w 4180787"/>
                <a:gd name="connsiteY0-52" fmla="*/ 0 h 432613"/>
                <a:gd name="connsiteX1-53" fmla="*/ 1835870 w 4180787"/>
                <a:gd name="connsiteY1-54" fmla="*/ 187218 h 432613"/>
                <a:gd name="connsiteX2-55" fmla="*/ 4180787 w 4180787"/>
                <a:gd name="connsiteY2-56" fmla="*/ 0 h 432613"/>
                <a:gd name="connsiteX3-57" fmla="*/ 4180787 w 4180787"/>
                <a:gd name="connsiteY3-58" fmla="*/ 432613 h 432613"/>
                <a:gd name="connsiteX4-59" fmla="*/ 1740284 w 4180787"/>
                <a:gd name="connsiteY4-60" fmla="*/ 300725 h 432613"/>
                <a:gd name="connsiteX5-61" fmla="*/ 0 w 4180787"/>
                <a:gd name="connsiteY5-62" fmla="*/ 432613 h 432613"/>
                <a:gd name="connsiteX6-63" fmla="*/ 0 w 4180787"/>
                <a:gd name="connsiteY6-64" fmla="*/ 0 h 432613"/>
                <a:gd name="connsiteX0-65" fmla="*/ 0 w 4180787"/>
                <a:gd name="connsiteY0-66" fmla="*/ 4908 h 437521"/>
                <a:gd name="connsiteX1-67" fmla="*/ 1835870 w 4180787"/>
                <a:gd name="connsiteY1-68" fmla="*/ 192126 h 437521"/>
                <a:gd name="connsiteX2-69" fmla="*/ 4180787 w 4180787"/>
                <a:gd name="connsiteY2-70" fmla="*/ 4908 h 437521"/>
                <a:gd name="connsiteX3-71" fmla="*/ 4180787 w 4180787"/>
                <a:gd name="connsiteY3-72" fmla="*/ 437521 h 437521"/>
                <a:gd name="connsiteX4-73" fmla="*/ 1740284 w 4180787"/>
                <a:gd name="connsiteY4-74" fmla="*/ 305633 h 437521"/>
                <a:gd name="connsiteX5-75" fmla="*/ 0 w 4180787"/>
                <a:gd name="connsiteY5-76" fmla="*/ 437521 h 437521"/>
                <a:gd name="connsiteX6-77" fmla="*/ 0 w 4180787"/>
                <a:gd name="connsiteY6-78" fmla="*/ 4908 h 437521"/>
                <a:gd name="connsiteX0-79" fmla="*/ 0 w 4180787"/>
                <a:gd name="connsiteY0-80" fmla="*/ 4908 h 446252"/>
                <a:gd name="connsiteX1-81" fmla="*/ 1835870 w 4180787"/>
                <a:gd name="connsiteY1-82" fmla="*/ 192126 h 446252"/>
                <a:gd name="connsiteX2-83" fmla="*/ 4180787 w 4180787"/>
                <a:gd name="connsiteY2-84" fmla="*/ 4908 h 446252"/>
                <a:gd name="connsiteX3-85" fmla="*/ 4180787 w 4180787"/>
                <a:gd name="connsiteY3-86" fmla="*/ 437521 h 446252"/>
                <a:gd name="connsiteX4-87" fmla="*/ 1740284 w 4180787"/>
                <a:gd name="connsiteY4-88" fmla="*/ 305633 h 446252"/>
                <a:gd name="connsiteX5-89" fmla="*/ 0 w 4180787"/>
                <a:gd name="connsiteY5-90" fmla="*/ 437521 h 446252"/>
                <a:gd name="connsiteX6-91" fmla="*/ 0 w 4180787"/>
                <a:gd name="connsiteY6-92" fmla="*/ 4908 h 446252"/>
                <a:gd name="connsiteX0-93" fmla="*/ 0 w 4180787"/>
                <a:gd name="connsiteY0-94" fmla="*/ 4107 h 445451"/>
                <a:gd name="connsiteX1-95" fmla="*/ 1779968 w 4180787"/>
                <a:gd name="connsiteY1-96" fmla="*/ 241252 h 445451"/>
                <a:gd name="connsiteX2-97" fmla="*/ 4180787 w 4180787"/>
                <a:gd name="connsiteY2-98" fmla="*/ 4107 h 445451"/>
                <a:gd name="connsiteX3-99" fmla="*/ 4180787 w 4180787"/>
                <a:gd name="connsiteY3-100" fmla="*/ 436720 h 445451"/>
                <a:gd name="connsiteX4-101" fmla="*/ 1740284 w 4180787"/>
                <a:gd name="connsiteY4-102" fmla="*/ 304832 h 445451"/>
                <a:gd name="connsiteX5-103" fmla="*/ 0 w 4180787"/>
                <a:gd name="connsiteY5-104" fmla="*/ 436720 h 445451"/>
                <a:gd name="connsiteX6-105" fmla="*/ 0 w 4180787"/>
                <a:gd name="connsiteY6-106" fmla="*/ 4107 h 445451"/>
                <a:gd name="connsiteX0-107" fmla="*/ 0 w 4180787"/>
                <a:gd name="connsiteY0-108" fmla="*/ 4107 h 445451"/>
                <a:gd name="connsiteX1-109" fmla="*/ 1779968 w 4180787"/>
                <a:gd name="connsiteY1-110" fmla="*/ 241252 h 445451"/>
                <a:gd name="connsiteX2-111" fmla="*/ 4180787 w 4180787"/>
                <a:gd name="connsiteY2-112" fmla="*/ 4107 h 445451"/>
                <a:gd name="connsiteX3-113" fmla="*/ 4180787 w 4180787"/>
                <a:gd name="connsiteY3-114" fmla="*/ 436720 h 445451"/>
                <a:gd name="connsiteX4-115" fmla="*/ 1740284 w 4180787"/>
                <a:gd name="connsiteY4-116" fmla="*/ 304832 h 445451"/>
                <a:gd name="connsiteX5-117" fmla="*/ 0 w 4180787"/>
                <a:gd name="connsiteY5-118" fmla="*/ 436720 h 445451"/>
                <a:gd name="connsiteX6-119" fmla="*/ 0 w 4180787"/>
                <a:gd name="connsiteY6-120" fmla="*/ 4107 h 445451"/>
                <a:gd name="connsiteX0-121" fmla="*/ 0 w 4180787"/>
                <a:gd name="connsiteY0-122" fmla="*/ 4107 h 436720"/>
                <a:gd name="connsiteX1-123" fmla="*/ 1779968 w 4180787"/>
                <a:gd name="connsiteY1-124" fmla="*/ 241252 h 436720"/>
                <a:gd name="connsiteX2-125" fmla="*/ 4180787 w 4180787"/>
                <a:gd name="connsiteY2-126" fmla="*/ 4107 h 436720"/>
                <a:gd name="connsiteX3-127" fmla="*/ 4180787 w 4180787"/>
                <a:gd name="connsiteY3-128" fmla="*/ 436720 h 436720"/>
                <a:gd name="connsiteX4-129" fmla="*/ 1740284 w 4180787"/>
                <a:gd name="connsiteY4-130" fmla="*/ 304832 h 436720"/>
                <a:gd name="connsiteX5-131" fmla="*/ 0 w 4180787"/>
                <a:gd name="connsiteY5-132" fmla="*/ 436720 h 436720"/>
                <a:gd name="connsiteX6-133" fmla="*/ 0 w 4180787"/>
                <a:gd name="connsiteY6-134" fmla="*/ 4107 h 436720"/>
                <a:gd name="connsiteX0-135" fmla="*/ 0 w 4180787"/>
                <a:gd name="connsiteY0-136" fmla="*/ 4107 h 436720"/>
                <a:gd name="connsiteX1-137" fmla="*/ 1779968 w 4180787"/>
                <a:gd name="connsiteY1-138" fmla="*/ 241252 h 436720"/>
                <a:gd name="connsiteX2-139" fmla="*/ 4180787 w 4180787"/>
                <a:gd name="connsiteY2-140" fmla="*/ 4107 h 436720"/>
                <a:gd name="connsiteX3-141" fmla="*/ 4180787 w 4180787"/>
                <a:gd name="connsiteY3-142" fmla="*/ 436720 h 436720"/>
                <a:gd name="connsiteX4-143" fmla="*/ 1740284 w 4180787"/>
                <a:gd name="connsiteY4-144" fmla="*/ 304832 h 436720"/>
                <a:gd name="connsiteX5-145" fmla="*/ 0 w 4180787"/>
                <a:gd name="connsiteY5-146" fmla="*/ 436720 h 436720"/>
                <a:gd name="connsiteX6-147" fmla="*/ 0 w 4180787"/>
                <a:gd name="connsiteY6-148" fmla="*/ 4107 h 436720"/>
                <a:gd name="connsiteX0-149" fmla="*/ 0 w 4180787"/>
                <a:gd name="connsiteY0-150" fmla="*/ 0 h 432613"/>
                <a:gd name="connsiteX1-151" fmla="*/ 1779968 w 4180787"/>
                <a:gd name="connsiteY1-152" fmla="*/ 237145 h 432613"/>
                <a:gd name="connsiteX2-153" fmla="*/ 4180787 w 4180787"/>
                <a:gd name="connsiteY2-154" fmla="*/ 0 h 432613"/>
                <a:gd name="connsiteX3-155" fmla="*/ 4180787 w 4180787"/>
                <a:gd name="connsiteY3-156" fmla="*/ 432613 h 432613"/>
                <a:gd name="connsiteX4-157" fmla="*/ 1740284 w 4180787"/>
                <a:gd name="connsiteY4-158" fmla="*/ 300725 h 432613"/>
                <a:gd name="connsiteX5-159" fmla="*/ 0 w 4180787"/>
                <a:gd name="connsiteY5-160" fmla="*/ 432613 h 432613"/>
                <a:gd name="connsiteX6-161" fmla="*/ 0 w 4180787"/>
                <a:gd name="connsiteY6-162" fmla="*/ 0 h 43261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35" y="connsiteY6-36"/>
                </a:cxn>
              </a:cxnLst>
              <a:rect l="l" t="t" r="r" b="b"/>
              <a:pathLst>
                <a:path w="4180787" h="432613">
                  <a:moveTo>
                    <a:pt x="0" y="0"/>
                  </a:moveTo>
                  <a:cubicBezTo>
                    <a:pt x="455759" y="126804"/>
                    <a:pt x="1083170" y="237145"/>
                    <a:pt x="1779968" y="237145"/>
                  </a:cubicBezTo>
                  <a:cubicBezTo>
                    <a:pt x="2476766" y="237145"/>
                    <a:pt x="3713158" y="116136"/>
                    <a:pt x="4180787" y="0"/>
                  </a:cubicBezTo>
                  <a:lnTo>
                    <a:pt x="4180787" y="432613"/>
                  </a:lnTo>
                  <a:cubicBezTo>
                    <a:pt x="3758675" y="303509"/>
                    <a:pt x="2437082" y="300725"/>
                    <a:pt x="1740284" y="300725"/>
                  </a:cubicBezTo>
                  <a:cubicBezTo>
                    <a:pt x="1043486" y="300725"/>
                    <a:pt x="357043" y="386721"/>
                    <a:pt x="0" y="43261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>
              <a:outerShdw blurRad="1905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64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"/>
            <p:cNvSpPr/>
            <p:nvPr/>
          </p:nvSpPr>
          <p:spPr>
            <a:xfrm rot="20453418">
              <a:off x="3996229" y="3087308"/>
              <a:ext cx="3639468" cy="400508"/>
            </a:xfrm>
            <a:custGeom>
              <a:avLst/>
              <a:gdLst>
                <a:gd name="connsiteX0" fmla="*/ 0 w 4180787"/>
                <a:gd name="connsiteY0" fmla="*/ 0 h 432613"/>
                <a:gd name="connsiteX1" fmla="*/ 4180787 w 4180787"/>
                <a:gd name="connsiteY1" fmla="*/ 0 h 432613"/>
                <a:gd name="connsiteX2" fmla="*/ 4180787 w 4180787"/>
                <a:gd name="connsiteY2" fmla="*/ 432613 h 432613"/>
                <a:gd name="connsiteX3" fmla="*/ 0 w 4180787"/>
                <a:gd name="connsiteY3" fmla="*/ 432613 h 432613"/>
                <a:gd name="connsiteX4" fmla="*/ 0 w 4180787"/>
                <a:gd name="connsiteY4" fmla="*/ 0 h 432613"/>
                <a:gd name="connsiteX0-1" fmla="*/ 0 w 4180787"/>
                <a:gd name="connsiteY0-2" fmla="*/ 0 h 446239"/>
                <a:gd name="connsiteX1-3" fmla="*/ 4180787 w 4180787"/>
                <a:gd name="connsiteY1-4" fmla="*/ 0 h 446239"/>
                <a:gd name="connsiteX2-5" fmla="*/ 4180787 w 4180787"/>
                <a:gd name="connsiteY2-6" fmla="*/ 432613 h 446239"/>
                <a:gd name="connsiteX3-7" fmla="*/ 1797892 w 4180787"/>
                <a:gd name="connsiteY3-8" fmla="*/ 446239 h 446239"/>
                <a:gd name="connsiteX4-9" fmla="*/ 0 w 4180787"/>
                <a:gd name="connsiteY4-10" fmla="*/ 432613 h 446239"/>
                <a:gd name="connsiteX5" fmla="*/ 0 w 4180787"/>
                <a:gd name="connsiteY5" fmla="*/ 0 h 446239"/>
                <a:gd name="connsiteX0-11" fmla="*/ 0 w 4180787"/>
                <a:gd name="connsiteY0-12" fmla="*/ 3102 h 449341"/>
                <a:gd name="connsiteX1-13" fmla="*/ 1774422 w 4180787"/>
                <a:gd name="connsiteY1-14" fmla="*/ 0 h 449341"/>
                <a:gd name="connsiteX2-15" fmla="*/ 4180787 w 4180787"/>
                <a:gd name="connsiteY2-16" fmla="*/ 3102 h 449341"/>
                <a:gd name="connsiteX3-17" fmla="*/ 4180787 w 4180787"/>
                <a:gd name="connsiteY3-18" fmla="*/ 435715 h 449341"/>
                <a:gd name="connsiteX4-19" fmla="*/ 1797892 w 4180787"/>
                <a:gd name="connsiteY4-20" fmla="*/ 449341 h 449341"/>
                <a:gd name="connsiteX5-21" fmla="*/ 0 w 4180787"/>
                <a:gd name="connsiteY5-22" fmla="*/ 435715 h 449341"/>
                <a:gd name="connsiteX6" fmla="*/ 0 w 4180787"/>
                <a:gd name="connsiteY6" fmla="*/ 3102 h 449341"/>
                <a:gd name="connsiteX0-23" fmla="*/ 0 w 4180787"/>
                <a:gd name="connsiteY0-24" fmla="*/ 0 h 446239"/>
                <a:gd name="connsiteX1-25" fmla="*/ 1791064 w 4180787"/>
                <a:gd name="connsiteY1-26" fmla="*/ 191058 h 446239"/>
                <a:gd name="connsiteX2-27" fmla="*/ 4180787 w 4180787"/>
                <a:gd name="connsiteY2-28" fmla="*/ 0 h 446239"/>
                <a:gd name="connsiteX3-29" fmla="*/ 4180787 w 4180787"/>
                <a:gd name="connsiteY3-30" fmla="*/ 432613 h 446239"/>
                <a:gd name="connsiteX4-31" fmla="*/ 1797892 w 4180787"/>
                <a:gd name="connsiteY4-32" fmla="*/ 446239 h 446239"/>
                <a:gd name="connsiteX5-33" fmla="*/ 0 w 4180787"/>
                <a:gd name="connsiteY5-34" fmla="*/ 432613 h 446239"/>
                <a:gd name="connsiteX6-35" fmla="*/ 0 w 4180787"/>
                <a:gd name="connsiteY6-36" fmla="*/ 0 h 446239"/>
                <a:gd name="connsiteX0-37" fmla="*/ 0 w 4180787"/>
                <a:gd name="connsiteY0-38" fmla="*/ 0 h 432613"/>
                <a:gd name="connsiteX1-39" fmla="*/ 1791064 w 4180787"/>
                <a:gd name="connsiteY1-40" fmla="*/ 191058 h 432613"/>
                <a:gd name="connsiteX2-41" fmla="*/ 4180787 w 4180787"/>
                <a:gd name="connsiteY2-42" fmla="*/ 0 h 432613"/>
                <a:gd name="connsiteX3-43" fmla="*/ 4180787 w 4180787"/>
                <a:gd name="connsiteY3-44" fmla="*/ 432613 h 432613"/>
                <a:gd name="connsiteX4-45" fmla="*/ 1740284 w 4180787"/>
                <a:gd name="connsiteY4-46" fmla="*/ 300725 h 432613"/>
                <a:gd name="connsiteX5-47" fmla="*/ 0 w 4180787"/>
                <a:gd name="connsiteY5-48" fmla="*/ 432613 h 432613"/>
                <a:gd name="connsiteX6-49" fmla="*/ 0 w 4180787"/>
                <a:gd name="connsiteY6-50" fmla="*/ 0 h 432613"/>
                <a:gd name="connsiteX0-51" fmla="*/ 0 w 4180787"/>
                <a:gd name="connsiteY0-52" fmla="*/ 0 h 432613"/>
                <a:gd name="connsiteX1-53" fmla="*/ 1835870 w 4180787"/>
                <a:gd name="connsiteY1-54" fmla="*/ 187218 h 432613"/>
                <a:gd name="connsiteX2-55" fmla="*/ 4180787 w 4180787"/>
                <a:gd name="connsiteY2-56" fmla="*/ 0 h 432613"/>
                <a:gd name="connsiteX3-57" fmla="*/ 4180787 w 4180787"/>
                <a:gd name="connsiteY3-58" fmla="*/ 432613 h 432613"/>
                <a:gd name="connsiteX4-59" fmla="*/ 1740284 w 4180787"/>
                <a:gd name="connsiteY4-60" fmla="*/ 300725 h 432613"/>
                <a:gd name="connsiteX5-61" fmla="*/ 0 w 4180787"/>
                <a:gd name="connsiteY5-62" fmla="*/ 432613 h 432613"/>
                <a:gd name="connsiteX6-63" fmla="*/ 0 w 4180787"/>
                <a:gd name="connsiteY6-64" fmla="*/ 0 h 432613"/>
                <a:gd name="connsiteX0-65" fmla="*/ 0 w 4180787"/>
                <a:gd name="connsiteY0-66" fmla="*/ 4908 h 437521"/>
                <a:gd name="connsiteX1-67" fmla="*/ 1835870 w 4180787"/>
                <a:gd name="connsiteY1-68" fmla="*/ 192126 h 437521"/>
                <a:gd name="connsiteX2-69" fmla="*/ 4180787 w 4180787"/>
                <a:gd name="connsiteY2-70" fmla="*/ 4908 h 437521"/>
                <a:gd name="connsiteX3-71" fmla="*/ 4180787 w 4180787"/>
                <a:gd name="connsiteY3-72" fmla="*/ 437521 h 437521"/>
                <a:gd name="connsiteX4-73" fmla="*/ 1740284 w 4180787"/>
                <a:gd name="connsiteY4-74" fmla="*/ 305633 h 437521"/>
                <a:gd name="connsiteX5-75" fmla="*/ 0 w 4180787"/>
                <a:gd name="connsiteY5-76" fmla="*/ 437521 h 437521"/>
                <a:gd name="connsiteX6-77" fmla="*/ 0 w 4180787"/>
                <a:gd name="connsiteY6-78" fmla="*/ 4908 h 437521"/>
                <a:gd name="connsiteX0-79" fmla="*/ 0 w 4180787"/>
                <a:gd name="connsiteY0-80" fmla="*/ 4908 h 446252"/>
                <a:gd name="connsiteX1-81" fmla="*/ 1835870 w 4180787"/>
                <a:gd name="connsiteY1-82" fmla="*/ 192126 h 446252"/>
                <a:gd name="connsiteX2-83" fmla="*/ 4180787 w 4180787"/>
                <a:gd name="connsiteY2-84" fmla="*/ 4908 h 446252"/>
                <a:gd name="connsiteX3-85" fmla="*/ 4180787 w 4180787"/>
                <a:gd name="connsiteY3-86" fmla="*/ 437521 h 446252"/>
                <a:gd name="connsiteX4-87" fmla="*/ 1740284 w 4180787"/>
                <a:gd name="connsiteY4-88" fmla="*/ 305633 h 446252"/>
                <a:gd name="connsiteX5-89" fmla="*/ 0 w 4180787"/>
                <a:gd name="connsiteY5-90" fmla="*/ 437521 h 446252"/>
                <a:gd name="connsiteX6-91" fmla="*/ 0 w 4180787"/>
                <a:gd name="connsiteY6-92" fmla="*/ 4908 h 446252"/>
                <a:gd name="connsiteX0-93" fmla="*/ 0 w 4180787"/>
                <a:gd name="connsiteY0-94" fmla="*/ 4107 h 445451"/>
                <a:gd name="connsiteX1-95" fmla="*/ 1779968 w 4180787"/>
                <a:gd name="connsiteY1-96" fmla="*/ 241252 h 445451"/>
                <a:gd name="connsiteX2-97" fmla="*/ 4180787 w 4180787"/>
                <a:gd name="connsiteY2-98" fmla="*/ 4107 h 445451"/>
                <a:gd name="connsiteX3-99" fmla="*/ 4180787 w 4180787"/>
                <a:gd name="connsiteY3-100" fmla="*/ 436720 h 445451"/>
                <a:gd name="connsiteX4-101" fmla="*/ 1740284 w 4180787"/>
                <a:gd name="connsiteY4-102" fmla="*/ 304832 h 445451"/>
                <a:gd name="connsiteX5-103" fmla="*/ 0 w 4180787"/>
                <a:gd name="connsiteY5-104" fmla="*/ 436720 h 445451"/>
                <a:gd name="connsiteX6-105" fmla="*/ 0 w 4180787"/>
                <a:gd name="connsiteY6-106" fmla="*/ 4107 h 445451"/>
                <a:gd name="connsiteX0-107" fmla="*/ 0 w 4180787"/>
                <a:gd name="connsiteY0-108" fmla="*/ 4107 h 445451"/>
                <a:gd name="connsiteX1-109" fmla="*/ 1779968 w 4180787"/>
                <a:gd name="connsiteY1-110" fmla="*/ 241252 h 445451"/>
                <a:gd name="connsiteX2-111" fmla="*/ 4180787 w 4180787"/>
                <a:gd name="connsiteY2-112" fmla="*/ 4107 h 445451"/>
                <a:gd name="connsiteX3-113" fmla="*/ 4180787 w 4180787"/>
                <a:gd name="connsiteY3-114" fmla="*/ 436720 h 445451"/>
                <a:gd name="connsiteX4-115" fmla="*/ 1740284 w 4180787"/>
                <a:gd name="connsiteY4-116" fmla="*/ 304832 h 445451"/>
                <a:gd name="connsiteX5-117" fmla="*/ 0 w 4180787"/>
                <a:gd name="connsiteY5-118" fmla="*/ 436720 h 445451"/>
                <a:gd name="connsiteX6-119" fmla="*/ 0 w 4180787"/>
                <a:gd name="connsiteY6-120" fmla="*/ 4107 h 445451"/>
                <a:gd name="connsiteX0-121" fmla="*/ 0 w 4180787"/>
                <a:gd name="connsiteY0-122" fmla="*/ 4107 h 436720"/>
                <a:gd name="connsiteX1-123" fmla="*/ 1779968 w 4180787"/>
                <a:gd name="connsiteY1-124" fmla="*/ 241252 h 436720"/>
                <a:gd name="connsiteX2-125" fmla="*/ 4180787 w 4180787"/>
                <a:gd name="connsiteY2-126" fmla="*/ 4107 h 436720"/>
                <a:gd name="connsiteX3-127" fmla="*/ 4180787 w 4180787"/>
                <a:gd name="connsiteY3-128" fmla="*/ 436720 h 436720"/>
                <a:gd name="connsiteX4-129" fmla="*/ 1740284 w 4180787"/>
                <a:gd name="connsiteY4-130" fmla="*/ 304832 h 436720"/>
                <a:gd name="connsiteX5-131" fmla="*/ 0 w 4180787"/>
                <a:gd name="connsiteY5-132" fmla="*/ 436720 h 436720"/>
                <a:gd name="connsiteX6-133" fmla="*/ 0 w 4180787"/>
                <a:gd name="connsiteY6-134" fmla="*/ 4107 h 436720"/>
                <a:gd name="connsiteX0-135" fmla="*/ 0 w 4180787"/>
                <a:gd name="connsiteY0-136" fmla="*/ 4107 h 436720"/>
                <a:gd name="connsiteX1-137" fmla="*/ 1779968 w 4180787"/>
                <a:gd name="connsiteY1-138" fmla="*/ 241252 h 436720"/>
                <a:gd name="connsiteX2-139" fmla="*/ 4180787 w 4180787"/>
                <a:gd name="connsiteY2-140" fmla="*/ 4107 h 436720"/>
                <a:gd name="connsiteX3-141" fmla="*/ 4180787 w 4180787"/>
                <a:gd name="connsiteY3-142" fmla="*/ 436720 h 436720"/>
                <a:gd name="connsiteX4-143" fmla="*/ 1740284 w 4180787"/>
                <a:gd name="connsiteY4-144" fmla="*/ 304832 h 436720"/>
                <a:gd name="connsiteX5-145" fmla="*/ 0 w 4180787"/>
                <a:gd name="connsiteY5-146" fmla="*/ 436720 h 436720"/>
                <a:gd name="connsiteX6-147" fmla="*/ 0 w 4180787"/>
                <a:gd name="connsiteY6-148" fmla="*/ 4107 h 436720"/>
                <a:gd name="connsiteX0-149" fmla="*/ 0 w 4180787"/>
                <a:gd name="connsiteY0-150" fmla="*/ 0 h 432613"/>
                <a:gd name="connsiteX1-151" fmla="*/ 1779968 w 4180787"/>
                <a:gd name="connsiteY1-152" fmla="*/ 237145 h 432613"/>
                <a:gd name="connsiteX2-153" fmla="*/ 4180787 w 4180787"/>
                <a:gd name="connsiteY2-154" fmla="*/ 0 h 432613"/>
                <a:gd name="connsiteX3-155" fmla="*/ 4180787 w 4180787"/>
                <a:gd name="connsiteY3-156" fmla="*/ 432613 h 432613"/>
                <a:gd name="connsiteX4-157" fmla="*/ 1740284 w 4180787"/>
                <a:gd name="connsiteY4-158" fmla="*/ 300725 h 432613"/>
                <a:gd name="connsiteX5-159" fmla="*/ 0 w 4180787"/>
                <a:gd name="connsiteY5-160" fmla="*/ 432613 h 432613"/>
                <a:gd name="connsiteX6-161" fmla="*/ 0 w 4180787"/>
                <a:gd name="connsiteY6-162" fmla="*/ 0 h 43261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35" y="connsiteY6-36"/>
                </a:cxn>
              </a:cxnLst>
              <a:rect l="l" t="t" r="r" b="b"/>
              <a:pathLst>
                <a:path w="4180787" h="432613">
                  <a:moveTo>
                    <a:pt x="0" y="0"/>
                  </a:moveTo>
                  <a:cubicBezTo>
                    <a:pt x="455759" y="126804"/>
                    <a:pt x="1083170" y="237145"/>
                    <a:pt x="1779968" y="237145"/>
                  </a:cubicBezTo>
                  <a:cubicBezTo>
                    <a:pt x="2476766" y="237145"/>
                    <a:pt x="3713158" y="116136"/>
                    <a:pt x="4180787" y="0"/>
                  </a:cubicBezTo>
                  <a:lnTo>
                    <a:pt x="4180787" y="432613"/>
                  </a:lnTo>
                  <a:cubicBezTo>
                    <a:pt x="3758675" y="303509"/>
                    <a:pt x="2437082" y="300725"/>
                    <a:pt x="1740284" y="300725"/>
                  </a:cubicBezTo>
                  <a:cubicBezTo>
                    <a:pt x="1043486" y="300725"/>
                    <a:pt x="357043" y="386721"/>
                    <a:pt x="0" y="43261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>
              <a:outerShdw blurRad="1905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645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4013152" y="1908464"/>
              <a:ext cx="724297" cy="724297"/>
              <a:chOff x="4013152" y="1908464"/>
              <a:chExt cx="724297" cy="724297"/>
            </a:xfrm>
            <a:effectLst>
              <a:outerShdw blurRad="3175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1" name="椭圆 40"/>
              <p:cNvSpPr/>
              <p:nvPr/>
            </p:nvSpPr>
            <p:spPr>
              <a:xfrm>
                <a:off x="4013152" y="1908464"/>
                <a:ext cx="724297" cy="724297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4061438" y="1956750"/>
                <a:ext cx="627724" cy="627724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3" name="TextBox 78"/>
              <p:cNvSpPr txBox="1"/>
              <p:nvPr/>
            </p:nvSpPr>
            <p:spPr>
              <a:xfrm flipH="1">
                <a:off x="4055341" y="2009387"/>
                <a:ext cx="639919" cy="5150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01</a:t>
                </a:r>
                <a:endParaRPr kumimoji="0" lang="zh-CN" altLang="en-US" sz="16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399912" y="3232333"/>
              <a:ext cx="1226478" cy="1226478"/>
              <a:chOff x="3399912" y="3232333"/>
              <a:chExt cx="1226478" cy="1226478"/>
            </a:xfrm>
            <a:effectLst>
              <a:outerShdw blurRad="3175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8" name="椭圆 37"/>
              <p:cNvSpPr/>
              <p:nvPr/>
            </p:nvSpPr>
            <p:spPr>
              <a:xfrm>
                <a:off x="3399912" y="3232333"/>
                <a:ext cx="1226478" cy="1226478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3481678" y="3314099"/>
                <a:ext cx="1062946" cy="1062947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0" name="TextBox 75"/>
              <p:cNvSpPr txBox="1"/>
              <p:nvPr/>
            </p:nvSpPr>
            <p:spPr>
              <a:xfrm flipH="1">
                <a:off x="3579972" y="3583962"/>
                <a:ext cx="866360" cy="515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03</a:t>
                </a:r>
                <a:endParaRPr kumimoji="0" lang="zh-CN" altLang="en-US" sz="16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7408885" y="1901371"/>
              <a:ext cx="1226478" cy="1226476"/>
              <a:chOff x="7408885" y="1901371"/>
              <a:chExt cx="1226478" cy="1226476"/>
            </a:xfrm>
            <a:effectLst>
              <a:outerShdw blurRad="3175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椭圆 34"/>
              <p:cNvSpPr/>
              <p:nvPr/>
            </p:nvSpPr>
            <p:spPr>
              <a:xfrm>
                <a:off x="7408885" y="1901371"/>
                <a:ext cx="1226478" cy="1226476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7490650" y="1983136"/>
                <a:ext cx="1062948" cy="1062946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7" name="TextBox 72"/>
              <p:cNvSpPr txBox="1"/>
              <p:nvPr/>
            </p:nvSpPr>
            <p:spPr>
              <a:xfrm flipH="1">
                <a:off x="7588945" y="2253385"/>
                <a:ext cx="866360" cy="515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02</a:t>
                </a:r>
                <a:endParaRPr kumimoji="0" lang="zh-CN" altLang="en-US" sz="16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7565611" y="4879168"/>
              <a:ext cx="1226478" cy="1226478"/>
              <a:chOff x="7565611" y="4879168"/>
              <a:chExt cx="1226478" cy="1226478"/>
            </a:xfrm>
            <a:effectLst>
              <a:outerShdw blurRad="3175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2" name="椭圆 31"/>
              <p:cNvSpPr/>
              <p:nvPr/>
            </p:nvSpPr>
            <p:spPr>
              <a:xfrm>
                <a:off x="7565611" y="4879168"/>
                <a:ext cx="1226478" cy="1226478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647376" y="4960933"/>
                <a:ext cx="1062948" cy="1062948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4" name="TextBox 69"/>
              <p:cNvSpPr txBox="1"/>
              <p:nvPr/>
            </p:nvSpPr>
            <p:spPr>
              <a:xfrm flipH="1">
                <a:off x="7745671" y="5231182"/>
                <a:ext cx="866360" cy="515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06</a:t>
                </a:r>
                <a:endParaRPr kumimoji="0" lang="zh-CN" altLang="en-US" sz="16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6527862" y="3886570"/>
              <a:ext cx="724297" cy="724297"/>
              <a:chOff x="6527862" y="3886570"/>
              <a:chExt cx="724297" cy="724297"/>
            </a:xfrm>
            <a:effectLst>
              <a:outerShdw blurRad="3175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" name="椭圆 28"/>
              <p:cNvSpPr/>
              <p:nvPr/>
            </p:nvSpPr>
            <p:spPr>
              <a:xfrm>
                <a:off x="6527862" y="3886570"/>
                <a:ext cx="724297" cy="724297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6576148" y="3934856"/>
                <a:ext cx="627724" cy="627724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TextBox 66"/>
              <p:cNvSpPr txBox="1"/>
              <p:nvPr/>
            </p:nvSpPr>
            <p:spPr>
              <a:xfrm flipH="1">
                <a:off x="6562707" y="4021482"/>
                <a:ext cx="639919" cy="5150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04</a:t>
                </a:r>
                <a:endParaRPr kumimoji="0" lang="zh-CN" altLang="en-US" sz="16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4543616" y="4867604"/>
              <a:ext cx="725306" cy="724297"/>
              <a:chOff x="4543616" y="4867604"/>
              <a:chExt cx="725306" cy="724297"/>
            </a:xfrm>
            <a:effectLst>
              <a:outerShdw blurRad="3175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" name="椭圆 25"/>
              <p:cNvSpPr/>
              <p:nvPr/>
            </p:nvSpPr>
            <p:spPr>
              <a:xfrm>
                <a:off x="4544625" y="4867604"/>
                <a:ext cx="724297" cy="724297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4592911" y="4915890"/>
                <a:ext cx="627724" cy="627724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TextBox 63"/>
              <p:cNvSpPr txBox="1"/>
              <p:nvPr/>
            </p:nvSpPr>
            <p:spPr>
              <a:xfrm flipH="1">
                <a:off x="4543616" y="4976717"/>
                <a:ext cx="639919" cy="515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05</a:t>
                </a:r>
                <a:endParaRPr kumimoji="0" lang="zh-CN" altLang="en-US" sz="16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5" name="文本框 1"/>
          <p:cNvSpPr txBox="1"/>
          <p:nvPr/>
        </p:nvSpPr>
        <p:spPr>
          <a:xfrm>
            <a:off x="1571388" y="2650116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išļîďè"/>
          <p:cNvSpPr txBox="1"/>
          <p:nvPr/>
        </p:nvSpPr>
        <p:spPr bwMode="auto">
          <a:xfrm>
            <a:off x="1555505" y="2305292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7" name="文本框 1"/>
          <p:cNvSpPr txBox="1"/>
          <p:nvPr/>
        </p:nvSpPr>
        <p:spPr>
          <a:xfrm>
            <a:off x="1130912" y="4018339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8" name="išļîďè"/>
          <p:cNvSpPr txBox="1"/>
          <p:nvPr/>
        </p:nvSpPr>
        <p:spPr bwMode="auto">
          <a:xfrm>
            <a:off x="1115029" y="3673515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9" name="文本框 1"/>
          <p:cNvSpPr txBox="1"/>
          <p:nvPr/>
        </p:nvSpPr>
        <p:spPr>
          <a:xfrm>
            <a:off x="2501583" y="5407883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0" name="išļîďè"/>
          <p:cNvSpPr txBox="1"/>
          <p:nvPr/>
        </p:nvSpPr>
        <p:spPr bwMode="auto">
          <a:xfrm>
            <a:off x="2485700" y="5063059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51" name="文本框 1"/>
          <p:cNvSpPr txBox="1"/>
          <p:nvPr/>
        </p:nvSpPr>
        <p:spPr>
          <a:xfrm>
            <a:off x="7693568" y="5571354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2" name="išļîďè"/>
          <p:cNvSpPr txBox="1"/>
          <p:nvPr/>
        </p:nvSpPr>
        <p:spPr bwMode="auto">
          <a:xfrm>
            <a:off x="7677685" y="5226530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53" name="文本框 1"/>
          <p:cNvSpPr txBox="1"/>
          <p:nvPr/>
        </p:nvSpPr>
        <p:spPr>
          <a:xfrm>
            <a:off x="7436613" y="3818157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4" name="išļîďè"/>
          <p:cNvSpPr txBox="1"/>
          <p:nvPr/>
        </p:nvSpPr>
        <p:spPr bwMode="auto">
          <a:xfrm>
            <a:off x="7420730" y="3473333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55" name="文本框 1"/>
          <p:cNvSpPr txBox="1"/>
          <p:nvPr/>
        </p:nvSpPr>
        <p:spPr>
          <a:xfrm>
            <a:off x="8173213" y="2395925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6" name="išļîďè"/>
          <p:cNvSpPr txBox="1"/>
          <p:nvPr/>
        </p:nvSpPr>
        <p:spPr bwMode="auto">
          <a:xfrm>
            <a:off x="8157330" y="2051101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893256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研究方法与思路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023416" y="3064977"/>
            <a:ext cx="9584263" cy="1666082"/>
            <a:chOff x="2048166" y="2725345"/>
            <a:chExt cx="8095667" cy="1407311"/>
          </a:xfrm>
          <a:solidFill>
            <a:srgbClr val="1C50A2"/>
          </a:solidFill>
        </p:grpSpPr>
        <p:grpSp>
          <p:nvGrpSpPr>
            <p:cNvPr id="15" name="Group 3"/>
            <p:cNvGrpSpPr/>
            <p:nvPr/>
          </p:nvGrpSpPr>
          <p:grpSpPr>
            <a:xfrm>
              <a:off x="2048166" y="3194395"/>
              <a:ext cx="1299606" cy="343433"/>
              <a:chOff x="1424694" y="3437117"/>
              <a:chExt cx="1499779" cy="396331"/>
            </a:xfrm>
            <a:grpFill/>
          </p:grpSpPr>
          <p:sp>
            <p:nvSpPr>
              <p:cNvPr id="63" name="Round Same Side Corner Rectangle 4"/>
              <p:cNvSpPr/>
              <p:nvPr/>
            </p:nvSpPr>
            <p:spPr>
              <a:xfrm rot="16200000">
                <a:off x="2049734" y="2958708"/>
                <a:ext cx="249700" cy="149977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4" name="Oval 13"/>
              <p:cNvSpPr/>
              <p:nvPr/>
            </p:nvSpPr>
            <p:spPr>
              <a:xfrm>
                <a:off x="2014338" y="3437117"/>
                <a:ext cx="320492" cy="32049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6" name="Group 10"/>
            <p:cNvGrpSpPr/>
            <p:nvPr/>
          </p:nvGrpSpPr>
          <p:grpSpPr>
            <a:xfrm>
              <a:off x="3407378" y="3321463"/>
              <a:ext cx="1299606" cy="333899"/>
              <a:chOff x="2993261" y="3583747"/>
              <a:chExt cx="1499779" cy="385328"/>
            </a:xfrm>
            <a:grpFill/>
          </p:grpSpPr>
          <p:sp>
            <p:nvSpPr>
              <p:cNvPr id="61" name="Round Same Side Corner Rectangle 6"/>
              <p:cNvSpPr/>
              <p:nvPr/>
            </p:nvSpPr>
            <p:spPr>
              <a:xfrm rot="5400000" flipH="1">
                <a:off x="3618301" y="2958707"/>
                <a:ext cx="249700" cy="1499779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2" name="Oval 14"/>
              <p:cNvSpPr/>
              <p:nvPr/>
            </p:nvSpPr>
            <p:spPr>
              <a:xfrm>
                <a:off x="3582905" y="3648583"/>
                <a:ext cx="320492" cy="32049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7" name="Group 11"/>
            <p:cNvGrpSpPr/>
            <p:nvPr/>
          </p:nvGrpSpPr>
          <p:grpSpPr>
            <a:xfrm>
              <a:off x="4766590" y="3194404"/>
              <a:ext cx="1299606" cy="343433"/>
              <a:chOff x="4561827" y="3437117"/>
              <a:chExt cx="1499779" cy="396330"/>
            </a:xfrm>
            <a:grpFill/>
          </p:grpSpPr>
          <p:sp>
            <p:nvSpPr>
              <p:cNvPr id="59" name="Round Same Side Corner Rectangle 7"/>
              <p:cNvSpPr/>
              <p:nvPr/>
            </p:nvSpPr>
            <p:spPr>
              <a:xfrm rot="5400000" flipH="1">
                <a:off x="5186867" y="2958707"/>
                <a:ext cx="249700" cy="1499779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0" name="Oval 15"/>
              <p:cNvSpPr/>
              <p:nvPr/>
            </p:nvSpPr>
            <p:spPr>
              <a:xfrm>
                <a:off x="5220257" y="3437117"/>
                <a:ext cx="320492" cy="32049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" name="Group 12"/>
            <p:cNvGrpSpPr/>
            <p:nvPr/>
          </p:nvGrpSpPr>
          <p:grpSpPr>
            <a:xfrm>
              <a:off x="6125803" y="3321463"/>
              <a:ext cx="1299606" cy="333899"/>
              <a:chOff x="6130393" y="3583747"/>
              <a:chExt cx="1499779" cy="385328"/>
            </a:xfrm>
            <a:grpFill/>
          </p:grpSpPr>
          <p:sp>
            <p:nvSpPr>
              <p:cNvPr id="57" name="Round Same Side Corner Rectangle 8"/>
              <p:cNvSpPr/>
              <p:nvPr/>
            </p:nvSpPr>
            <p:spPr>
              <a:xfrm rot="5400000" flipH="1">
                <a:off x="6755433" y="2958707"/>
                <a:ext cx="249700" cy="1499779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58" name="Oval 16"/>
              <p:cNvSpPr/>
              <p:nvPr/>
            </p:nvSpPr>
            <p:spPr>
              <a:xfrm>
                <a:off x="6720037" y="3648583"/>
                <a:ext cx="320492" cy="32049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9" name="Group 35"/>
            <p:cNvGrpSpPr/>
            <p:nvPr/>
          </p:nvGrpSpPr>
          <p:grpSpPr>
            <a:xfrm>
              <a:off x="8844227" y="3321464"/>
              <a:ext cx="1299606" cy="333898"/>
              <a:chOff x="9267526" y="3583748"/>
              <a:chExt cx="1499779" cy="385327"/>
            </a:xfrm>
            <a:grpFill/>
          </p:grpSpPr>
          <p:sp>
            <p:nvSpPr>
              <p:cNvPr id="55" name="Round Same Side Corner Rectangle 5"/>
              <p:cNvSpPr/>
              <p:nvPr/>
            </p:nvSpPr>
            <p:spPr>
              <a:xfrm rot="5400000" flipH="1">
                <a:off x="9892566" y="2958708"/>
                <a:ext cx="249700" cy="149977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56" name="Oval 17"/>
              <p:cNvSpPr/>
              <p:nvPr/>
            </p:nvSpPr>
            <p:spPr>
              <a:xfrm>
                <a:off x="9857169" y="3648583"/>
                <a:ext cx="320492" cy="32049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7485016" y="3194395"/>
              <a:ext cx="1299606" cy="343433"/>
              <a:chOff x="7698960" y="3437117"/>
              <a:chExt cx="1499779" cy="396331"/>
            </a:xfrm>
            <a:grpFill/>
          </p:grpSpPr>
          <p:sp>
            <p:nvSpPr>
              <p:cNvPr id="53" name="Round Same Side Corner Rectangle 9"/>
              <p:cNvSpPr/>
              <p:nvPr/>
            </p:nvSpPr>
            <p:spPr>
              <a:xfrm rot="5400000" flipH="1">
                <a:off x="8324000" y="2958708"/>
                <a:ext cx="249700" cy="1499779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54" name="Oval 18"/>
              <p:cNvSpPr/>
              <p:nvPr/>
            </p:nvSpPr>
            <p:spPr>
              <a:xfrm>
                <a:off x="8357389" y="3437117"/>
                <a:ext cx="320492" cy="320492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9292845" y="3729599"/>
              <a:ext cx="402369" cy="403057"/>
              <a:chOff x="9145588" y="4435475"/>
              <a:chExt cx="464344" cy="465138"/>
            </a:xfrm>
            <a:grpFill/>
          </p:grpSpPr>
          <p:sp>
            <p:nvSpPr>
              <p:cNvPr id="43" name="AutoShape 7"/>
              <p:cNvSpPr/>
              <p:nvPr/>
            </p:nvSpPr>
            <p:spPr bwMode="auto">
              <a:xfrm>
                <a:off x="9145588" y="4435475"/>
                <a:ext cx="464344" cy="465138"/>
              </a:xfrm>
              <a:custGeom>
                <a:avLst/>
                <a:gdLst>
                  <a:gd name="T0" fmla="+- 0 10800 1271"/>
                  <a:gd name="T1" fmla="*/ T0 w 19058"/>
                  <a:gd name="T2" fmla="+- 0 10799 1270"/>
                  <a:gd name="T3" fmla="*/ 10799 h 19059"/>
                  <a:gd name="T4" fmla="+- 0 10800 1271"/>
                  <a:gd name="T5" fmla="*/ T4 w 19058"/>
                  <a:gd name="T6" fmla="+- 0 10799 1270"/>
                  <a:gd name="T7" fmla="*/ 10799 h 19059"/>
                  <a:gd name="T8" fmla="+- 0 10800 1271"/>
                  <a:gd name="T9" fmla="*/ T8 w 19058"/>
                  <a:gd name="T10" fmla="+- 0 10799 1270"/>
                  <a:gd name="T11" fmla="*/ 10799 h 19059"/>
                  <a:gd name="T12" fmla="+- 0 10800 1271"/>
                  <a:gd name="T13" fmla="*/ T12 w 19058"/>
                  <a:gd name="T14" fmla="+- 0 10799 1270"/>
                  <a:gd name="T15" fmla="*/ 10799 h 190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8" h="19059">
                    <a:moveTo>
                      <a:pt x="6430" y="17268"/>
                    </a:moveTo>
                    <a:cubicBezTo>
                      <a:pt x="2162" y="15559"/>
                      <a:pt x="82" y="10698"/>
                      <a:pt x="1790" y="6431"/>
                    </a:cubicBezTo>
                    <a:cubicBezTo>
                      <a:pt x="3499" y="2164"/>
                      <a:pt x="8360" y="81"/>
                      <a:pt x="12627" y="1791"/>
                    </a:cubicBezTo>
                    <a:cubicBezTo>
                      <a:pt x="16894" y="3499"/>
                      <a:pt x="18975" y="8361"/>
                      <a:pt x="17267" y="12628"/>
                    </a:cubicBezTo>
                    <a:cubicBezTo>
                      <a:pt x="15558" y="16895"/>
                      <a:pt x="10696" y="18976"/>
                      <a:pt x="6430" y="17268"/>
                    </a:cubicBezTo>
                    <a:moveTo>
                      <a:pt x="13070" y="685"/>
                    </a:moveTo>
                    <a:cubicBezTo>
                      <a:pt x="8186" y="-1270"/>
                      <a:pt x="2641" y="1103"/>
                      <a:pt x="685" y="5987"/>
                    </a:cubicBezTo>
                    <a:cubicBezTo>
                      <a:pt x="-1271" y="10872"/>
                      <a:pt x="1103" y="16418"/>
                      <a:pt x="5987" y="18373"/>
                    </a:cubicBezTo>
                    <a:cubicBezTo>
                      <a:pt x="10871" y="20330"/>
                      <a:pt x="16416" y="17955"/>
                      <a:pt x="18373" y="13071"/>
                    </a:cubicBezTo>
                    <a:cubicBezTo>
                      <a:pt x="20329" y="8186"/>
                      <a:pt x="17954" y="2641"/>
                      <a:pt x="13070" y="68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5" name="AutoShape 8"/>
              <p:cNvSpPr/>
              <p:nvPr/>
            </p:nvSpPr>
            <p:spPr bwMode="auto">
              <a:xfrm>
                <a:off x="9348788" y="4638675"/>
                <a:ext cx="57944" cy="57944"/>
              </a:xfrm>
              <a:custGeom>
                <a:avLst/>
                <a:gdLst>
                  <a:gd name="T0" fmla="+- 0 10801 1272"/>
                  <a:gd name="T1" fmla="*/ T0 w 19059"/>
                  <a:gd name="T2" fmla="+- 0 10800 1272"/>
                  <a:gd name="T3" fmla="*/ 10800 h 19056"/>
                  <a:gd name="T4" fmla="+- 0 10801 1272"/>
                  <a:gd name="T5" fmla="*/ T4 w 19059"/>
                  <a:gd name="T6" fmla="+- 0 10800 1272"/>
                  <a:gd name="T7" fmla="*/ 10800 h 19056"/>
                  <a:gd name="T8" fmla="+- 0 10801 1272"/>
                  <a:gd name="T9" fmla="*/ T8 w 19059"/>
                  <a:gd name="T10" fmla="+- 0 10800 1272"/>
                  <a:gd name="T11" fmla="*/ 10800 h 19056"/>
                  <a:gd name="T12" fmla="+- 0 10801 1272"/>
                  <a:gd name="T13" fmla="*/ T12 w 19059"/>
                  <a:gd name="T14" fmla="+- 0 10800 1272"/>
                  <a:gd name="T15" fmla="*/ 10800 h 190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6">
                    <a:moveTo>
                      <a:pt x="7753" y="13951"/>
                    </a:moveTo>
                    <a:cubicBezTo>
                      <a:pt x="5315" y="12969"/>
                      <a:pt x="4129" y="10197"/>
                      <a:pt x="5101" y="7755"/>
                    </a:cubicBezTo>
                    <a:cubicBezTo>
                      <a:pt x="6083" y="5323"/>
                      <a:pt x="8860" y="4132"/>
                      <a:pt x="11298" y="5104"/>
                    </a:cubicBezTo>
                    <a:cubicBezTo>
                      <a:pt x="13735" y="6081"/>
                      <a:pt x="14926" y="8858"/>
                      <a:pt x="13949" y="11300"/>
                    </a:cubicBezTo>
                    <a:cubicBezTo>
                      <a:pt x="12972" y="13737"/>
                      <a:pt x="10195" y="14923"/>
                      <a:pt x="7753" y="13951"/>
                    </a:cubicBezTo>
                    <a:moveTo>
                      <a:pt x="13070" y="686"/>
                    </a:moveTo>
                    <a:cubicBezTo>
                      <a:pt x="8190" y="-1272"/>
                      <a:pt x="2640" y="1104"/>
                      <a:pt x="686" y="5988"/>
                    </a:cubicBezTo>
                    <a:cubicBezTo>
                      <a:pt x="-1272" y="10872"/>
                      <a:pt x="1105" y="16416"/>
                      <a:pt x="5985" y="18369"/>
                    </a:cubicBezTo>
                    <a:cubicBezTo>
                      <a:pt x="10870" y="20328"/>
                      <a:pt x="16415" y="17951"/>
                      <a:pt x="18374" y="13072"/>
                    </a:cubicBezTo>
                    <a:cubicBezTo>
                      <a:pt x="20328" y="8188"/>
                      <a:pt x="17960" y="2644"/>
                      <a:pt x="13070" y="68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" name="AutoShape 9"/>
              <p:cNvSpPr/>
              <p:nvPr/>
            </p:nvSpPr>
            <p:spPr bwMode="auto">
              <a:xfrm>
                <a:off x="9290050" y="4580732"/>
                <a:ext cx="174625" cy="174625"/>
              </a:xfrm>
              <a:custGeom>
                <a:avLst/>
                <a:gdLst>
                  <a:gd name="T0" fmla="+- 0 10800 1271"/>
                  <a:gd name="T1" fmla="*/ T0 w 19059"/>
                  <a:gd name="T2" fmla="+- 0 10800 1271"/>
                  <a:gd name="T3" fmla="*/ 10800 h 19058"/>
                  <a:gd name="T4" fmla="+- 0 10800 1271"/>
                  <a:gd name="T5" fmla="*/ T4 w 19059"/>
                  <a:gd name="T6" fmla="+- 0 10800 1271"/>
                  <a:gd name="T7" fmla="*/ 10800 h 19058"/>
                  <a:gd name="T8" fmla="+- 0 10800 1271"/>
                  <a:gd name="T9" fmla="*/ T8 w 19059"/>
                  <a:gd name="T10" fmla="+- 0 10800 1271"/>
                  <a:gd name="T11" fmla="*/ 10800 h 19058"/>
                  <a:gd name="T12" fmla="+- 0 10800 1271"/>
                  <a:gd name="T13" fmla="*/ T12 w 19059"/>
                  <a:gd name="T14" fmla="+- 0 10800 1271"/>
                  <a:gd name="T15" fmla="*/ 10800 h 1905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8">
                    <a:moveTo>
                      <a:pt x="7169" y="15424"/>
                    </a:moveTo>
                    <a:cubicBezTo>
                      <a:pt x="3916" y="14123"/>
                      <a:pt x="2331" y="10417"/>
                      <a:pt x="3632" y="7167"/>
                    </a:cubicBezTo>
                    <a:cubicBezTo>
                      <a:pt x="4934" y="3917"/>
                      <a:pt x="8638" y="2331"/>
                      <a:pt x="11889" y="3632"/>
                    </a:cubicBezTo>
                    <a:cubicBezTo>
                      <a:pt x="15141" y="4934"/>
                      <a:pt x="16728" y="8640"/>
                      <a:pt x="15425" y="11890"/>
                    </a:cubicBezTo>
                    <a:cubicBezTo>
                      <a:pt x="14124" y="15140"/>
                      <a:pt x="10419" y="16728"/>
                      <a:pt x="7169" y="15424"/>
                    </a:cubicBezTo>
                    <a:moveTo>
                      <a:pt x="13071" y="685"/>
                    </a:moveTo>
                    <a:cubicBezTo>
                      <a:pt x="8186" y="-1271"/>
                      <a:pt x="2639" y="1104"/>
                      <a:pt x="686" y="5987"/>
                    </a:cubicBezTo>
                    <a:cubicBezTo>
                      <a:pt x="-1271" y="10871"/>
                      <a:pt x="1104" y="16416"/>
                      <a:pt x="5987" y="18372"/>
                    </a:cubicBezTo>
                    <a:cubicBezTo>
                      <a:pt x="10874" y="20329"/>
                      <a:pt x="16418" y="17955"/>
                      <a:pt x="18375" y="13070"/>
                    </a:cubicBezTo>
                    <a:cubicBezTo>
                      <a:pt x="20328" y="8186"/>
                      <a:pt x="17956" y="2641"/>
                      <a:pt x="13071" y="68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" name="AutoShape 10"/>
              <p:cNvSpPr/>
              <p:nvPr/>
            </p:nvSpPr>
            <p:spPr bwMode="auto">
              <a:xfrm>
                <a:off x="9406732" y="4696619"/>
                <a:ext cx="72231" cy="74613"/>
              </a:xfrm>
              <a:custGeom>
                <a:avLst/>
                <a:gdLst>
                  <a:gd name="T0" fmla="+- 0 10804 288"/>
                  <a:gd name="T1" fmla="*/ T0 w 21033"/>
                  <a:gd name="T2" fmla="+- 0 10798 277"/>
                  <a:gd name="T3" fmla="*/ 10798 h 21043"/>
                  <a:gd name="T4" fmla="+- 0 10804 288"/>
                  <a:gd name="T5" fmla="*/ T4 w 21033"/>
                  <a:gd name="T6" fmla="+- 0 10798 277"/>
                  <a:gd name="T7" fmla="*/ 10798 h 21043"/>
                  <a:gd name="T8" fmla="+- 0 10804 288"/>
                  <a:gd name="T9" fmla="*/ T8 w 21033"/>
                  <a:gd name="T10" fmla="+- 0 10798 277"/>
                  <a:gd name="T11" fmla="*/ 10798 h 21043"/>
                  <a:gd name="T12" fmla="+- 0 10804 288"/>
                  <a:gd name="T13" fmla="*/ T12 w 21033"/>
                  <a:gd name="T14" fmla="+- 0 10798 277"/>
                  <a:gd name="T15" fmla="*/ 10798 h 2104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3" h="21043">
                    <a:moveTo>
                      <a:pt x="20881" y="2825"/>
                    </a:moveTo>
                    <a:cubicBezTo>
                      <a:pt x="21312" y="1771"/>
                      <a:pt x="20787" y="572"/>
                      <a:pt x="19713" y="149"/>
                    </a:cubicBezTo>
                    <a:cubicBezTo>
                      <a:pt x="18636" y="-277"/>
                      <a:pt x="17414" y="238"/>
                      <a:pt x="16984" y="1296"/>
                    </a:cubicBezTo>
                    <a:lnTo>
                      <a:pt x="16980" y="1292"/>
                    </a:lnTo>
                    <a:cubicBezTo>
                      <a:pt x="13964" y="8692"/>
                      <a:pt x="8182" y="14184"/>
                      <a:pt x="1269" y="17089"/>
                    </a:cubicBezTo>
                    <a:cubicBezTo>
                      <a:pt x="207" y="17536"/>
                      <a:pt x="-288" y="18747"/>
                      <a:pt x="170" y="19789"/>
                    </a:cubicBezTo>
                    <a:cubicBezTo>
                      <a:pt x="629" y="20840"/>
                      <a:pt x="1863" y="21323"/>
                      <a:pt x="2924" y="20876"/>
                    </a:cubicBezTo>
                    <a:cubicBezTo>
                      <a:pt x="2961" y="20860"/>
                      <a:pt x="2982" y="20828"/>
                      <a:pt x="3014" y="20815"/>
                    </a:cubicBezTo>
                    <a:cubicBezTo>
                      <a:pt x="10874" y="17480"/>
                      <a:pt x="17451" y="11227"/>
                      <a:pt x="20877" y="2825"/>
                    </a:cubicBezTo>
                    <a:cubicBezTo>
                      <a:pt x="20877" y="2825"/>
                      <a:pt x="20881" y="2825"/>
                      <a:pt x="20881" y="282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" name="AutoShape 11"/>
              <p:cNvSpPr/>
              <p:nvPr/>
            </p:nvSpPr>
            <p:spPr bwMode="auto">
              <a:xfrm>
                <a:off x="9435307" y="4725988"/>
                <a:ext cx="103981" cy="106363"/>
              </a:xfrm>
              <a:custGeom>
                <a:avLst/>
                <a:gdLst>
                  <a:gd name="T0" fmla="+- 0 10803 203"/>
                  <a:gd name="T1" fmla="*/ T0 w 21201"/>
                  <a:gd name="T2" fmla="+- 0 10798 194"/>
                  <a:gd name="T3" fmla="*/ 10798 h 21209"/>
                  <a:gd name="T4" fmla="+- 0 10803 203"/>
                  <a:gd name="T5" fmla="*/ T4 w 21201"/>
                  <a:gd name="T6" fmla="+- 0 10798 194"/>
                  <a:gd name="T7" fmla="*/ 10798 h 21209"/>
                  <a:gd name="T8" fmla="+- 0 10803 203"/>
                  <a:gd name="T9" fmla="*/ T8 w 21201"/>
                  <a:gd name="T10" fmla="+- 0 10798 194"/>
                  <a:gd name="T11" fmla="*/ 10798 h 21209"/>
                  <a:gd name="T12" fmla="+- 0 10803 203"/>
                  <a:gd name="T13" fmla="*/ T12 w 21201"/>
                  <a:gd name="T14" fmla="+- 0 10798 194"/>
                  <a:gd name="T15" fmla="*/ 10798 h 2120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201" h="21209">
                    <a:moveTo>
                      <a:pt x="20267" y="104"/>
                    </a:moveTo>
                    <a:cubicBezTo>
                      <a:pt x="19508" y="-194"/>
                      <a:pt x="18645" y="169"/>
                      <a:pt x="18339" y="912"/>
                    </a:cubicBezTo>
                    <a:cubicBezTo>
                      <a:pt x="14991" y="9110"/>
                      <a:pt x="8568" y="15198"/>
                      <a:pt x="894" y="18420"/>
                    </a:cubicBezTo>
                    <a:cubicBezTo>
                      <a:pt x="144" y="18735"/>
                      <a:pt x="-203" y="19589"/>
                      <a:pt x="121" y="20327"/>
                    </a:cubicBezTo>
                    <a:cubicBezTo>
                      <a:pt x="442" y="21068"/>
                      <a:pt x="1314" y="21406"/>
                      <a:pt x="2067" y="21090"/>
                    </a:cubicBezTo>
                    <a:cubicBezTo>
                      <a:pt x="2102" y="21073"/>
                      <a:pt x="2125" y="21042"/>
                      <a:pt x="2159" y="21025"/>
                    </a:cubicBezTo>
                    <a:cubicBezTo>
                      <a:pt x="10491" y="17500"/>
                      <a:pt x="17461" y="10881"/>
                      <a:pt x="21095" y="1994"/>
                    </a:cubicBezTo>
                    <a:cubicBezTo>
                      <a:pt x="21397" y="1250"/>
                      <a:pt x="21026" y="404"/>
                      <a:pt x="20267" y="10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" name="AutoShape 12"/>
              <p:cNvSpPr/>
              <p:nvPr/>
            </p:nvSpPr>
            <p:spPr bwMode="auto">
              <a:xfrm>
                <a:off x="9421019" y="4711700"/>
                <a:ext cx="88106" cy="89694"/>
              </a:xfrm>
              <a:custGeom>
                <a:avLst/>
                <a:gdLst>
                  <a:gd name="T0" fmla="+- 0 10802 238"/>
                  <a:gd name="T1" fmla="*/ T0 w 21128"/>
                  <a:gd name="T2" fmla="+- 0 10797 227"/>
                  <a:gd name="T3" fmla="*/ 10797 h 21141"/>
                  <a:gd name="T4" fmla="+- 0 10802 238"/>
                  <a:gd name="T5" fmla="*/ T4 w 21128"/>
                  <a:gd name="T6" fmla="+- 0 10797 227"/>
                  <a:gd name="T7" fmla="*/ 10797 h 21141"/>
                  <a:gd name="T8" fmla="+- 0 10802 238"/>
                  <a:gd name="T9" fmla="*/ T8 w 21128"/>
                  <a:gd name="T10" fmla="+- 0 10797 227"/>
                  <a:gd name="T11" fmla="*/ 10797 h 21141"/>
                  <a:gd name="T12" fmla="+- 0 10802 238"/>
                  <a:gd name="T13" fmla="*/ T12 w 21128"/>
                  <a:gd name="T14" fmla="+- 0 10797 227"/>
                  <a:gd name="T15" fmla="*/ 10797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8" h="21141">
                    <a:moveTo>
                      <a:pt x="20035" y="122"/>
                    </a:moveTo>
                    <a:cubicBezTo>
                      <a:pt x="19142" y="-227"/>
                      <a:pt x="18134" y="195"/>
                      <a:pt x="17778" y="1071"/>
                    </a:cubicBezTo>
                    <a:cubicBezTo>
                      <a:pt x="14571" y="8936"/>
                      <a:pt x="8412" y="14778"/>
                      <a:pt x="1051" y="17867"/>
                    </a:cubicBezTo>
                    <a:lnTo>
                      <a:pt x="1054" y="17867"/>
                    </a:lnTo>
                    <a:cubicBezTo>
                      <a:pt x="172" y="18240"/>
                      <a:pt x="-238" y="19242"/>
                      <a:pt x="142" y="20108"/>
                    </a:cubicBezTo>
                    <a:cubicBezTo>
                      <a:pt x="522" y="20973"/>
                      <a:pt x="1543" y="21372"/>
                      <a:pt x="2425" y="21003"/>
                    </a:cubicBezTo>
                    <a:cubicBezTo>
                      <a:pt x="2459" y="20986"/>
                      <a:pt x="2476" y="20956"/>
                      <a:pt x="2514" y="20936"/>
                    </a:cubicBezTo>
                    <a:cubicBezTo>
                      <a:pt x="10651" y="17491"/>
                      <a:pt x="17459" y="11027"/>
                      <a:pt x="21002" y="2339"/>
                    </a:cubicBezTo>
                    <a:cubicBezTo>
                      <a:pt x="21361" y="1463"/>
                      <a:pt x="20927" y="472"/>
                      <a:pt x="20035" y="12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AutoShape 13"/>
              <p:cNvSpPr/>
              <p:nvPr/>
            </p:nvSpPr>
            <p:spPr bwMode="auto">
              <a:xfrm>
                <a:off x="9275763" y="4566444"/>
                <a:ext cx="73025" cy="73819"/>
              </a:xfrm>
              <a:custGeom>
                <a:avLst/>
                <a:gdLst>
                  <a:gd name="T0" fmla="+- 0 10797 278"/>
                  <a:gd name="T1" fmla="*/ T0 w 21039"/>
                  <a:gd name="T2" fmla="+- 0 10803 281"/>
                  <a:gd name="T3" fmla="*/ 10803 h 21044"/>
                  <a:gd name="T4" fmla="+- 0 10797 278"/>
                  <a:gd name="T5" fmla="*/ T4 w 21039"/>
                  <a:gd name="T6" fmla="+- 0 10803 281"/>
                  <a:gd name="T7" fmla="*/ 10803 h 21044"/>
                  <a:gd name="T8" fmla="+- 0 10797 278"/>
                  <a:gd name="T9" fmla="*/ T8 w 21039"/>
                  <a:gd name="T10" fmla="+- 0 10803 281"/>
                  <a:gd name="T11" fmla="*/ 10803 h 21044"/>
                  <a:gd name="T12" fmla="+- 0 10797 278"/>
                  <a:gd name="T13" fmla="*/ T12 w 21039"/>
                  <a:gd name="T14" fmla="+- 0 10803 281"/>
                  <a:gd name="T15" fmla="*/ 10803 h 2104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9" h="21044">
                    <a:moveTo>
                      <a:pt x="20871" y="1248"/>
                    </a:moveTo>
                    <a:cubicBezTo>
                      <a:pt x="20411" y="197"/>
                      <a:pt x="19177" y="-281"/>
                      <a:pt x="18112" y="169"/>
                    </a:cubicBezTo>
                    <a:cubicBezTo>
                      <a:pt x="18075" y="181"/>
                      <a:pt x="18050" y="214"/>
                      <a:pt x="18021" y="226"/>
                    </a:cubicBezTo>
                    <a:cubicBezTo>
                      <a:pt x="10159" y="3562"/>
                      <a:pt x="3583" y="9820"/>
                      <a:pt x="152" y="18220"/>
                    </a:cubicBezTo>
                    <a:lnTo>
                      <a:pt x="148" y="18220"/>
                    </a:lnTo>
                    <a:cubicBezTo>
                      <a:pt x="-278" y="19278"/>
                      <a:pt x="242" y="20473"/>
                      <a:pt x="1320" y="20896"/>
                    </a:cubicBezTo>
                    <a:cubicBezTo>
                      <a:pt x="2398" y="21318"/>
                      <a:pt x="3620" y="20803"/>
                      <a:pt x="4046" y="19749"/>
                    </a:cubicBezTo>
                    <a:lnTo>
                      <a:pt x="4051" y="19749"/>
                    </a:lnTo>
                    <a:cubicBezTo>
                      <a:pt x="7068" y="12356"/>
                      <a:pt x="12856" y="6858"/>
                      <a:pt x="19764" y="3956"/>
                    </a:cubicBezTo>
                    <a:cubicBezTo>
                      <a:pt x="20830" y="3506"/>
                      <a:pt x="21322" y="2298"/>
                      <a:pt x="20871" y="124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" name="AutoShape 14"/>
              <p:cNvSpPr/>
              <p:nvPr/>
            </p:nvSpPr>
            <p:spPr bwMode="auto">
              <a:xfrm>
                <a:off x="9217819" y="4508500"/>
                <a:ext cx="103981" cy="105569"/>
              </a:xfrm>
              <a:custGeom>
                <a:avLst/>
                <a:gdLst>
                  <a:gd name="T0" fmla="+- 0 10797 198"/>
                  <a:gd name="T1" fmla="*/ T0 w 21199"/>
                  <a:gd name="T2" fmla="+- 0 10802 198"/>
                  <a:gd name="T3" fmla="*/ 10802 h 21208"/>
                  <a:gd name="T4" fmla="+- 0 10797 198"/>
                  <a:gd name="T5" fmla="*/ T4 w 21199"/>
                  <a:gd name="T6" fmla="+- 0 10802 198"/>
                  <a:gd name="T7" fmla="*/ 10802 h 21208"/>
                  <a:gd name="T8" fmla="+- 0 10797 198"/>
                  <a:gd name="T9" fmla="*/ T8 w 21199"/>
                  <a:gd name="T10" fmla="+- 0 10802 198"/>
                  <a:gd name="T11" fmla="*/ 10802 h 21208"/>
                  <a:gd name="T12" fmla="+- 0 10797 198"/>
                  <a:gd name="T13" fmla="*/ T12 w 21199"/>
                  <a:gd name="T14" fmla="+- 0 10802 198"/>
                  <a:gd name="T15" fmla="*/ 10802 h 2120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99" h="21208">
                    <a:moveTo>
                      <a:pt x="21077" y="880"/>
                    </a:moveTo>
                    <a:cubicBezTo>
                      <a:pt x="20753" y="142"/>
                      <a:pt x="19881" y="-198"/>
                      <a:pt x="19129" y="117"/>
                    </a:cubicBezTo>
                    <a:cubicBezTo>
                      <a:pt x="19097" y="131"/>
                      <a:pt x="19071" y="162"/>
                      <a:pt x="19039" y="179"/>
                    </a:cubicBezTo>
                    <a:cubicBezTo>
                      <a:pt x="10706" y="3707"/>
                      <a:pt x="3739" y="10322"/>
                      <a:pt x="106" y="19208"/>
                    </a:cubicBezTo>
                    <a:cubicBezTo>
                      <a:pt x="-198" y="19957"/>
                      <a:pt x="172" y="20803"/>
                      <a:pt x="934" y="21101"/>
                    </a:cubicBezTo>
                    <a:cubicBezTo>
                      <a:pt x="1689" y="21401"/>
                      <a:pt x="2552" y="21041"/>
                      <a:pt x="2859" y="20292"/>
                    </a:cubicBezTo>
                    <a:cubicBezTo>
                      <a:pt x="6206" y="12096"/>
                      <a:pt x="12625" y="6008"/>
                      <a:pt x="20301" y="2787"/>
                    </a:cubicBezTo>
                    <a:cubicBezTo>
                      <a:pt x="21051" y="2469"/>
                      <a:pt x="21402" y="1618"/>
                      <a:pt x="21077" y="88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" name="AutoShape 15"/>
              <p:cNvSpPr/>
              <p:nvPr/>
            </p:nvSpPr>
            <p:spPr bwMode="auto">
              <a:xfrm>
                <a:off x="9247188" y="4537075"/>
                <a:ext cx="88107" cy="90488"/>
              </a:xfrm>
              <a:custGeom>
                <a:avLst/>
                <a:gdLst>
                  <a:gd name="T0" fmla="+- 0 10796 232"/>
                  <a:gd name="T1" fmla="*/ T0 w 21129"/>
                  <a:gd name="T2" fmla="+- 0 10804 234"/>
                  <a:gd name="T3" fmla="*/ 10804 h 21141"/>
                  <a:gd name="T4" fmla="+- 0 10796 232"/>
                  <a:gd name="T5" fmla="*/ T4 w 21129"/>
                  <a:gd name="T6" fmla="+- 0 10804 234"/>
                  <a:gd name="T7" fmla="*/ 10804 h 21141"/>
                  <a:gd name="T8" fmla="+- 0 10796 232"/>
                  <a:gd name="T9" fmla="*/ T8 w 21129"/>
                  <a:gd name="T10" fmla="+- 0 10804 234"/>
                  <a:gd name="T11" fmla="*/ 10804 h 21141"/>
                  <a:gd name="T12" fmla="+- 0 10796 232"/>
                  <a:gd name="T13" fmla="*/ T12 w 21129"/>
                  <a:gd name="T14" fmla="+- 0 10804 234"/>
                  <a:gd name="T15" fmla="*/ 10804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9" h="21141">
                    <a:moveTo>
                      <a:pt x="20075" y="3267"/>
                    </a:moveTo>
                    <a:cubicBezTo>
                      <a:pt x="20953" y="2898"/>
                      <a:pt x="21368" y="1899"/>
                      <a:pt x="20987" y="1030"/>
                    </a:cubicBezTo>
                    <a:cubicBezTo>
                      <a:pt x="20611" y="168"/>
                      <a:pt x="19589" y="-234"/>
                      <a:pt x="18707" y="138"/>
                    </a:cubicBezTo>
                    <a:cubicBezTo>
                      <a:pt x="18670" y="152"/>
                      <a:pt x="18649" y="185"/>
                      <a:pt x="18615" y="198"/>
                    </a:cubicBezTo>
                    <a:cubicBezTo>
                      <a:pt x="10481" y="3647"/>
                      <a:pt x="3673" y="10118"/>
                      <a:pt x="124" y="18802"/>
                    </a:cubicBezTo>
                    <a:cubicBezTo>
                      <a:pt x="-232" y="19678"/>
                      <a:pt x="205" y="20666"/>
                      <a:pt x="1094" y="21019"/>
                    </a:cubicBezTo>
                    <a:cubicBezTo>
                      <a:pt x="1983" y="21366"/>
                      <a:pt x="2991" y="20946"/>
                      <a:pt x="3354" y="20071"/>
                    </a:cubicBezTo>
                    <a:cubicBezTo>
                      <a:pt x="6561" y="12205"/>
                      <a:pt x="12717" y="6360"/>
                      <a:pt x="20075" y="3274"/>
                    </a:cubicBezTo>
                    <a:cubicBezTo>
                      <a:pt x="20075" y="3274"/>
                      <a:pt x="20075" y="3267"/>
                      <a:pt x="20075" y="3267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" name="Group 30"/>
            <p:cNvGrpSpPr/>
            <p:nvPr/>
          </p:nvGrpSpPr>
          <p:grpSpPr>
            <a:xfrm>
              <a:off x="7993238" y="2730918"/>
              <a:ext cx="402369" cy="402369"/>
              <a:chOff x="7287419" y="2577307"/>
              <a:chExt cx="464344" cy="464344"/>
            </a:xfrm>
            <a:grpFill/>
          </p:grpSpPr>
          <p:sp>
            <p:nvSpPr>
              <p:cNvPr id="40" name="AutoShape 56"/>
              <p:cNvSpPr/>
              <p:nvPr/>
            </p:nvSpPr>
            <p:spPr bwMode="auto">
              <a:xfrm>
                <a:off x="7287419" y="257730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1" name="AutoShape 57"/>
              <p:cNvSpPr/>
              <p:nvPr/>
            </p:nvSpPr>
            <p:spPr bwMode="auto">
              <a:xfrm>
                <a:off x="7606507" y="257730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2" name="AutoShape 58"/>
              <p:cNvSpPr/>
              <p:nvPr/>
            </p:nvSpPr>
            <p:spPr bwMode="auto">
              <a:xfrm>
                <a:off x="7446963" y="2577307"/>
                <a:ext cx="145257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15416"/>
                    </a:moveTo>
                    <a:cubicBezTo>
                      <a:pt x="16954" y="15452"/>
                      <a:pt x="16923" y="15487"/>
                      <a:pt x="16883" y="15523"/>
                    </a:cubicBezTo>
                    <a:cubicBezTo>
                      <a:pt x="16677" y="15701"/>
                      <a:pt x="16414" y="15870"/>
                      <a:pt x="16066" y="16020"/>
                    </a:cubicBezTo>
                    <a:cubicBezTo>
                      <a:pt x="16057" y="16024"/>
                      <a:pt x="16044" y="16027"/>
                      <a:pt x="16038" y="16031"/>
                    </a:cubicBezTo>
                    <a:cubicBezTo>
                      <a:pt x="15662" y="16192"/>
                      <a:pt x="15214" y="16334"/>
                      <a:pt x="14705" y="16454"/>
                    </a:cubicBezTo>
                    <a:cubicBezTo>
                      <a:pt x="14697" y="16457"/>
                      <a:pt x="14692" y="16458"/>
                      <a:pt x="14686" y="16459"/>
                    </a:cubicBezTo>
                    <a:cubicBezTo>
                      <a:pt x="14163" y="16582"/>
                      <a:pt x="13584" y="16681"/>
                      <a:pt x="12960" y="16749"/>
                    </a:cubicBezTo>
                    <a:cubicBezTo>
                      <a:pt x="12279" y="16826"/>
                      <a:pt x="11560" y="16875"/>
                      <a:pt x="10800" y="16875"/>
                    </a:cubicBezTo>
                    <a:cubicBezTo>
                      <a:pt x="10037" y="16875"/>
                      <a:pt x="9318" y="16826"/>
                      <a:pt x="8640" y="16749"/>
                    </a:cubicBezTo>
                    <a:cubicBezTo>
                      <a:pt x="8016" y="16681"/>
                      <a:pt x="7435" y="16582"/>
                      <a:pt x="6914" y="16459"/>
                    </a:cubicBezTo>
                    <a:cubicBezTo>
                      <a:pt x="6908" y="16458"/>
                      <a:pt x="6901" y="16457"/>
                      <a:pt x="6893" y="16454"/>
                    </a:cubicBezTo>
                    <a:cubicBezTo>
                      <a:pt x="6385" y="16334"/>
                      <a:pt x="5937" y="16192"/>
                      <a:pt x="5562" y="16031"/>
                    </a:cubicBezTo>
                    <a:cubicBezTo>
                      <a:pt x="5553" y="16027"/>
                      <a:pt x="5541" y="16024"/>
                      <a:pt x="5531" y="16020"/>
                    </a:cubicBezTo>
                    <a:cubicBezTo>
                      <a:pt x="5184" y="15870"/>
                      <a:pt x="4921" y="15701"/>
                      <a:pt x="4715" y="15523"/>
                    </a:cubicBezTo>
                    <a:cubicBezTo>
                      <a:pt x="4676" y="15487"/>
                      <a:pt x="4644" y="15452"/>
                      <a:pt x="4612" y="15416"/>
                    </a:cubicBezTo>
                    <a:cubicBezTo>
                      <a:pt x="4437" y="15236"/>
                      <a:pt x="4320" y="15047"/>
                      <a:pt x="4320" y="14850"/>
                    </a:cubicBezTo>
                    <a:cubicBezTo>
                      <a:pt x="4320" y="14650"/>
                      <a:pt x="4437" y="14462"/>
                      <a:pt x="4612" y="14281"/>
                    </a:cubicBezTo>
                    <a:cubicBezTo>
                      <a:pt x="4644" y="14246"/>
                      <a:pt x="4676" y="14210"/>
                      <a:pt x="4715" y="14176"/>
                    </a:cubicBezTo>
                    <a:cubicBezTo>
                      <a:pt x="4921" y="13998"/>
                      <a:pt x="5184" y="13829"/>
                      <a:pt x="5531" y="13677"/>
                    </a:cubicBezTo>
                    <a:cubicBezTo>
                      <a:pt x="5541" y="13674"/>
                      <a:pt x="5553" y="13671"/>
                      <a:pt x="5562" y="13667"/>
                    </a:cubicBezTo>
                    <a:cubicBezTo>
                      <a:pt x="5937" y="13507"/>
                      <a:pt x="6385" y="13364"/>
                      <a:pt x="6893" y="13244"/>
                    </a:cubicBezTo>
                    <a:cubicBezTo>
                      <a:pt x="6901" y="13242"/>
                      <a:pt x="6908" y="13240"/>
                      <a:pt x="6914" y="13238"/>
                    </a:cubicBezTo>
                    <a:cubicBezTo>
                      <a:pt x="7435" y="13117"/>
                      <a:pt x="8016" y="13018"/>
                      <a:pt x="8640" y="12948"/>
                    </a:cubicBezTo>
                    <a:cubicBezTo>
                      <a:pt x="9318" y="12873"/>
                      <a:pt x="10037" y="12825"/>
                      <a:pt x="10800" y="12825"/>
                    </a:cubicBezTo>
                    <a:cubicBezTo>
                      <a:pt x="11560" y="12825"/>
                      <a:pt x="12279" y="12873"/>
                      <a:pt x="12960" y="12948"/>
                    </a:cubicBezTo>
                    <a:cubicBezTo>
                      <a:pt x="13584" y="13018"/>
                      <a:pt x="14163" y="13117"/>
                      <a:pt x="14686" y="13238"/>
                    </a:cubicBezTo>
                    <a:cubicBezTo>
                      <a:pt x="14692" y="13240"/>
                      <a:pt x="14697" y="13242"/>
                      <a:pt x="14705" y="13244"/>
                    </a:cubicBezTo>
                    <a:cubicBezTo>
                      <a:pt x="15214" y="13364"/>
                      <a:pt x="15662" y="13507"/>
                      <a:pt x="16038" y="13667"/>
                    </a:cubicBezTo>
                    <a:cubicBezTo>
                      <a:pt x="16044" y="13671"/>
                      <a:pt x="16057" y="13674"/>
                      <a:pt x="16066" y="13677"/>
                    </a:cubicBezTo>
                    <a:cubicBezTo>
                      <a:pt x="16414" y="13829"/>
                      <a:pt x="16677" y="13998"/>
                      <a:pt x="16883" y="14176"/>
                    </a:cubicBezTo>
                    <a:cubicBezTo>
                      <a:pt x="16923" y="14210"/>
                      <a:pt x="16954" y="14246"/>
                      <a:pt x="16988" y="14281"/>
                    </a:cubicBezTo>
                    <a:cubicBezTo>
                      <a:pt x="17161" y="14462"/>
                      <a:pt x="17280" y="14650"/>
                      <a:pt x="17280" y="14850"/>
                    </a:cubicBezTo>
                    <a:cubicBezTo>
                      <a:pt x="17280" y="15047"/>
                      <a:pt x="17161" y="15236"/>
                      <a:pt x="16988" y="154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8156"/>
                    </a:lnTo>
                    <a:cubicBezTo>
                      <a:pt x="9338" y="18201"/>
                      <a:pt x="10059" y="18225"/>
                      <a:pt x="10800" y="18225"/>
                    </a:cubicBezTo>
                    <a:cubicBezTo>
                      <a:pt x="11541" y="18225"/>
                      <a:pt x="12262" y="18201"/>
                      <a:pt x="12960" y="18156"/>
                    </a:cubicBezTo>
                    <a:cubicBezTo>
                      <a:pt x="12960" y="181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11542"/>
                    </a:lnTo>
                    <a:cubicBezTo>
                      <a:pt x="12262" y="11498"/>
                      <a:pt x="11541" y="11475"/>
                      <a:pt x="10800" y="11475"/>
                    </a:cubicBezTo>
                    <a:cubicBezTo>
                      <a:pt x="10059" y="11475"/>
                      <a:pt x="9338" y="11498"/>
                      <a:pt x="8640" y="11542"/>
                    </a:cubicBezTo>
                    <a:cubicBezTo>
                      <a:pt x="8640" y="11542"/>
                      <a:pt x="8640" y="2025"/>
                      <a:pt x="8640" y="2025"/>
                    </a:cubicBezTo>
                    <a:close/>
                    <a:moveTo>
                      <a:pt x="17280" y="121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12164"/>
                    </a:lnTo>
                    <a:cubicBezTo>
                      <a:pt x="1710" y="12781"/>
                      <a:pt x="0" y="13749"/>
                      <a:pt x="0" y="14850"/>
                    </a:cubicBezTo>
                    <a:cubicBezTo>
                      <a:pt x="0" y="15950"/>
                      <a:pt x="1710" y="16918"/>
                      <a:pt x="4320" y="175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17534"/>
                    </a:lnTo>
                    <a:cubicBezTo>
                      <a:pt x="19889" y="16918"/>
                      <a:pt x="21600" y="15950"/>
                      <a:pt x="21600" y="14850"/>
                    </a:cubicBezTo>
                    <a:cubicBezTo>
                      <a:pt x="21600" y="13749"/>
                      <a:pt x="19889" y="12781"/>
                      <a:pt x="17280" y="121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3" name="AutoShape 59"/>
            <p:cNvSpPr/>
            <p:nvPr/>
          </p:nvSpPr>
          <p:spPr bwMode="auto">
            <a:xfrm>
              <a:off x="3792983" y="3721430"/>
              <a:ext cx="403057" cy="402369"/>
            </a:xfrm>
            <a:custGeom>
              <a:avLst/>
              <a:gdLst>
                <a:gd name="T0" fmla="+- 0 10794 23"/>
                <a:gd name="T1" fmla="*/ T0 w 21543"/>
                <a:gd name="T2" fmla="*/ 10800 h 21600"/>
                <a:gd name="T3" fmla="+- 0 10794 23"/>
                <a:gd name="T4" fmla="*/ T3 w 21543"/>
                <a:gd name="T5" fmla="*/ 10800 h 21600"/>
                <a:gd name="T6" fmla="+- 0 10794 23"/>
                <a:gd name="T7" fmla="*/ T6 w 21543"/>
                <a:gd name="T8" fmla="*/ 10800 h 21600"/>
                <a:gd name="T9" fmla="+- 0 10794 23"/>
                <a:gd name="T10" fmla="*/ T9 w 21543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43" h="21600">
                  <a:moveTo>
                    <a:pt x="16976" y="19986"/>
                  </a:moveTo>
                  <a:lnTo>
                    <a:pt x="11226" y="17680"/>
                  </a:lnTo>
                  <a:cubicBezTo>
                    <a:pt x="11088" y="17626"/>
                    <a:pt x="10946" y="17608"/>
                    <a:pt x="10806" y="17600"/>
                  </a:cubicBezTo>
                  <a:lnTo>
                    <a:pt x="19660" y="3837"/>
                  </a:lnTo>
                  <a:cubicBezTo>
                    <a:pt x="19660" y="3837"/>
                    <a:pt x="16976" y="19986"/>
                    <a:pt x="16976" y="19986"/>
                  </a:cubicBezTo>
                  <a:close/>
                  <a:moveTo>
                    <a:pt x="6859" y="16244"/>
                  </a:moveTo>
                  <a:cubicBezTo>
                    <a:pt x="6858" y="16242"/>
                    <a:pt x="6855" y="16240"/>
                    <a:pt x="6854" y="16238"/>
                  </a:cubicBezTo>
                  <a:lnTo>
                    <a:pt x="19606" y="2552"/>
                  </a:lnTo>
                  <a:lnTo>
                    <a:pt x="8735" y="19536"/>
                  </a:lnTo>
                  <a:cubicBezTo>
                    <a:pt x="8735" y="19536"/>
                    <a:pt x="6859" y="16244"/>
                    <a:pt x="6859" y="16244"/>
                  </a:cubicBezTo>
                  <a:close/>
                  <a:moveTo>
                    <a:pt x="2111" y="14024"/>
                  </a:moveTo>
                  <a:lnTo>
                    <a:pt x="17712" y="3595"/>
                  </a:lnTo>
                  <a:lnTo>
                    <a:pt x="6369" y="15770"/>
                  </a:lnTo>
                  <a:cubicBezTo>
                    <a:pt x="6309" y="15734"/>
                    <a:pt x="6256" y="15687"/>
                    <a:pt x="6190" y="15660"/>
                  </a:cubicBezTo>
                  <a:cubicBezTo>
                    <a:pt x="6190" y="15660"/>
                    <a:pt x="2111" y="14024"/>
                    <a:pt x="2111" y="14024"/>
                  </a:cubicBezTo>
                  <a:close/>
                  <a:moveTo>
                    <a:pt x="21234" y="108"/>
                  </a:moveTo>
                  <a:cubicBezTo>
                    <a:pt x="21123" y="35"/>
                    <a:pt x="20996" y="0"/>
                    <a:pt x="20868" y="0"/>
                  </a:cubicBezTo>
                  <a:cubicBezTo>
                    <a:pt x="20738" y="0"/>
                    <a:pt x="20608" y="36"/>
                    <a:pt x="20495" y="113"/>
                  </a:cubicBezTo>
                  <a:lnTo>
                    <a:pt x="299" y="13613"/>
                  </a:lnTo>
                  <a:cubicBezTo>
                    <a:pt x="91" y="13751"/>
                    <a:pt x="-23" y="13995"/>
                    <a:pt x="3" y="14244"/>
                  </a:cubicBezTo>
                  <a:cubicBezTo>
                    <a:pt x="28" y="14494"/>
                    <a:pt x="190" y="14708"/>
                    <a:pt x="422" y="14801"/>
                  </a:cubicBezTo>
                  <a:lnTo>
                    <a:pt x="5689" y="16914"/>
                  </a:lnTo>
                  <a:lnTo>
                    <a:pt x="8166" y="21259"/>
                  </a:lnTo>
                  <a:cubicBezTo>
                    <a:pt x="8284" y="21468"/>
                    <a:pt x="8505" y="21597"/>
                    <a:pt x="8743" y="21599"/>
                  </a:cubicBezTo>
                  <a:lnTo>
                    <a:pt x="8751" y="21599"/>
                  </a:lnTo>
                  <a:cubicBezTo>
                    <a:pt x="8987" y="21599"/>
                    <a:pt x="9206" y="21474"/>
                    <a:pt x="9328" y="21271"/>
                  </a:cubicBezTo>
                  <a:lnTo>
                    <a:pt x="10726" y="18934"/>
                  </a:lnTo>
                  <a:lnTo>
                    <a:pt x="17253" y="21551"/>
                  </a:lnTo>
                  <a:cubicBezTo>
                    <a:pt x="17332" y="21584"/>
                    <a:pt x="17418" y="21599"/>
                    <a:pt x="17502" y="21599"/>
                  </a:cubicBezTo>
                  <a:cubicBezTo>
                    <a:pt x="17617" y="21599"/>
                    <a:pt x="17731" y="21571"/>
                    <a:pt x="17832" y="21512"/>
                  </a:cubicBezTo>
                  <a:cubicBezTo>
                    <a:pt x="18010" y="21412"/>
                    <a:pt x="18133" y="21238"/>
                    <a:pt x="18167" y="21035"/>
                  </a:cubicBezTo>
                  <a:lnTo>
                    <a:pt x="21533" y="785"/>
                  </a:lnTo>
                  <a:cubicBezTo>
                    <a:pt x="21576" y="520"/>
                    <a:pt x="21459" y="254"/>
                    <a:pt x="21234" y="10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24" name="Group 38"/>
            <p:cNvGrpSpPr/>
            <p:nvPr/>
          </p:nvGrpSpPr>
          <p:grpSpPr>
            <a:xfrm>
              <a:off x="5274459" y="2725345"/>
              <a:ext cx="403056" cy="339090"/>
              <a:chOff x="5368132" y="2625725"/>
              <a:chExt cx="465138" cy="391319"/>
            </a:xfrm>
            <a:grpFill/>
          </p:grpSpPr>
          <p:sp>
            <p:nvSpPr>
              <p:cNvPr id="37" name="AutoShape 120"/>
              <p:cNvSpPr/>
              <p:nvPr/>
            </p:nvSpPr>
            <p:spPr bwMode="auto">
              <a:xfrm>
                <a:off x="5484813" y="2727325"/>
                <a:ext cx="231775" cy="2317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48" y="16070"/>
                    </a:moveTo>
                    <a:cubicBezTo>
                      <a:pt x="14037" y="19468"/>
                      <a:pt x="8925" y="19859"/>
                      <a:pt x="5529" y="16948"/>
                    </a:cubicBezTo>
                    <a:cubicBezTo>
                      <a:pt x="2130" y="14038"/>
                      <a:pt x="1740" y="8924"/>
                      <a:pt x="4651" y="5527"/>
                    </a:cubicBezTo>
                    <a:cubicBezTo>
                      <a:pt x="7559" y="2131"/>
                      <a:pt x="12674" y="1740"/>
                      <a:pt x="16070" y="4650"/>
                    </a:cubicBezTo>
                    <a:cubicBezTo>
                      <a:pt x="19466" y="7560"/>
                      <a:pt x="19859" y="12673"/>
                      <a:pt x="16948" y="16070"/>
                    </a:cubicBezTo>
                    <a:moveTo>
                      <a:pt x="10800" y="0"/>
                    </a:moveTo>
                    <a:cubicBezTo>
                      <a:pt x="4833" y="0"/>
                      <a:pt x="0" y="4834"/>
                      <a:pt x="0" y="10800"/>
                    </a:cubicBezTo>
                    <a:cubicBezTo>
                      <a:pt x="0" y="16765"/>
                      <a:pt x="4833" y="21599"/>
                      <a:pt x="10800" y="21599"/>
                    </a:cubicBezTo>
                    <a:cubicBezTo>
                      <a:pt x="16764" y="21599"/>
                      <a:pt x="21600" y="16765"/>
                      <a:pt x="21600" y="10800"/>
                    </a:cubicBezTo>
                    <a:cubicBezTo>
                      <a:pt x="21600" y="4834"/>
                      <a:pt x="16764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8" name="AutoShape 121"/>
              <p:cNvSpPr/>
              <p:nvPr/>
            </p:nvSpPr>
            <p:spPr bwMode="auto">
              <a:xfrm>
                <a:off x="5542757" y="2785269"/>
                <a:ext cx="65088" cy="650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200" y="0"/>
                    </a:moveTo>
                    <a:cubicBezTo>
                      <a:pt x="8596" y="0"/>
                      <a:pt x="0" y="8596"/>
                      <a:pt x="0" y="19195"/>
                    </a:cubicBezTo>
                    <a:lnTo>
                      <a:pt x="0" y="19199"/>
                    </a:lnTo>
                    <a:cubicBezTo>
                      <a:pt x="0" y="20524"/>
                      <a:pt x="1068" y="21599"/>
                      <a:pt x="2400" y="21599"/>
                    </a:cubicBezTo>
                    <a:cubicBezTo>
                      <a:pt x="3721" y="21599"/>
                      <a:pt x="4800" y="20524"/>
                      <a:pt x="4800" y="19199"/>
                    </a:cubicBezTo>
                    <a:lnTo>
                      <a:pt x="4800" y="19195"/>
                    </a:lnTo>
                    <a:cubicBezTo>
                      <a:pt x="4800" y="11247"/>
                      <a:pt x="11240" y="4799"/>
                      <a:pt x="19200" y="4799"/>
                    </a:cubicBezTo>
                    <a:cubicBezTo>
                      <a:pt x="20521" y="4799"/>
                      <a:pt x="21600" y="3724"/>
                      <a:pt x="21600" y="2399"/>
                    </a:cubicBezTo>
                    <a:cubicBezTo>
                      <a:pt x="21600" y="1075"/>
                      <a:pt x="20521" y="0"/>
                      <a:pt x="192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AutoShape 122"/>
              <p:cNvSpPr/>
              <p:nvPr/>
            </p:nvSpPr>
            <p:spPr bwMode="auto">
              <a:xfrm>
                <a:off x="5368132" y="2625725"/>
                <a:ext cx="465138" cy="39131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249" y="19199"/>
                    </a:moveTo>
                    <a:cubicBezTo>
                      <a:pt x="20249" y="19642"/>
                      <a:pt x="19948" y="19999"/>
                      <a:pt x="19575" y="19999"/>
                    </a:cubicBezTo>
                    <a:lnTo>
                      <a:pt x="2024" y="19999"/>
                    </a:lnTo>
                    <a:cubicBezTo>
                      <a:pt x="1651" y="19999"/>
                      <a:pt x="1349" y="19642"/>
                      <a:pt x="1349" y="19199"/>
                    </a:cubicBezTo>
                    <a:lnTo>
                      <a:pt x="1349" y="7200"/>
                    </a:lnTo>
                    <a:cubicBezTo>
                      <a:pt x="1349" y="6809"/>
                      <a:pt x="1588" y="6475"/>
                      <a:pt x="1914" y="6411"/>
                    </a:cubicBezTo>
                    <a:lnTo>
                      <a:pt x="5588" y="5684"/>
                    </a:lnTo>
                    <a:lnTo>
                      <a:pt x="6797" y="2103"/>
                    </a:lnTo>
                    <a:cubicBezTo>
                      <a:pt x="6900" y="1799"/>
                      <a:pt x="7148" y="1600"/>
                      <a:pt x="7424" y="1600"/>
                    </a:cubicBezTo>
                    <a:lnTo>
                      <a:pt x="14174" y="1600"/>
                    </a:lnTo>
                    <a:cubicBezTo>
                      <a:pt x="14450" y="1600"/>
                      <a:pt x="14698" y="1799"/>
                      <a:pt x="14801" y="2103"/>
                    </a:cubicBezTo>
                    <a:lnTo>
                      <a:pt x="16010" y="5684"/>
                    </a:lnTo>
                    <a:lnTo>
                      <a:pt x="19685" y="6411"/>
                    </a:lnTo>
                    <a:cubicBezTo>
                      <a:pt x="20011" y="6475"/>
                      <a:pt x="20249" y="6809"/>
                      <a:pt x="20249" y="7200"/>
                    </a:cubicBezTo>
                    <a:cubicBezTo>
                      <a:pt x="20249" y="7200"/>
                      <a:pt x="20249" y="19199"/>
                      <a:pt x="20249" y="19199"/>
                    </a:cubicBezTo>
                    <a:close/>
                    <a:moveTo>
                      <a:pt x="19907" y="4832"/>
                    </a:moveTo>
                    <a:lnTo>
                      <a:pt x="16981" y="4254"/>
                    </a:lnTo>
                    <a:lnTo>
                      <a:pt x="16054" y="1507"/>
                    </a:lnTo>
                    <a:cubicBezTo>
                      <a:pt x="15745" y="591"/>
                      <a:pt x="15006" y="0"/>
                      <a:pt x="14174" y="0"/>
                    </a:cubicBezTo>
                    <a:lnTo>
                      <a:pt x="7424" y="0"/>
                    </a:lnTo>
                    <a:cubicBezTo>
                      <a:pt x="6593" y="0"/>
                      <a:pt x="5854" y="591"/>
                      <a:pt x="5543" y="1509"/>
                    </a:cubicBezTo>
                    <a:lnTo>
                      <a:pt x="4618" y="4254"/>
                    </a:lnTo>
                    <a:lnTo>
                      <a:pt x="1692" y="4832"/>
                    </a:lnTo>
                    <a:cubicBezTo>
                      <a:pt x="711" y="5025"/>
                      <a:pt x="0" y="6020"/>
                      <a:pt x="0" y="7200"/>
                    </a:cubicBezTo>
                    <a:lnTo>
                      <a:pt x="0" y="19199"/>
                    </a:lnTo>
                    <a:cubicBezTo>
                      <a:pt x="0" y="20523"/>
                      <a:pt x="908" y="21600"/>
                      <a:pt x="2024" y="21600"/>
                    </a:cubicBezTo>
                    <a:lnTo>
                      <a:pt x="19575" y="21600"/>
                    </a:lnTo>
                    <a:cubicBezTo>
                      <a:pt x="20691" y="21600"/>
                      <a:pt x="21600" y="20523"/>
                      <a:pt x="21600" y="19199"/>
                    </a:cubicBezTo>
                    <a:lnTo>
                      <a:pt x="21600" y="7200"/>
                    </a:lnTo>
                    <a:cubicBezTo>
                      <a:pt x="21600" y="6020"/>
                      <a:pt x="20888" y="5025"/>
                      <a:pt x="19907" y="483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" name="Group 42"/>
            <p:cNvGrpSpPr/>
            <p:nvPr/>
          </p:nvGrpSpPr>
          <p:grpSpPr>
            <a:xfrm>
              <a:off x="2496784" y="2730579"/>
              <a:ext cx="402369" cy="314330"/>
              <a:chOff x="2581275" y="1710532"/>
              <a:chExt cx="464344" cy="362744"/>
            </a:xfrm>
            <a:grpFill/>
          </p:grpSpPr>
          <p:sp>
            <p:nvSpPr>
              <p:cNvPr id="30" name="AutoShape 140"/>
              <p:cNvSpPr/>
              <p:nvPr/>
            </p:nvSpPr>
            <p:spPr bwMode="auto">
              <a:xfrm>
                <a:off x="2639219" y="1768475"/>
                <a:ext cx="290513" cy="235744"/>
              </a:xfrm>
              <a:custGeom>
                <a:avLst/>
                <a:gdLst>
                  <a:gd name="T0" fmla="+- 0 10800 376"/>
                  <a:gd name="T1" fmla="*/ T0 w 20848"/>
                  <a:gd name="T2" fmla="*/ 10800 h 21600"/>
                  <a:gd name="T3" fmla="+- 0 10800 376"/>
                  <a:gd name="T4" fmla="*/ T3 w 20848"/>
                  <a:gd name="T5" fmla="*/ 10800 h 21600"/>
                  <a:gd name="T6" fmla="+- 0 10800 376"/>
                  <a:gd name="T7" fmla="*/ T6 w 20848"/>
                  <a:gd name="T8" fmla="*/ 10800 h 21600"/>
                  <a:gd name="T9" fmla="+- 0 10800 376"/>
                  <a:gd name="T10" fmla="*/ T9 w 20848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0848" h="21600">
                    <a:moveTo>
                      <a:pt x="18728" y="19178"/>
                    </a:moveTo>
                    <a:cubicBezTo>
                      <a:pt x="13191" y="20631"/>
                      <a:pt x="7654" y="20631"/>
                      <a:pt x="2118" y="19178"/>
                    </a:cubicBezTo>
                    <a:cubicBezTo>
                      <a:pt x="678" y="13592"/>
                      <a:pt x="678" y="8008"/>
                      <a:pt x="2118" y="2421"/>
                    </a:cubicBezTo>
                    <a:cubicBezTo>
                      <a:pt x="7654" y="968"/>
                      <a:pt x="13191" y="968"/>
                      <a:pt x="18728" y="2421"/>
                    </a:cubicBezTo>
                    <a:cubicBezTo>
                      <a:pt x="20168" y="8008"/>
                      <a:pt x="20168" y="13592"/>
                      <a:pt x="18728" y="19178"/>
                    </a:cubicBezTo>
                    <a:moveTo>
                      <a:pt x="18938" y="1116"/>
                    </a:moveTo>
                    <a:cubicBezTo>
                      <a:pt x="16114" y="375"/>
                      <a:pt x="13249" y="0"/>
                      <a:pt x="10423" y="0"/>
                    </a:cubicBezTo>
                    <a:cubicBezTo>
                      <a:pt x="7597" y="0"/>
                      <a:pt x="4732" y="375"/>
                      <a:pt x="1908" y="1116"/>
                    </a:cubicBezTo>
                    <a:cubicBezTo>
                      <a:pt x="1543" y="1213"/>
                      <a:pt x="1244" y="1552"/>
                      <a:pt x="1127" y="2004"/>
                    </a:cubicBezTo>
                    <a:cubicBezTo>
                      <a:pt x="-376" y="7841"/>
                      <a:pt x="-376" y="13759"/>
                      <a:pt x="1127" y="19593"/>
                    </a:cubicBezTo>
                    <a:cubicBezTo>
                      <a:pt x="1244" y="20047"/>
                      <a:pt x="1543" y="20386"/>
                      <a:pt x="1908" y="20482"/>
                    </a:cubicBezTo>
                    <a:cubicBezTo>
                      <a:pt x="4732" y="21224"/>
                      <a:pt x="7597" y="21600"/>
                      <a:pt x="10423" y="21600"/>
                    </a:cubicBezTo>
                    <a:cubicBezTo>
                      <a:pt x="13249" y="21600"/>
                      <a:pt x="16114" y="21224"/>
                      <a:pt x="18938" y="20482"/>
                    </a:cubicBezTo>
                    <a:cubicBezTo>
                      <a:pt x="19303" y="20386"/>
                      <a:pt x="19602" y="20047"/>
                      <a:pt x="19719" y="19593"/>
                    </a:cubicBezTo>
                    <a:cubicBezTo>
                      <a:pt x="21223" y="13759"/>
                      <a:pt x="21223" y="7841"/>
                      <a:pt x="19719" y="2004"/>
                    </a:cubicBezTo>
                    <a:cubicBezTo>
                      <a:pt x="19602" y="1552"/>
                      <a:pt x="19303" y="1213"/>
                      <a:pt x="18938" y="111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AutoShape 141"/>
              <p:cNvSpPr/>
              <p:nvPr/>
            </p:nvSpPr>
            <p:spPr bwMode="auto">
              <a:xfrm>
                <a:off x="2581275" y="1710532"/>
                <a:ext cx="464344" cy="362744"/>
              </a:xfrm>
              <a:custGeom>
                <a:avLst/>
                <a:gdLst>
                  <a:gd name="T0" fmla="+- 0 10800 252"/>
                  <a:gd name="T1" fmla="*/ T0 w 21096"/>
                  <a:gd name="T2" fmla="*/ 10800 h 21600"/>
                  <a:gd name="T3" fmla="+- 0 10800 252"/>
                  <a:gd name="T4" fmla="*/ T3 w 21096"/>
                  <a:gd name="T5" fmla="*/ 10800 h 21600"/>
                  <a:gd name="T6" fmla="+- 0 10800 252"/>
                  <a:gd name="T7" fmla="*/ T6 w 21096"/>
                  <a:gd name="T8" fmla="*/ 10800 h 21600"/>
                  <a:gd name="T9" fmla="+- 0 10800 252"/>
                  <a:gd name="T10" fmla="*/ T9 w 21096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096" h="21600">
                    <a:moveTo>
                      <a:pt x="19056" y="18331"/>
                    </a:moveTo>
                    <a:cubicBezTo>
                      <a:pt x="13383" y="19233"/>
                      <a:pt x="7711" y="19233"/>
                      <a:pt x="2038" y="18331"/>
                    </a:cubicBezTo>
                    <a:cubicBezTo>
                      <a:pt x="1074" y="13022"/>
                      <a:pt x="1074" y="7713"/>
                      <a:pt x="2038" y="2404"/>
                    </a:cubicBezTo>
                    <a:cubicBezTo>
                      <a:pt x="7711" y="1502"/>
                      <a:pt x="13383" y="1502"/>
                      <a:pt x="19056" y="2404"/>
                    </a:cubicBezTo>
                    <a:cubicBezTo>
                      <a:pt x="20021" y="7713"/>
                      <a:pt x="20021" y="13022"/>
                      <a:pt x="19056" y="18331"/>
                    </a:cubicBezTo>
                    <a:moveTo>
                      <a:pt x="20338" y="2005"/>
                    </a:moveTo>
                    <a:cubicBezTo>
                      <a:pt x="20211" y="1301"/>
                      <a:pt x="19762" y="776"/>
                      <a:pt x="19215" y="689"/>
                    </a:cubicBezTo>
                    <a:cubicBezTo>
                      <a:pt x="16339" y="232"/>
                      <a:pt x="13423" y="0"/>
                      <a:pt x="10547" y="0"/>
                    </a:cubicBezTo>
                    <a:cubicBezTo>
                      <a:pt x="7671" y="0"/>
                      <a:pt x="4755" y="232"/>
                      <a:pt x="1879" y="689"/>
                    </a:cubicBezTo>
                    <a:cubicBezTo>
                      <a:pt x="1332" y="776"/>
                      <a:pt x="883" y="1301"/>
                      <a:pt x="756" y="2005"/>
                    </a:cubicBezTo>
                    <a:cubicBezTo>
                      <a:pt x="-252" y="7553"/>
                      <a:pt x="-252" y="13181"/>
                      <a:pt x="756" y="18731"/>
                    </a:cubicBezTo>
                    <a:cubicBezTo>
                      <a:pt x="883" y="19434"/>
                      <a:pt x="1332" y="19959"/>
                      <a:pt x="1879" y="20046"/>
                    </a:cubicBezTo>
                    <a:cubicBezTo>
                      <a:pt x="3265" y="20266"/>
                      <a:pt x="4660" y="20429"/>
                      <a:pt x="6055" y="20544"/>
                    </a:cubicBezTo>
                    <a:cubicBezTo>
                      <a:pt x="5979" y="20606"/>
                      <a:pt x="5931" y="20670"/>
                      <a:pt x="5931" y="20735"/>
                    </a:cubicBezTo>
                    <a:cubicBezTo>
                      <a:pt x="5931" y="21213"/>
                      <a:pt x="7997" y="21599"/>
                      <a:pt x="10547" y="21599"/>
                    </a:cubicBezTo>
                    <a:cubicBezTo>
                      <a:pt x="13097" y="21599"/>
                      <a:pt x="15164" y="21213"/>
                      <a:pt x="15164" y="20735"/>
                    </a:cubicBezTo>
                    <a:cubicBezTo>
                      <a:pt x="15164" y="20670"/>
                      <a:pt x="15115" y="20606"/>
                      <a:pt x="15040" y="20544"/>
                    </a:cubicBezTo>
                    <a:cubicBezTo>
                      <a:pt x="16434" y="20429"/>
                      <a:pt x="17830" y="20266"/>
                      <a:pt x="19215" y="20046"/>
                    </a:cubicBezTo>
                    <a:cubicBezTo>
                      <a:pt x="19762" y="19959"/>
                      <a:pt x="20211" y="19434"/>
                      <a:pt x="20338" y="18731"/>
                    </a:cubicBezTo>
                    <a:cubicBezTo>
                      <a:pt x="21347" y="13181"/>
                      <a:pt x="21347" y="7553"/>
                      <a:pt x="20338" y="200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AutoShape 142"/>
              <p:cNvSpPr/>
              <p:nvPr/>
            </p:nvSpPr>
            <p:spPr bwMode="auto">
              <a:xfrm>
                <a:off x="2944019" y="1783557"/>
                <a:ext cx="43656" cy="42863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7200"/>
                    </a:moveTo>
                    <a:cubicBezTo>
                      <a:pt x="12779" y="7200"/>
                      <a:pt x="14399" y="8820"/>
                      <a:pt x="14399" y="10800"/>
                    </a:cubicBezTo>
                    <a:cubicBezTo>
                      <a:pt x="14399" y="12779"/>
                      <a:pt x="12779" y="14400"/>
                      <a:pt x="10800" y="14400"/>
                    </a:cubicBezTo>
                    <a:cubicBezTo>
                      <a:pt x="8820" y="14400"/>
                      <a:pt x="7199" y="12779"/>
                      <a:pt x="7199" y="10800"/>
                    </a:cubicBezTo>
                    <a:cubicBezTo>
                      <a:pt x="7199" y="8820"/>
                      <a:pt x="8820" y="7200"/>
                      <a:pt x="10800" y="7200"/>
                    </a:cubicBezTo>
                    <a:moveTo>
                      <a:pt x="10800" y="21599"/>
                    </a:moveTo>
                    <a:cubicBezTo>
                      <a:pt x="16762" y="21599"/>
                      <a:pt x="21600" y="16762"/>
                      <a:pt x="21600" y="10800"/>
                    </a:cubicBezTo>
                    <a:cubicBezTo>
                      <a:pt x="21600" y="4837"/>
                      <a:pt x="16762" y="0"/>
                      <a:pt x="10800" y="0"/>
                    </a:cubicBezTo>
                    <a:cubicBezTo>
                      <a:pt x="4837" y="0"/>
                      <a:pt x="0" y="4837"/>
                      <a:pt x="0" y="10800"/>
                    </a:cubicBezTo>
                    <a:cubicBezTo>
                      <a:pt x="0" y="16762"/>
                      <a:pt x="4837" y="21599"/>
                      <a:pt x="10800" y="2159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AutoShape 143"/>
              <p:cNvSpPr/>
              <p:nvPr/>
            </p:nvSpPr>
            <p:spPr bwMode="auto">
              <a:xfrm>
                <a:off x="2929732" y="1971675"/>
                <a:ext cx="57944" cy="1508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99" y="0"/>
                    </a:moveTo>
                    <a:lnTo>
                      <a:pt x="2699" y="0"/>
                    </a:lnTo>
                    <a:cubicBezTo>
                      <a:pt x="1210" y="0"/>
                      <a:pt x="0" y="4841"/>
                      <a:pt x="0" y="10800"/>
                    </a:cubicBezTo>
                    <a:cubicBezTo>
                      <a:pt x="0" y="16758"/>
                      <a:pt x="1210" y="21599"/>
                      <a:pt x="2699" y="21599"/>
                    </a:cubicBezTo>
                    <a:lnTo>
                      <a:pt x="18899" y="21599"/>
                    </a:lnTo>
                    <a:cubicBezTo>
                      <a:pt x="20389" y="21599"/>
                      <a:pt x="21600" y="16758"/>
                      <a:pt x="21600" y="10800"/>
                    </a:cubicBezTo>
                    <a:cubicBezTo>
                      <a:pt x="21600" y="4841"/>
                      <a:pt x="20389" y="0"/>
                      <a:pt x="18899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4" name="AutoShape 144"/>
              <p:cNvSpPr/>
              <p:nvPr/>
            </p:nvSpPr>
            <p:spPr bwMode="auto">
              <a:xfrm>
                <a:off x="2944019" y="1928019"/>
                <a:ext cx="58738" cy="150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99" y="0"/>
                    </a:moveTo>
                    <a:lnTo>
                      <a:pt x="2699" y="0"/>
                    </a:lnTo>
                    <a:cubicBezTo>
                      <a:pt x="1210" y="0"/>
                      <a:pt x="0" y="4841"/>
                      <a:pt x="0" y="10800"/>
                    </a:cubicBezTo>
                    <a:cubicBezTo>
                      <a:pt x="0" y="16758"/>
                      <a:pt x="1210" y="21599"/>
                      <a:pt x="2699" y="21599"/>
                    </a:cubicBezTo>
                    <a:lnTo>
                      <a:pt x="18899" y="21599"/>
                    </a:lnTo>
                    <a:cubicBezTo>
                      <a:pt x="20389" y="21599"/>
                      <a:pt x="21600" y="16758"/>
                      <a:pt x="21600" y="10800"/>
                    </a:cubicBezTo>
                    <a:cubicBezTo>
                      <a:pt x="21600" y="4841"/>
                      <a:pt x="20389" y="0"/>
                      <a:pt x="18899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AutoShape 145"/>
              <p:cNvSpPr/>
              <p:nvPr/>
            </p:nvSpPr>
            <p:spPr bwMode="auto">
              <a:xfrm>
                <a:off x="2944019" y="1885157"/>
                <a:ext cx="58738" cy="142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99" y="0"/>
                    </a:moveTo>
                    <a:lnTo>
                      <a:pt x="2699" y="0"/>
                    </a:lnTo>
                    <a:cubicBezTo>
                      <a:pt x="1210" y="0"/>
                      <a:pt x="0" y="4841"/>
                      <a:pt x="0" y="10800"/>
                    </a:cubicBezTo>
                    <a:cubicBezTo>
                      <a:pt x="0" y="16758"/>
                      <a:pt x="1210" y="21599"/>
                      <a:pt x="2699" y="21599"/>
                    </a:cubicBezTo>
                    <a:lnTo>
                      <a:pt x="18899" y="21599"/>
                    </a:lnTo>
                    <a:cubicBezTo>
                      <a:pt x="20389" y="21599"/>
                      <a:pt x="21600" y="16758"/>
                      <a:pt x="21600" y="10800"/>
                    </a:cubicBezTo>
                    <a:cubicBezTo>
                      <a:pt x="21600" y="4841"/>
                      <a:pt x="20389" y="0"/>
                      <a:pt x="18899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AutoShape 146"/>
              <p:cNvSpPr/>
              <p:nvPr/>
            </p:nvSpPr>
            <p:spPr bwMode="auto">
              <a:xfrm>
                <a:off x="2697957" y="1826419"/>
                <a:ext cx="86519" cy="61119"/>
              </a:xfrm>
              <a:custGeom>
                <a:avLst/>
                <a:gdLst>
                  <a:gd name="T0" fmla="+- 0 10822 44"/>
                  <a:gd name="T1" fmla="*/ T0 w 21556"/>
                  <a:gd name="T2" fmla="+- 0 10826 53"/>
                  <a:gd name="T3" fmla="*/ 10826 h 21547"/>
                  <a:gd name="T4" fmla="+- 0 10822 44"/>
                  <a:gd name="T5" fmla="*/ T4 w 21556"/>
                  <a:gd name="T6" fmla="+- 0 10826 53"/>
                  <a:gd name="T7" fmla="*/ 10826 h 21547"/>
                  <a:gd name="T8" fmla="+- 0 10822 44"/>
                  <a:gd name="T9" fmla="*/ T8 w 21556"/>
                  <a:gd name="T10" fmla="+- 0 10826 53"/>
                  <a:gd name="T11" fmla="*/ 10826 h 21547"/>
                  <a:gd name="T12" fmla="+- 0 10822 44"/>
                  <a:gd name="T13" fmla="*/ T12 w 21556"/>
                  <a:gd name="T14" fmla="+- 0 10826 53"/>
                  <a:gd name="T15" fmla="*/ 10826 h 2154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556" h="21547">
                    <a:moveTo>
                      <a:pt x="19751" y="2"/>
                    </a:moveTo>
                    <a:lnTo>
                      <a:pt x="3200" y="1845"/>
                    </a:lnTo>
                    <a:cubicBezTo>
                      <a:pt x="2215" y="2010"/>
                      <a:pt x="1272" y="3284"/>
                      <a:pt x="1106" y="4676"/>
                    </a:cubicBezTo>
                    <a:lnTo>
                      <a:pt x="1" y="18986"/>
                    </a:lnTo>
                    <a:cubicBezTo>
                      <a:pt x="-44" y="20398"/>
                      <a:pt x="724" y="21547"/>
                      <a:pt x="1712" y="21547"/>
                    </a:cubicBezTo>
                    <a:cubicBezTo>
                      <a:pt x="2698" y="21547"/>
                      <a:pt x="3542" y="20398"/>
                      <a:pt x="3582" y="18978"/>
                    </a:cubicBezTo>
                    <a:lnTo>
                      <a:pt x="4185" y="9251"/>
                    </a:lnTo>
                    <a:cubicBezTo>
                      <a:pt x="4319" y="7849"/>
                      <a:pt x="5235" y="6592"/>
                      <a:pt x="6220" y="6447"/>
                    </a:cubicBezTo>
                    <a:lnTo>
                      <a:pt x="19751" y="5128"/>
                    </a:lnTo>
                    <a:cubicBezTo>
                      <a:pt x="20743" y="5078"/>
                      <a:pt x="21556" y="3884"/>
                      <a:pt x="21556" y="2467"/>
                    </a:cubicBezTo>
                    <a:cubicBezTo>
                      <a:pt x="21556" y="1055"/>
                      <a:pt x="20743" y="-53"/>
                      <a:pt x="19751" y="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6" name="Group 52"/>
            <p:cNvGrpSpPr/>
            <p:nvPr/>
          </p:nvGrpSpPr>
          <p:grpSpPr>
            <a:xfrm>
              <a:off x="6637964" y="3721430"/>
              <a:ext cx="276500" cy="403057"/>
              <a:chOff x="5441157" y="4440238"/>
              <a:chExt cx="319088" cy="465138"/>
            </a:xfrm>
            <a:grpFill/>
          </p:grpSpPr>
          <p:sp>
            <p:nvSpPr>
              <p:cNvPr id="27" name="AutoShape 97"/>
              <p:cNvSpPr/>
              <p:nvPr/>
            </p:nvSpPr>
            <p:spPr bwMode="auto">
              <a:xfrm>
                <a:off x="5441157" y="4440238"/>
                <a:ext cx="319088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636" y="3374"/>
                    </a:moveTo>
                    <a:lnTo>
                      <a:pt x="1963" y="3375"/>
                    </a:lnTo>
                    <a:lnTo>
                      <a:pt x="1963" y="2025"/>
                    </a:lnTo>
                    <a:cubicBezTo>
                      <a:pt x="1963" y="1653"/>
                      <a:pt x="2402" y="1350"/>
                      <a:pt x="2945" y="1350"/>
                    </a:cubicBezTo>
                    <a:lnTo>
                      <a:pt x="18654" y="1349"/>
                    </a:lnTo>
                    <a:cubicBezTo>
                      <a:pt x="19195" y="1349"/>
                      <a:pt x="19636" y="1652"/>
                      <a:pt x="19636" y="2024"/>
                    </a:cubicBezTo>
                    <a:cubicBezTo>
                      <a:pt x="19636" y="2024"/>
                      <a:pt x="19636" y="3374"/>
                      <a:pt x="19636" y="3374"/>
                    </a:cubicBezTo>
                    <a:close/>
                    <a:moveTo>
                      <a:pt x="19636" y="17546"/>
                    </a:moveTo>
                    <a:lnTo>
                      <a:pt x="1963" y="17547"/>
                    </a:lnTo>
                    <a:lnTo>
                      <a:pt x="1963" y="4050"/>
                    </a:lnTo>
                    <a:lnTo>
                      <a:pt x="19636" y="4049"/>
                    </a:lnTo>
                    <a:cubicBezTo>
                      <a:pt x="19636" y="4049"/>
                      <a:pt x="19636" y="17546"/>
                      <a:pt x="19636" y="17546"/>
                    </a:cubicBezTo>
                    <a:close/>
                    <a:moveTo>
                      <a:pt x="19636" y="19574"/>
                    </a:moveTo>
                    <a:cubicBezTo>
                      <a:pt x="19636" y="19946"/>
                      <a:pt x="19195" y="20249"/>
                      <a:pt x="18654" y="20249"/>
                    </a:cubicBezTo>
                    <a:lnTo>
                      <a:pt x="2945" y="20250"/>
                    </a:lnTo>
                    <a:cubicBezTo>
                      <a:pt x="2402" y="20250"/>
                      <a:pt x="1963" y="19947"/>
                      <a:pt x="1963" y="19575"/>
                    </a:cubicBezTo>
                    <a:lnTo>
                      <a:pt x="1963" y="18222"/>
                    </a:lnTo>
                    <a:lnTo>
                      <a:pt x="19636" y="18221"/>
                    </a:lnTo>
                    <a:cubicBezTo>
                      <a:pt x="19636" y="18221"/>
                      <a:pt x="19636" y="19574"/>
                      <a:pt x="19636" y="19574"/>
                    </a:cubicBezTo>
                    <a:close/>
                    <a:moveTo>
                      <a:pt x="18654" y="0"/>
                    </a:moveTo>
                    <a:lnTo>
                      <a:pt x="2945" y="0"/>
                    </a:lnTo>
                    <a:cubicBezTo>
                      <a:pt x="1317" y="0"/>
                      <a:pt x="0" y="907"/>
                      <a:pt x="0" y="2025"/>
                    </a:cubicBezTo>
                    <a:lnTo>
                      <a:pt x="0" y="19575"/>
                    </a:lnTo>
                    <a:cubicBezTo>
                      <a:pt x="0" y="20693"/>
                      <a:pt x="1317" y="21600"/>
                      <a:pt x="2945" y="21600"/>
                    </a:cubicBezTo>
                    <a:lnTo>
                      <a:pt x="18654" y="21599"/>
                    </a:lnTo>
                    <a:cubicBezTo>
                      <a:pt x="20280" y="21599"/>
                      <a:pt x="21600" y="20693"/>
                      <a:pt x="21600" y="19574"/>
                    </a:cubicBezTo>
                    <a:lnTo>
                      <a:pt x="21600" y="2024"/>
                    </a:lnTo>
                    <a:cubicBezTo>
                      <a:pt x="21600" y="906"/>
                      <a:pt x="20280" y="0"/>
                      <a:pt x="18654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AutoShape 98"/>
              <p:cNvSpPr/>
              <p:nvPr/>
            </p:nvSpPr>
            <p:spPr bwMode="auto">
              <a:xfrm>
                <a:off x="5571332" y="4483894"/>
                <a:ext cx="58738" cy="142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10800"/>
                    </a:moveTo>
                    <a:cubicBezTo>
                      <a:pt x="21600" y="16758"/>
                      <a:pt x="20387" y="21599"/>
                      <a:pt x="18899" y="21599"/>
                    </a:cubicBezTo>
                    <a:lnTo>
                      <a:pt x="2699" y="21599"/>
                    </a:lnTo>
                    <a:cubicBezTo>
                      <a:pt x="1202" y="21599"/>
                      <a:pt x="0" y="16758"/>
                      <a:pt x="0" y="10800"/>
                    </a:cubicBezTo>
                    <a:cubicBezTo>
                      <a:pt x="0" y="4841"/>
                      <a:pt x="1202" y="0"/>
                      <a:pt x="2699" y="0"/>
                    </a:cubicBezTo>
                    <a:lnTo>
                      <a:pt x="18899" y="0"/>
                    </a:lnTo>
                    <a:cubicBezTo>
                      <a:pt x="20387" y="0"/>
                      <a:pt x="21600" y="4841"/>
                      <a:pt x="21600" y="1080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AutoShape 99"/>
              <p:cNvSpPr/>
              <p:nvPr/>
            </p:nvSpPr>
            <p:spPr bwMode="auto">
              <a:xfrm>
                <a:off x="5586413" y="4847432"/>
                <a:ext cx="28575" cy="142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10800"/>
                    </a:moveTo>
                    <a:cubicBezTo>
                      <a:pt x="21600" y="16769"/>
                      <a:pt x="19174" y="21599"/>
                      <a:pt x="16199" y="21599"/>
                    </a:cubicBezTo>
                    <a:lnTo>
                      <a:pt x="5399" y="21599"/>
                    </a:lnTo>
                    <a:cubicBezTo>
                      <a:pt x="2404" y="21599"/>
                      <a:pt x="0" y="16769"/>
                      <a:pt x="0" y="10800"/>
                    </a:cubicBezTo>
                    <a:cubicBezTo>
                      <a:pt x="0" y="4830"/>
                      <a:pt x="2404" y="0"/>
                      <a:pt x="5399" y="0"/>
                    </a:cubicBezTo>
                    <a:lnTo>
                      <a:pt x="16199" y="0"/>
                    </a:lnTo>
                    <a:cubicBezTo>
                      <a:pt x="19174" y="0"/>
                      <a:pt x="21600" y="4830"/>
                      <a:pt x="21600" y="1080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65" name="文本框 1"/>
          <p:cNvSpPr txBox="1"/>
          <p:nvPr/>
        </p:nvSpPr>
        <p:spPr>
          <a:xfrm>
            <a:off x="1014737" y="1950670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6" name="išļîďè"/>
          <p:cNvSpPr txBox="1"/>
          <p:nvPr/>
        </p:nvSpPr>
        <p:spPr bwMode="auto">
          <a:xfrm>
            <a:off x="998854" y="1605846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67" name="文本框 1"/>
          <p:cNvSpPr txBox="1"/>
          <p:nvPr/>
        </p:nvSpPr>
        <p:spPr>
          <a:xfrm>
            <a:off x="4393459" y="1950670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išļîďè"/>
          <p:cNvSpPr txBox="1"/>
          <p:nvPr/>
        </p:nvSpPr>
        <p:spPr bwMode="auto">
          <a:xfrm>
            <a:off x="4377576" y="1605846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69" name="文本框 1"/>
          <p:cNvSpPr txBox="1"/>
          <p:nvPr/>
        </p:nvSpPr>
        <p:spPr>
          <a:xfrm>
            <a:off x="7935705" y="1950670"/>
            <a:ext cx="270513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0" name="išļîďè"/>
          <p:cNvSpPr txBox="1"/>
          <p:nvPr/>
        </p:nvSpPr>
        <p:spPr bwMode="auto">
          <a:xfrm>
            <a:off x="7919822" y="1605846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1" name="文本框 1"/>
          <p:cNvSpPr txBox="1"/>
          <p:nvPr/>
        </p:nvSpPr>
        <p:spPr>
          <a:xfrm>
            <a:off x="2102583" y="5155418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2" name="išļîďè"/>
          <p:cNvSpPr txBox="1"/>
          <p:nvPr/>
        </p:nvSpPr>
        <p:spPr bwMode="auto">
          <a:xfrm>
            <a:off x="2086700" y="4810594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3" name="文本框 1"/>
          <p:cNvSpPr txBox="1"/>
          <p:nvPr/>
        </p:nvSpPr>
        <p:spPr>
          <a:xfrm>
            <a:off x="5481305" y="5155418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4" name="išļîďè"/>
          <p:cNvSpPr txBox="1"/>
          <p:nvPr/>
        </p:nvSpPr>
        <p:spPr bwMode="auto">
          <a:xfrm>
            <a:off x="5465422" y="4810594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5" name="文本框 1"/>
          <p:cNvSpPr txBox="1"/>
          <p:nvPr/>
        </p:nvSpPr>
        <p:spPr>
          <a:xfrm>
            <a:off x="9023551" y="5155418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6" name="išļîďè"/>
          <p:cNvSpPr txBox="1"/>
          <p:nvPr/>
        </p:nvSpPr>
        <p:spPr bwMode="auto">
          <a:xfrm>
            <a:off x="9007668" y="4810594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331514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518" y="1992284"/>
            <a:ext cx="12192518" cy="2375427"/>
            <a:chOff x="-135" y="2292"/>
            <a:chExt cx="14536" cy="2832"/>
          </a:xfrm>
        </p:grpSpPr>
        <p:sp>
          <p:nvSpPr>
            <p:cNvPr id="3" name="梯形 2"/>
            <p:cNvSpPr/>
            <p:nvPr/>
          </p:nvSpPr>
          <p:spPr>
            <a:xfrm rot="16200000">
              <a:off x="8795" y="-543"/>
              <a:ext cx="2707" cy="8504"/>
            </a:xfrm>
            <a:prstGeom prst="trapezoid">
              <a:avLst>
                <a:gd name="adj" fmla="val 16935"/>
              </a:avLst>
            </a:prstGeom>
            <a:solidFill>
              <a:srgbClr val="1C50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梯形 3"/>
            <p:cNvSpPr/>
            <p:nvPr/>
          </p:nvSpPr>
          <p:spPr>
            <a:xfrm rot="5400000">
              <a:off x="1474" y="683"/>
              <a:ext cx="2832" cy="6049"/>
            </a:xfrm>
            <a:prstGeom prst="trapezoid">
              <a:avLst>
                <a:gd name="adj" fmla="val 17865"/>
              </a:avLst>
            </a:prstGeom>
            <a:solidFill>
              <a:schemeClr val="bg1">
                <a:lumMod val="8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2"/>
            <p:cNvSpPr txBox="1"/>
            <p:nvPr/>
          </p:nvSpPr>
          <p:spPr>
            <a:xfrm>
              <a:off x="4404" y="3019"/>
              <a:ext cx="1040" cy="107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Part</a:t>
              </a: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552" y="3080"/>
              <a:ext cx="4018" cy="1404"/>
            </a:xfrm>
            <a:prstGeom prst="rect">
              <a:avLst/>
            </a:prstGeom>
          </p:spPr>
          <p:txBody>
            <a:bodyPr wrap="none" lIns="68580" tIns="34290" rIns="68580" bIns="3429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342900">
                <a:defRPr/>
              </a:pPr>
              <a:r>
                <a:rPr lang="zh-CN" altLang="en-US" sz="3600" b="1" dirty="0">
                  <a:solidFill>
                    <a:prstClr val="white"/>
                  </a:solidFill>
                  <a:latin typeface="Arial" panose="020B0604020202020204"/>
                </a:rPr>
                <a:t>关键技术与实践</a:t>
              </a:r>
              <a:endParaRPr lang="en-US" altLang="zh-CN" sz="3600" b="1" dirty="0">
                <a:solidFill>
                  <a:prstClr val="white"/>
                </a:solidFill>
                <a:latin typeface="Arial" panose="020B0604020202020204"/>
              </a:endParaRPr>
            </a:p>
            <a:p>
              <a:pPr lvl="0" defTabSz="342900">
                <a:defRPr/>
              </a:pPr>
              <a:r>
                <a:rPr lang="zh-CN" altLang="en-US" sz="3600" b="1" dirty="0">
                  <a:solidFill>
                    <a:prstClr val="white"/>
                  </a:solidFill>
                  <a:latin typeface="Arial" panose="020B0604020202020204"/>
                </a:rPr>
                <a:t>难点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50" y="2677"/>
              <a:ext cx="2064" cy="2064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/>
          </p:nvGrpSpPr>
          <p:grpSpPr>
            <a:xfrm>
              <a:off x="10790" y="3025"/>
              <a:ext cx="1443" cy="1460"/>
              <a:chOff x="9140243" y="2604870"/>
              <a:chExt cx="1222523" cy="1235911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9140243" y="2604870"/>
                <a:ext cx="1222065" cy="310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3-1 </a:t>
                </a:r>
                <a:r>
                  <a:rPr lang="zh-CN" altLang="en-US" dirty="0">
                    <a:solidFill>
                      <a:prstClr val="white"/>
                    </a:solidFill>
                    <a:latin typeface="Arial" panose="020B0604020202020204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关键技术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9140243" y="2917263"/>
                <a:ext cx="1222065" cy="310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3-2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实践难点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9140243" y="3214491"/>
                <a:ext cx="1222294" cy="310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3-3 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市场调研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9140243" y="3530296"/>
                <a:ext cx="1222523" cy="310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3-4 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案例分析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9347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7" y="206003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关键技术与实践难点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176801" y="4923453"/>
            <a:ext cx="1604765" cy="1183206"/>
            <a:chOff x="5220029" y="4672837"/>
            <a:chExt cx="1751943" cy="1291721"/>
          </a:xfrm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Freeform 6"/>
            <p:cNvSpPr/>
            <p:nvPr/>
          </p:nvSpPr>
          <p:spPr bwMode="auto">
            <a:xfrm>
              <a:off x="6096000" y="5047978"/>
              <a:ext cx="875972" cy="916580"/>
            </a:xfrm>
            <a:custGeom>
              <a:avLst/>
              <a:gdLst>
                <a:gd name="T0" fmla="*/ 453 w 453"/>
                <a:gd name="T1" fmla="*/ 0 h 474"/>
                <a:gd name="T2" fmla="*/ 0 w 453"/>
                <a:gd name="T3" fmla="*/ 197 h 474"/>
                <a:gd name="T4" fmla="*/ 0 w 453"/>
                <a:gd name="T5" fmla="*/ 474 h 474"/>
                <a:gd name="T6" fmla="*/ 453 w 453"/>
                <a:gd name="T7" fmla="*/ 277 h 474"/>
                <a:gd name="T8" fmla="*/ 453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453" y="0"/>
                  </a:moveTo>
                  <a:lnTo>
                    <a:pt x="0" y="197"/>
                  </a:lnTo>
                  <a:lnTo>
                    <a:pt x="0" y="474"/>
                  </a:lnTo>
                  <a:lnTo>
                    <a:pt x="453" y="277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Freeform 7"/>
            <p:cNvSpPr/>
            <p:nvPr/>
          </p:nvSpPr>
          <p:spPr bwMode="auto">
            <a:xfrm>
              <a:off x="5220029" y="5047978"/>
              <a:ext cx="875972" cy="916580"/>
            </a:xfrm>
            <a:custGeom>
              <a:avLst/>
              <a:gdLst>
                <a:gd name="T0" fmla="*/ 0 w 453"/>
                <a:gd name="T1" fmla="*/ 0 h 474"/>
                <a:gd name="T2" fmla="*/ 453 w 453"/>
                <a:gd name="T3" fmla="*/ 197 h 474"/>
                <a:gd name="T4" fmla="*/ 453 w 453"/>
                <a:gd name="T5" fmla="*/ 474 h 474"/>
                <a:gd name="T6" fmla="*/ 0 w 453"/>
                <a:gd name="T7" fmla="*/ 277 h 474"/>
                <a:gd name="T8" fmla="*/ 0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0" y="0"/>
                  </a:moveTo>
                  <a:lnTo>
                    <a:pt x="453" y="197"/>
                  </a:lnTo>
                  <a:lnTo>
                    <a:pt x="453" y="474"/>
                  </a:lnTo>
                  <a:lnTo>
                    <a:pt x="0" y="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3" name="Freeform 8"/>
            <p:cNvSpPr/>
            <p:nvPr/>
          </p:nvSpPr>
          <p:spPr bwMode="auto">
            <a:xfrm>
              <a:off x="5220029" y="5047978"/>
              <a:ext cx="875972" cy="916580"/>
            </a:xfrm>
            <a:custGeom>
              <a:avLst/>
              <a:gdLst>
                <a:gd name="T0" fmla="*/ 0 w 453"/>
                <a:gd name="T1" fmla="*/ 0 h 474"/>
                <a:gd name="T2" fmla="*/ 453 w 453"/>
                <a:gd name="T3" fmla="*/ 197 h 474"/>
                <a:gd name="T4" fmla="*/ 453 w 453"/>
                <a:gd name="T5" fmla="*/ 474 h 474"/>
                <a:gd name="T6" fmla="*/ 0 w 453"/>
                <a:gd name="T7" fmla="*/ 277 h 474"/>
                <a:gd name="T8" fmla="*/ 0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0" y="0"/>
                  </a:moveTo>
                  <a:lnTo>
                    <a:pt x="453" y="197"/>
                  </a:lnTo>
                  <a:lnTo>
                    <a:pt x="453" y="474"/>
                  </a:lnTo>
                  <a:lnTo>
                    <a:pt x="0" y="27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4" name="Freeform 9"/>
            <p:cNvSpPr/>
            <p:nvPr/>
          </p:nvSpPr>
          <p:spPr bwMode="auto">
            <a:xfrm>
              <a:off x="5220029" y="4672837"/>
              <a:ext cx="1751943" cy="756081"/>
            </a:xfrm>
            <a:custGeom>
              <a:avLst/>
              <a:gdLst>
                <a:gd name="T0" fmla="*/ 453 w 906"/>
                <a:gd name="T1" fmla="*/ 0 h 391"/>
                <a:gd name="T2" fmla="*/ 0 w 906"/>
                <a:gd name="T3" fmla="*/ 194 h 391"/>
                <a:gd name="T4" fmla="*/ 453 w 906"/>
                <a:gd name="T5" fmla="*/ 391 h 391"/>
                <a:gd name="T6" fmla="*/ 906 w 906"/>
                <a:gd name="T7" fmla="*/ 194 h 391"/>
                <a:gd name="T8" fmla="*/ 453 w 906"/>
                <a:gd name="T9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6" h="391">
                  <a:moveTo>
                    <a:pt x="453" y="0"/>
                  </a:moveTo>
                  <a:lnTo>
                    <a:pt x="0" y="194"/>
                  </a:lnTo>
                  <a:lnTo>
                    <a:pt x="453" y="391"/>
                  </a:lnTo>
                  <a:lnTo>
                    <a:pt x="906" y="194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5" name="Freeform 41"/>
            <p:cNvSpPr>
              <a:spLocks noEditPoints="1"/>
            </p:cNvSpPr>
            <p:nvPr/>
          </p:nvSpPr>
          <p:spPr bwMode="auto">
            <a:xfrm>
              <a:off x="5440472" y="5281957"/>
              <a:ext cx="353869" cy="444754"/>
            </a:xfrm>
            <a:custGeom>
              <a:avLst/>
              <a:gdLst>
                <a:gd name="T0" fmla="*/ 25 w 77"/>
                <a:gd name="T1" fmla="*/ 80 h 97"/>
                <a:gd name="T2" fmla="*/ 9 w 77"/>
                <a:gd name="T3" fmla="*/ 46 h 97"/>
                <a:gd name="T4" fmla="*/ 25 w 77"/>
                <a:gd name="T5" fmla="*/ 26 h 97"/>
                <a:gd name="T6" fmla="*/ 41 w 77"/>
                <a:gd name="T7" fmla="*/ 60 h 97"/>
                <a:gd name="T8" fmla="*/ 22 w 77"/>
                <a:gd name="T9" fmla="*/ 9 h 97"/>
                <a:gd name="T10" fmla="*/ 20 w 77"/>
                <a:gd name="T11" fmla="*/ 17 h 97"/>
                <a:gd name="T12" fmla="*/ 11 w 77"/>
                <a:gd name="T13" fmla="*/ 12 h 97"/>
                <a:gd name="T14" fmla="*/ 8 w 77"/>
                <a:gd name="T15" fmla="*/ 26 h 97"/>
                <a:gd name="T16" fmla="*/ 0 w 77"/>
                <a:gd name="T17" fmla="*/ 36 h 97"/>
                <a:gd name="T18" fmla="*/ 5 w 77"/>
                <a:gd name="T19" fmla="*/ 51 h 97"/>
                <a:gd name="T20" fmla="*/ 5 w 77"/>
                <a:gd name="T21" fmla="*/ 70 h 97"/>
                <a:gd name="T22" fmla="*/ 13 w 77"/>
                <a:gd name="T23" fmla="*/ 77 h 97"/>
                <a:gd name="T24" fmla="*/ 21 w 77"/>
                <a:gd name="T25" fmla="*/ 94 h 97"/>
                <a:gd name="T26" fmla="*/ 29 w 77"/>
                <a:gd name="T27" fmla="*/ 89 h 97"/>
                <a:gd name="T28" fmla="*/ 36 w 77"/>
                <a:gd name="T29" fmla="*/ 87 h 97"/>
                <a:gd name="T30" fmla="*/ 45 w 77"/>
                <a:gd name="T31" fmla="*/ 88 h 97"/>
                <a:gd name="T32" fmla="*/ 45 w 77"/>
                <a:gd name="T33" fmla="*/ 69 h 97"/>
                <a:gd name="T34" fmla="*/ 50 w 77"/>
                <a:gd name="T35" fmla="*/ 58 h 97"/>
                <a:gd name="T36" fmla="*/ 42 w 77"/>
                <a:gd name="T37" fmla="*/ 41 h 97"/>
                <a:gd name="T38" fmla="*/ 40 w 77"/>
                <a:gd name="T39" fmla="*/ 25 h 97"/>
                <a:gd name="T40" fmla="*/ 30 w 77"/>
                <a:gd name="T41" fmla="*/ 21 h 97"/>
                <a:gd name="T42" fmla="*/ 22 w 77"/>
                <a:gd name="T43" fmla="*/ 9 h 97"/>
                <a:gd name="T44" fmla="*/ 60 w 77"/>
                <a:gd name="T45" fmla="*/ 48 h 97"/>
                <a:gd name="T46" fmla="*/ 49 w 77"/>
                <a:gd name="T47" fmla="*/ 25 h 97"/>
                <a:gd name="T48" fmla="*/ 60 w 77"/>
                <a:gd name="T49" fmla="*/ 12 h 97"/>
                <a:gd name="T50" fmla="*/ 70 w 77"/>
                <a:gd name="T51" fmla="*/ 35 h 97"/>
                <a:gd name="T52" fmla="*/ 58 w 77"/>
                <a:gd name="T53" fmla="*/ 0 h 97"/>
                <a:gd name="T54" fmla="*/ 57 w 77"/>
                <a:gd name="T55" fmla="*/ 5 h 97"/>
                <a:gd name="T56" fmla="*/ 50 w 77"/>
                <a:gd name="T57" fmla="*/ 2 h 97"/>
                <a:gd name="T58" fmla="*/ 48 w 77"/>
                <a:gd name="T59" fmla="*/ 11 h 97"/>
                <a:gd name="T60" fmla="*/ 43 w 77"/>
                <a:gd name="T61" fmla="*/ 18 h 97"/>
                <a:gd name="T62" fmla="*/ 46 w 77"/>
                <a:gd name="T63" fmla="*/ 28 h 97"/>
                <a:gd name="T64" fmla="*/ 46 w 77"/>
                <a:gd name="T65" fmla="*/ 41 h 97"/>
                <a:gd name="T66" fmla="*/ 52 w 77"/>
                <a:gd name="T67" fmla="*/ 46 h 97"/>
                <a:gd name="T68" fmla="*/ 57 w 77"/>
                <a:gd name="T69" fmla="*/ 57 h 97"/>
                <a:gd name="T70" fmla="*/ 62 w 77"/>
                <a:gd name="T71" fmla="*/ 55 h 97"/>
                <a:gd name="T72" fmla="*/ 67 w 77"/>
                <a:gd name="T73" fmla="*/ 53 h 97"/>
                <a:gd name="T74" fmla="*/ 73 w 77"/>
                <a:gd name="T75" fmla="*/ 53 h 97"/>
                <a:gd name="T76" fmla="*/ 73 w 77"/>
                <a:gd name="T77" fmla="*/ 41 h 97"/>
                <a:gd name="T78" fmla="*/ 77 w 77"/>
                <a:gd name="T79" fmla="*/ 33 h 97"/>
                <a:gd name="T80" fmla="*/ 72 w 77"/>
                <a:gd name="T81" fmla="*/ 22 h 97"/>
                <a:gd name="T82" fmla="*/ 70 w 77"/>
                <a:gd name="T83" fmla="*/ 11 h 97"/>
                <a:gd name="T84" fmla="*/ 63 w 77"/>
                <a:gd name="T85" fmla="*/ 8 h 97"/>
                <a:gd name="T86" fmla="*/ 58 w 77"/>
                <a:gd name="T8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7" h="97">
                  <a:moveTo>
                    <a:pt x="29" y="81"/>
                  </a:moveTo>
                  <a:cubicBezTo>
                    <a:pt x="28" y="81"/>
                    <a:pt x="26" y="81"/>
                    <a:pt x="25" y="80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16" y="76"/>
                    <a:pt x="9" y="61"/>
                    <a:pt x="9" y="46"/>
                  </a:cubicBezTo>
                  <a:cubicBezTo>
                    <a:pt x="10" y="34"/>
                    <a:pt x="15" y="26"/>
                    <a:pt x="22" y="26"/>
                  </a:cubicBezTo>
                  <a:cubicBezTo>
                    <a:pt x="23" y="26"/>
                    <a:pt x="24" y="26"/>
                    <a:pt x="25" y="26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34" y="30"/>
                    <a:pt x="41" y="46"/>
                    <a:pt x="41" y="60"/>
                  </a:cubicBezTo>
                  <a:cubicBezTo>
                    <a:pt x="41" y="73"/>
                    <a:pt x="36" y="81"/>
                    <a:pt x="29" y="81"/>
                  </a:cubicBezTo>
                  <a:moveTo>
                    <a:pt x="22" y="9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18" y="17"/>
                    <a:pt x="16" y="18"/>
                    <a:pt x="14" y="19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29"/>
                    <a:pt x="6" y="33"/>
                    <a:pt x="5" y="3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5" y="56"/>
                    <a:pt x="6" y="61"/>
                    <a:pt x="8" y="65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3" y="77"/>
                    <a:pt x="13" y="77"/>
                    <a:pt x="13" y="77"/>
                  </a:cubicBezTo>
                  <a:cubicBezTo>
                    <a:pt x="16" y="81"/>
                    <a:pt x="18" y="84"/>
                    <a:pt x="21" y="86"/>
                  </a:cubicBezTo>
                  <a:cubicBezTo>
                    <a:pt x="21" y="94"/>
                    <a:pt x="21" y="94"/>
                    <a:pt x="21" y="94"/>
                  </a:cubicBezTo>
                  <a:cubicBezTo>
                    <a:pt x="29" y="97"/>
                    <a:pt x="29" y="97"/>
                    <a:pt x="29" y="97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29" y="90"/>
                    <a:pt x="30" y="90"/>
                    <a:pt x="30" y="90"/>
                  </a:cubicBezTo>
                  <a:cubicBezTo>
                    <a:pt x="32" y="90"/>
                    <a:pt x="34" y="89"/>
                    <a:pt x="36" y="87"/>
                  </a:cubicBezTo>
                  <a:cubicBezTo>
                    <a:pt x="40" y="94"/>
                    <a:pt x="40" y="94"/>
                    <a:pt x="40" y="94"/>
                  </a:cubicBezTo>
                  <a:cubicBezTo>
                    <a:pt x="45" y="88"/>
                    <a:pt x="45" y="88"/>
                    <a:pt x="45" y="88"/>
                  </a:cubicBezTo>
                  <a:cubicBezTo>
                    <a:pt x="42" y="81"/>
                    <a:pt x="42" y="81"/>
                    <a:pt x="42" y="81"/>
                  </a:cubicBezTo>
                  <a:cubicBezTo>
                    <a:pt x="44" y="77"/>
                    <a:pt x="45" y="73"/>
                    <a:pt x="45" y="69"/>
                  </a:cubicBezTo>
                  <a:cubicBezTo>
                    <a:pt x="50" y="71"/>
                    <a:pt x="50" y="71"/>
                    <a:pt x="50" y="71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1"/>
                    <a:pt x="44" y="46"/>
                    <a:pt x="42" y="41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5" y="26"/>
                    <a:pt x="32" y="23"/>
                    <a:pt x="30" y="21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2" y="9"/>
                    <a:pt x="22" y="9"/>
                    <a:pt x="22" y="9"/>
                  </a:cubicBezTo>
                  <a:moveTo>
                    <a:pt x="62" y="49"/>
                  </a:moveTo>
                  <a:cubicBezTo>
                    <a:pt x="61" y="49"/>
                    <a:pt x="61" y="49"/>
                    <a:pt x="60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54" y="46"/>
                    <a:pt x="49" y="35"/>
                    <a:pt x="49" y="25"/>
                  </a:cubicBezTo>
                  <a:cubicBezTo>
                    <a:pt x="49" y="17"/>
                    <a:pt x="53" y="11"/>
                    <a:pt x="57" y="11"/>
                  </a:cubicBezTo>
                  <a:cubicBezTo>
                    <a:pt x="58" y="11"/>
                    <a:pt x="59" y="11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6" y="14"/>
                    <a:pt x="71" y="25"/>
                    <a:pt x="70" y="35"/>
                  </a:cubicBezTo>
                  <a:cubicBezTo>
                    <a:pt x="70" y="43"/>
                    <a:pt x="67" y="49"/>
                    <a:pt x="62" y="49"/>
                  </a:cubicBezTo>
                  <a:moveTo>
                    <a:pt x="58" y="0"/>
                  </a:moveTo>
                  <a:cubicBezTo>
                    <a:pt x="57" y="5"/>
                    <a:pt x="57" y="5"/>
                    <a:pt x="57" y="5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55" y="5"/>
                    <a:pt x="54" y="6"/>
                    <a:pt x="52" y="7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7" y="14"/>
                    <a:pt x="47" y="16"/>
                    <a:pt x="46" y="19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32"/>
                    <a:pt x="47" y="35"/>
                    <a:pt x="48" y="38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3" y="49"/>
                    <a:pt x="55" y="51"/>
                    <a:pt x="57" y="52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62" y="60"/>
                    <a:pt x="62" y="60"/>
                    <a:pt x="62" y="60"/>
                  </a:cubicBezTo>
                  <a:cubicBezTo>
                    <a:pt x="62" y="55"/>
                    <a:pt x="62" y="55"/>
                    <a:pt x="62" y="55"/>
                  </a:cubicBezTo>
                  <a:cubicBezTo>
                    <a:pt x="62" y="55"/>
                    <a:pt x="63" y="55"/>
                    <a:pt x="63" y="55"/>
                  </a:cubicBezTo>
                  <a:cubicBezTo>
                    <a:pt x="65" y="55"/>
                    <a:pt x="66" y="54"/>
                    <a:pt x="67" y="53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3" y="53"/>
                    <a:pt x="73" y="53"/>
                    <a:pt x="73" y="53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2" y="46"/>
                    <a:pt x="73" y="44"/>
                    <a:pt x="73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4" y="32"/>
                    <a:pt x="74" y="32"/>
                    <a:pt x="74" y="32"/>
                  </a:cubicBezTo>
                  <a:cubicBezTo>
                    <a:pt x="73" y="28"/>
                    <a:pt x="73" y="25"/>
                    <a:pt x="72" y="22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68" y="14"/>
                    <a:pt x="68" y="14"/>
                    <a:pt x="68" y="14"/>
                  </a:cubicBezTo>
                  <a:cubicBezTo>
                    <a:pt x="66" y="11"/>
                    <a:pt x="65" y="9"/>
                    <a:pt x="63" y="8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58" y="0"/>
                    <a:pt x="58" y="0"/>
                    <a:pt x="58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74301" y="3951030"/>
            <a:ext cx="1604765" cy="1181433"/>
            <a:chOff x="5220029" y="3611230"/>
            <a:chExt cx="1751943" cy="1289786"/>
          </a:xfrm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Freeform 10"/>
            <p:cNvSpPr/>
            <p:nvPr/>
          </p:nvSpPr>
          <p:spPr bwMode="auto">
            <a:xfrm>
              <a:off x="6096000" y="3986370"/>
              <a:ext cx="875972" cy="914646"/>
            </a:xfrm>
            <a:custGeom>
              <a:avLst/>
              <a:gdLst>
                <a:gd name="T0" fmla="*/ 453 w 453"/>
                <a:gd name="T1" fmla="*/ 0 h 473"/>
                <a:gd name="T2" fmla="*/ 0 w 453"/>
                <a:gd name="T3" fmla="*/ 194 h 473"/>
                <a:gd name="T4" fmla="*/ 0 w 453"/>
                <a:gd name="T5" fmla="*/ 473 h 473"/>
                <a:gd name="T6" fmla="*/ 453 w 453"/>
                <a:gd name="T7" fmla="*/ 277 h 473"/>
                <a:gd name="T8" fmla="*/ 453 w 453"/>
                <a:gd name="T9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3">
                  <a:moveTo>
                    <a:pt x="453" y="0"/>
                  </a:moveTo>
                  <a:lnTo>
                    <a:pt x="0" y="194"/>
                  </a:lnTo>
                  <a:lnTo>
                    <a:pt x="0" y="473"/>
                  </a:lnTo>
                  <a:lnTo>
                    <a:pt x="453" y="277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Freeform 11"/>
            <p:cNvSpPr/>
            <p:nvPr/>
          </p:nvSpPr>
          <p:spPr bwMode="auto">
            <a:xfrm>
              <a:off x="5220029" y="3986370"/>
              <a:ext cx="875972" cy="914646"/>
            </a:xfrm>
            <a:custGeom>
              <a:avLst/>
              <a:gdLst>
                <a:gd name="T0" fmla="*/ 0 w 453"/>
                <a:gd name="T1" fmla="*/ 0 h 473"/>
                <a:gd name="T2" fmla="*/ 453 w 453"/>
                <a:gd name="T3" fmla="*/ 194 h 473"/>
                <a:gd name="T4" fmla="*/ 453 w 453"/>
                <a:gd name="T5" fmla="*/ 473 h 473"/>
                <a:gd name="T6" fmla="*/ 0 w 453"/>
                <a:gd name="T7" fmla="*/ 277 h 473"/>
                <a:gd name="T8" fmla="*/ 0 w 453"/>
                <a:gd name="T9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3">
                  <a:moveTo>
                    <a:pt x="0" y="0"/>
                  </a:moveTo>
                  <a:lnTo>
                    <a:pt x="453" y="194"/>
                  </a:lnTo>
                  <a:lnTo>
                    <a:pt x="453" y="473"/>
                  </a:lnTo>
                  <a:lnTo>
                    <a:pt x="0" y="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5220029" y="3611230"/>
              <a:ext cx="1751943" cy="750280"/>
            </a:xfrm>
            <a:custGeom>
              <a:avLst/>
              <a:gdLst>
                <a:gd name="T0" fmla="*/ 453 w 906"/>
                <a:gd name="T1" fmla="*/ 0 h 388"/>
                <a:gd name="T2" fmla="*/ 0 w 906"/>
                <a:gd name="T3" fmla="*/ 194 h 388"/>
                <a:gd name="T4" fmla="*/ 453 w 906"/>
                <a:gd name="T5" fmla="*/ 388 h 388"/>
                <a:gd name="T6" fmla="*/ 906 w 906"/>
                <a:gd name="T7" fmla="*/ 194 h 388"/>
                <a:gd name="T8" fmla="*/ 453 w 906"/>
                <a:gd name="T9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6" h="388">
                  <a:moveTo>
                    <a:pt x="453" y="0"/>
                  </a:moveTo>
                  <a:lnTo>
                    <a:pt x="0" y="194"/>
                  </a:lnTo>
                  <a:lnTo>
                    <a:pt x="453" y="388"/>
                  </a:lnTo>
                  <a:lnTo>
                    <a:pt x="906" y="194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Freeform 43"/>
            <p:cNvSpPr>
              <a:spLocks noEditPoints="1"/>
            </p:cNvSpPr>
            <p:nvPr/>
          </p:nvSpPr>
          <p:spPr bwMode="auto">
            <a:xfrm>
              <a:off x="5500417" y="4191343"/>
              <a:ext cx="320996" cy="485362"/>
            </a:xfrm>
            <a:custGeom>
              <a:avLst/>
              <a:gdLst>
                <a:gd name="T0" fmla="*/ 63 w 70"/>
                <a:gd name="T1" fmla="*/ 23 h 106"/>
                <a:gd name="T2" fmla="*/ 51 w 70"/>
                <a:gd name="T3" fmla="*/ 38 h 106"/>
                <a:gd name="T4" fmla="*/ 42 w 70"/>
                <a:gd name="T5" fmla="*/ 25 h 106"/>
                <a:gd name="T6" fmla="*/ 42 w 70"/>
                <a:gd name="T7" fmla="*/ 24 h 106"/>
                <a:gd name="T8" fmla="*/ 41 w 70"/>
                <a:gd name="T9" fmla="*/ 25 h 106"/>
                <a:gd name="T10" fmla="*/ 33 w 70"/>
                <a:gd name="T11" fmla="*/ 35 h 106"/>
                <a:gd name="T12" fmla="*/ 34 w 70"/>
                <a:gd name="T13" fmla="*/ 37 h 106"/>
                <a:gd name="T14" fmla="*/ 42 w 70"/>
                <a:gd name="T15" fmla="*/ 28 h 106"/>
                <a:gd name="T16" fmla="*/ 51 w 70"/>
                <a:gd name="T17" fmla="*/ 40 h 106"/>
                <a:gd name="T18" fmla="*/ 51 w 70"/>
                <a:gd name="T19" fmla="*/ 41 h 106"/>
                <a:gd name="T20" fmla="*/ 52 w 70"/>
                <a:gd name="T21" fmla="*/ 41 h 106"/>
                <a:gd name="T22" fmla="*/ 64 w 70"/>
                <a:gd name="T23" fmla="*/ 26 h 106"/>
                <a:gd name="T24" fmla="*/ 63 w 70"/>
                <a:gd name="T25" fmla="*/ 23 h 106"/>
                <a:gd name="T26" fmla="*/ 18 w 70"/>
                <a:gd name="T27" fmla="*/ 13 h 106"/>
                <a:gd name="T28" fmla="*/ 8 w 70"/>
                <a:gd name="T29" fmla="*/ 26 h 106"/>
                <a:gd name="T30" fmla="*/ 13 w 70"/>
                <a:gd name="T31" fmla="*/ 43 h 106"/>
                <a:gd name="T32" fmla="*/ 5 w 70"/>
                <a:gd name="T33" fmla="*/ 52 h 106"/>
                <a:gd name="T34" fmla="*/ 29 w 70"/>
                <a:gd name="T35" fmla="*/ 62 h 106"/>
                <a:gd name="T36" fmla="*/ 29 w 70"/>
                <a:gd name="T37" fmla="*/ 98 h 106"/>
                <a:gd name="T38" fmla="*/ 47 w 70"/>
                <a:gd name="T39" fmla="*/ 78 h 106"/>
                <a:gd name="T40" fmla="*/ 47 w 70"/>
                <a:gd name="T41" fmla="*/ 68 h 106"/>
                <a:gd name="T42" fmla="*/ 44 w 70"/>
                <a:gd name="T43" fmla="*/ 66 h 106"/>
                <a:gd name="T44" fmla="*/ 41 w 70"/>
                <a:gd name="T45" fmla="*/ 67 h 106"/>
                <a:gd name="T46" fmla="*/ 33 w 70"/>
                <a:gd name="T47" fmla="*/ 73 h 106"/>
                <a:gd name="T48" fmla="*/ 24 w 70"/>
                <a:gd name="T49" fmla="*/ 48 h 106"/>
                <a:gd name="T50" fmla="*/ 29 w 70"/>
                <a:gd name="T51" fmla="*/ 35 h 106"/>
                <a:gd name="T52" fmla="*/ 18 w 70"/>
                <a:gd name="T53" fmla="*/ 13 h 106"/>
                <a:gd name="T54" fmla="*/ 28 w 70"/>
                <a:gd name="T55" fmla="*/ 64 h 106"/>
                <a:gd name="T56" fmla="*/ 0 w 70"/>
                <a:gd name="T57" fmla="*/ 52 h 106"/>
                <a:gd name="T58" fmla="*/ 0 w 70"/>
                <a:gd name="T59" fmla="*/ 94 h 106"/>
                <a:gd name="T60" fmla="*/ 3 w 70"/>
                <a:gd name="T61" fmla="*/ 96 h 106"/>
                <a:gd name="T62" fmla="*/ 3 w 70"/>
                <a:gd name="T63" fmla="*/ 59 h 106"/>
                <a:gd name="T64" fmla="*/ 25 w 70"/>
                <a:gd name="T65" fmla="*/ 68 h 106"/>
                <a:gd name="T66" fmla="*/ 25 w 70"/>
                <a:gd name="T67" fmla="*/ 105 h 106"/>
                <a:gd name="T68" fmla="*/ 28 w 70"/>
                <a:gd name="T69" fmla="*/ 106 h 106"/>
                <a:gd name="T70" fmla="*/ 28 w 70"/>
                <a:gd name="T71" fmla="*/ 64 h 106"/>
                <a:gd name="T72" fmla="*/ 70 w 70"/>
                <a:gd name="T73" fmla="*/ 17 h 106"/>
                <a:gd name="T74" fmla="*/ 27 w 70"/>
                <a:gd name="T75" fmla="*/ 0 h 106"/>
                <a:gd name="T76" fmla="*/ 27 w 70"/>
                <a:gd name="T77" fmla="*/ 16 h 106"/>
                <a:gd name="T78" fmla="*/ 30 w 70"/>
                <a:gd name="T79" fmla="*/ 23 h 106"/>
                <a:gd name="T80" fmla="*/ 30 w 70"/>
                <a:gd name="T81" fmla="*/ 6 h 106"/>
                <a:gd name="T82" fmla="*/ 67 w 70"/>
                <a:gd name="T83" fmla="*/ 21 h 106"/>
                <a:gd name="T84" fmla="*/ 67 w 70"/>
                <a:gd name="T85" fmla="*/ 53 h 106"/>
                <a:gd name="T86" fmla="*/ 32 w 70"/>
                <a:gd name="T87" fmla="*/ 39 h 106"/>
                <a:gd name="T88" fmla="*/ 31 w 70"/>
                <a:gd name="T89" fmla="*/ 44 h 106"/>
                <a:gd name="T90" fmla="*/ 47 w 70"/>
                <a:gd name="T91" fmla="*/ 50 h 106"/>
                <a:gd name="T92" fmla="*/ 47 w 70"/>
                <a:gd name="T93" fmla="*/ 54 h 106"/>
                <a:gd name="T94" fmla="*/ 43 w 70"/>
                <a:gd name="T95" fmla="*/ 52 h 106"/>
                <a:gd name="T96" fmla="*/ 43 w 70"/>
                <a:gd name="T97" fmla="*/ 57 h 106"/>
                <a:gd name="T98" fmla="*/ 55 w 70"/>
                <a:gd name="T99" fmla="*/ 63 h 106"/>
                <a:gd name="T100" fmla="*/ 55 w 70"/>
                <a:gd name="T101" fmla="*/ 57 h 106"/>
                <a:gd name="T102" fmla="*/ 50 w 70"/>
                <a:gd name="T103" fmla="*/ 55 h 106"/>
                <a:gd name="T104" fmla="*/ 50 w 70"/>
                <a:gd name="T105" fmla="*/ 52 h 106"/>
                <a:gd name="T106" fmla="*/ 70 w 70"/>
                <a:gd name="T107" fmla="*/ 60 h 106"/>
                <a:gd name="T108" fmla="*/ 70 w 70"/>
                <a:gd name="T109" fmla="*/ 17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0" h="106">
                  <a:moveTo>
                    <a:pt x="63" y="23"/>
                  </a:moveTo>
                  <a:cubicBezTo>
                    <a:pt x="51" y="38"/>
                    <a:pt x="51" y="38"/>
                    <a:pt x="51" y="38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64" y="26"/>
                    <a:pt x="64" y="26"/>
                    <a:pt x="64" y="26"/>
                  </a:cubicBezTo>
                  <a:lnTo>
                    <a:pt x="63" y="23"/>
                  </a:lnTo>
                  <a:close/>
                  <a:moveTo>
                    <a:pt x="18" y="13"/>
                  </a:moveTo>
                  <a:cubicBezTo>
                    <a:pt x="13" y="10"/>
                    <a:pt x="8" y="16"/>
                    <a:pt x="8" y="26"/>
                  </a:cubicBezTo>
                  <a:cubicBezTo>
                    <a:pt x="8" y="33"/>
                    <a:pt x="10" y="39"/>
                    <a:pt x="13" y="43"/>
                  </a:cubicBezTo>
                  <a:cubicBezTo>
                    <a:pt x="10" y="45"/>
                    <a:pt x="7" y="48"/>
                    <a:pt x="5" y="5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49" y="76"/>
                    <a:pt x="48" y="72"/>
                    <a:pt x="47" y="68"/>
                  </a:cubicBezTo>
                  <a:cubicBezTo>
                    <a:pt x="46" y="67"/>
                    <a:pt x="45" y="66"/>
                    <a:pt x="44" y="66"/>
                  </a:cubicBezTo>
                  <a:cubicBezTo>
                    <a:pt x="43" y="65"/>
                    <a:pt x="42" y="65"/>
                    <a:pt x="41" y="67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32" y="65"/>
                    <a:pt x="29" y="56"/>
                    <a:pt x="24" y="48"/>
                  </a:cubicBezTo>
                  <a:cubicBezTo>
                    <a:pt x="27" y="46"/>
                    <a:pt x="29" y="41"/>
                    <a:pt x="29" y="35"/>
                  </a:cubicBezTo>
                  <a:cubicBezTo>
                    <a:pt x="29" y="25"/>
                    <a:pt x="24" y="15"/>
                    <a:pt x="18" y="13"/>
                  </a:cubicBezTo>
                  <a:close/>
                  <a:moveTo>
                    <a:pt x="28" y="64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3" y="96"/>
                    <a:pt x="3" y="96"/>
                    <a:pt x="3" y="96"/>
                  </a:cubicBezTo>
                  <a:cubicBezTo>
                    <a:pt x="3" y="59"/>
                    <a:pt x="3" y="59"/>
                    <a:pt x="3" y="59"/>
                  </a:cubicBezTo>
                  <a:cubicBezTo>
                    <a:pt x="25" y="68"/>
                    <a:pt x="25" y="68"/>
                    <a:pt x="25" y="68"/>
                  </a:cubicBezTo>
                  <a:cubicBezTo>
                    <a:pt x="25" y="105"/>
                    <a:pt x="25" y="105"/>
                    <a:pt x="25" y="105"/>
                  </a:cubicBezTo>
                  <a:cubicBezTo>
                    <a:pt x="28" y="106"/>
                    <a:pt x="28" y="106"/>
                    <a:pt x="28" y="106"/>
                  </a:cubicBezTo>
                  <a:lnTo>
                    <a:pt x="28" y="64"/>
                  </a:lnTo>
                  <a:close/>
                  <a:moveTo>
                    <a:pt x="70" y="1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8" y="18"/>
                    <a:pt x="29" y="21"/>
                    <a:pt x="30" y="23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40"/>
                    <a:pt x="31" y="42"/>
                    <a:pt x="31" y="44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7" y="54"/>
                    <a:pt x="47" y="54"/>
                    <a:pt x="47" y="54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70" y="60"/>
                    <a:pt x="70" y="60"/>
                    <a:pt x="70" y="60"/>
                  </a:cubicBezTo>
                  <a:lnTo>
                    <a:pt x="70" y="17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176801" y="2976833"/>
            <a:ext cx="1604765" cy="1183205"/>
            <a:chOff x="5220029" y="2547688"/>
            <a:chExt cx="1751943" cy="1291720"/>
          </a:xfrm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Freeform 13"/>
            <p:cNvSpPr/>
            <p:nvPr/>
          </p:nvSpPr>
          <p:spPr bwMode="auto">
            <a:xfrm>
              <a:off x="6096000" y="2922828"/>
              <a:ext cx="875972" cy="916580"/>
            </a:xfrm>
            <a:custGeom>
              <a:avLst/>
              <a:gdLst>
                <a:gd name="T0" fmla="*/ 453 w 453"/>
                <a:gd name="T1" fmla="*/ 0 h 474"/>
                <a:gd name="T2" fmla="*/ 0 w 453"/>
                <a:gd name="T3" fmla="*/ 194 h 474"/>
                <a:gd name="T4" fmla="*/ 0 w 453"/>
                <a:gd name="T5" fmla="*/ 474 h 474"/>
                <a:gd name="T6" fmla="*/ 453 w 453"/>
                <a:gd name="T7" fmla="*/ 277 h 474"/>
                <a:gd name="T8" fmla="*/ 453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453" y="0"/>
                  </a:moveTo>
                  <a:lnTo>
                    <a:pt x="0" y="194"/>
                  </a:lnTo>
                  <a:lnTo>
                    <a:pt x="0" y="474"/>
                  </a:lnTo>
                  <a:lnTo>
                    <a:pt x="453" y="277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3" name="Freeform 14"/>
            <p:cNvSpPr/>
            <p:nvPr/>
          </p:nvSpPr>
          <p:spPr bwMode="auto">
            <a:xfrm>
              <a:off x="5220029" y="2922828"/>
              <a:ext cx="875972" cy="916580"/>
            </a:xfrm>
            <a:custGeom>
              <a:avLst/>
              <a:gdLst>
                <a:gd name="T0" fmla="*/ 0 w 453"/>
                <a:gd name="T1" fmla="*/ 0 h 474"/>
                <a:gd name="T2" fmla="*/ 453 w 453"/>
                <a:gd name="T3" fmla="*/ 194 h 474"/>
                <a:gd name="T4" fmla="*/ 453 w 453"/>
                <a:gd name="T5" fmla="*/ 474 h 474"/>
                <a:gd name="T6" fmla="*/ 0 w 453"/>
                <a:gd name="T7" fmla="*/ 277 h 474"/>
                <a:gd name="T8" fmla="*/ 0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0" y="0"/>
                  </a:moveTo>
                  <a:lnTo>
                    <a:pt x="453" y="194"/>
                  </a:lnTo>
                  <a:lnTo>
                    <a:pt x="453" y="474"/>
                  </a:lnTo>
                  <a:lnTo>
                    <a:pt x="0" y="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4" name="Freeform 15"/>
            <p:cNvSpPr/>
            <p:nvPr/>
          </p:nvSpPr>
          <p:spPr bwMode="auto">
            <a:xfrm>
              <a:off x="5220029" y="2922828"/>
              <a:ext cx="875972" cy="916580"/>
            </a:xfrm>
            <a:custGeom>
              <a:avLst/>
              <a:gdLst>
                <a:gd name="T0" fmla="*/ 0 w 453"/>
                <a:gd name="T1" fmla="*/ 0 h 474"/>
                <a:gd name="T2" fmla="*/ 453 w 453"/>
                <a:gd name="T3" fmla="*/ 194 h 474"/>
                <a:gd name="T4" fmla="*/ 453 w 453"/>
                <a:gd name="T5" fmla="*/ 474 h 474"/>
                <a:gd name="T6" fmla="*/ 0 w 453"/>
                <a:gd name="T7" fmla="*/ 277 h 474"/>
                <a:gd name="T8" fmla="*/ 0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0" y="0"/>
                  </a:moveTo>
                  <a:lnTo>
                    <a:pt x="453" y="194"/>
                  </a:lnTo>
                  <a:lnTo>
                    <a:pt x="453" y="474"/>
                  </a:lnTo>
                  <a:lnTo>
                    <a:pt x="0" y="27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Freeform 16"/>
            <p:cNvSpPr/>
            <p:nvPr/>
          </p:nvSpPr>
          <p:spPr bwMode="auto">
            <a:xfrm>
              <a:off x="5220029" y="2547688"/>
              <a:ext cx="1751943" cy="750280"/>
            </a:xfrm>
            <a:custGeom>
              <a:avLst/>
              <a:gdLst>
                <a:gd name="T0" fmla="*/ 453 w 906"/>
                <a:gd name="T1" fmla="*/ 0 h 388"/>
                <a:gd name="T2" fmla="*/ 0 w 906"/>
                <a:gd name="T3" fmla="*/ 194 h 388"/>
                <a:gd name="T4" fmla="*/ 453 w 906"/>
                <a:gd name="T5" fmla="*/ 388 h 388"/>
                <a:gd name="T6" fmla="*/ 906 w 906"/>
                <a:gd name="T7" fmla="*/ 194 h 388"/>
                <a:gd name="T8" fmla="*/ 453 w 906"/>
                <a:gd name="T9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6" h="388">
                  <a:moveTo>
                    <a:pt x="453" y="0"/>
                  </a:moveTo>
                  <a:lnTo>
                    <a:pt x="0" y="194"/>
                  </a:lnTo>
                  <a:lnTo>
                    <a:pt x="453" y="388"/>
                  </a:lnTo>
                  <a:lnTo>
                    <a:pt x="906" y="194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Freeform 42"/>
            <p:cNvSpPr>
              <a:spLocks noEditPoints="1"/>
            </p:cNvSpPr>
            <p:nvPr/>
          </p:nvSpPr>
          <p:spPr bwMode="auto">
            <a:xfrm>
              <a:off x="5523622" y="3106531"/>
              <a:ext cx="261051" cy="535638"/>
            </a:xfrm>
            <a:custGeom>
              <a:avLst/>
              <a:gdLst>
                <a:gd name="T0" fmla="*/ 42 w 57"/>
                <a:gd name="T1" fmla="*/ 64 h 117"/>
                <a:gd name="T2" fmla="*/ 43 w 57"/>
                <a:gd name="T3" fmla="*/ 68 h 117"/>
                <a:gd name="T4" fmla="*/ 42 w 57"/>
                <a:gd name="T5" fmla="*/ 71 h 117"/>
                <a:gd name="T6" fmla="*/ 33 w 57"/>
                <a:gd name="T7" fmla="*/ 83 h 117"/>
                <a:gd name="T8" fmla="*/ 32 w 57"/>
                <a:gd name="T9" fmla="*/ 85 h 117"/>
                <a:gd name="T10" fmla="*/ 30 w 57"/>
                <a:gd name="T11" fmla="*/ 83 h 117"/>
                <a:gd name="T12" fmla="*/ 28 w 57"/>
                <a:gd name="T13" fmla="*/ 81 h 117"/>
                <a:gd name="T14" fmla="*/ 29 w 57"/>
                <a:gd name="T15" fmla="*/ 92 h 117"/>
                <a:gd name="T16" fmla="*/ 30 w 57"/>
                <a:gd name="T17" fmla="*/ 92 h 117"/>
                <a:gd name="T18" fmla="*/ 32 w 57"/>
                <a:gd name="T19" fmla="*/ 91 h 117"/>
                <a:gd name="T20" fmla="*/ 33 w 57"/>
                <a:gd name="T21" fmla="*/ 94 h 117"/>
                <a:gd name="T22" fmla="*/ 51 w 57"/>
                <a:gd name="T23" fmla="*/ 117 h 117"/>
                <a:gd name="T24" fmla="*/ 57 w 57"/>
                <a:gd name="T25" fmla="*/ 109 h 117"/>
                <a:gd name="T26" fmla="*/ 48 w 57"/>
                <a:gd name="T27" fmla="*/ 74 h 117"/>
                <a:gd name="T28" fmla="*/ 48 w 57"/>
                <a:gd name="T29" fmla="*/ 70 h 117"/>
                <a:gd name="T30" fmla="*/ 45 w 57"/>
                <a:gd name="T31" fmla="*/ 60 h 117"/>
                <a:gd name="T32" fmla="*/ 11 w 57"/>
                <a:gd name="T33" fmla="*/ 46 h 117"/>
                <a:gd name="T34" fmla="*/ 9 w 57"/>
                <a:gd name="T35" fmla="*/ 54 h 117"/>
                <a:gd name="T36" fmla="*/ 9 w 57"/>
                <a:gd name="T37" fmla="*/ 58 h 117"/>
                <a:gd name="T38" fmla="*/ 0 w 57"/>
                <a:gd name="T39" fmla="*/ 54 h 117"/>
                <a:gd name="T40" fmla="*/ 0 w 57"/>
                <a:gd name="T41" fmla="*/ 70 h 117"/>
                <a:gd name="T42" fmla="*/ 1 w 57"/>
                <a:gd name="T43" fmla="*/ 70 h 117"/>
                <a:gd name="T44" fmla="*/ 3 w 57"/>
                <a:gd name="T45" fmla="*/ 69 h 117"/>
                <a:gd name="T46" fmla="*/ 8 w 57"/>
                <a:gd name="T47" fmla="*/ 78 h 117"/>
                <a:gd name="T48" fmla="*/ 4 w 57"/>
                <a:gd name="T49" fmla="*/ 84 h 117"/>
                <a:gd name="T50" fmla="*/ 1 w 57"/>
                <a:gd name="T51" fmla="*/ 80 h 117"/>
                <a:gd name="T52" fmla="*/ 0 w 57"/>
                <a:gd name="T53" fmla="*/ 80 h 117"/>
                <a:gd name="T54" fmla="*/ 0 w 57"/>
                <a:gd name="T55" fmla="*/ 85 h 117"/>
                <a:gd name="T56" fmla="*/ 24 w 57"/>
                <a:gd name="T57" fmla="*/ 106 h 117"/>
                <a:gd name="T58" fmla="*/ 24 w 57"/>
                <a:gd name="T59" fmla="*/ 89 h 117"/>
                <a:gd name="T60" fmla="*/ 23 w 57"/>
                <a:gd name="T61" fmla="*/ 89 h 117"/>
                <a:gd name="T62" fmla="*/ 21 w 57"/>
                <a:gd name="T63" fmla="*/ 90 h 117"/>
                <a:gd name="T64" fmla="*/ 16 w 57"/>
                <a:gd name="T65" fmla="*/ 81 h 117"/>
                <a:gd name="T66" fmla="*/ 20 w 57"/>
                <a:gd name="T67" fmla="*/ 76 h 117"/>
                <a:gd name="T68" fmla="*/ 23 w 57"/>
                <a:gd name="T69" fmla="*/ 79 h 117"/>
                <a:gd name="T70" fmla="*/ 24 w 57"/>
                <a:gd name="T71" fmla="*/ 80 h 117"/>
                <a:gd name="T72" fmla="*/ 24 w 57"/>
                <a:gd name="T73" fmla="*/ 64 h 117"/>
                <a:gd name="T74" fmla="*/ 14 w 57"/>
                <a:gd name="T75" fmla="*/ 57 h 117"/>
                <a:gd name="T76" fmla="*/ 15 w 57"/>
                <a:gd name="T77" fmla="*/ 53 h 117"/>
                <a:gd name="T78" fmla="*/ 11 w 57"/>
                <a:gd name="T79" fmla="*/ 46 h 117"/>
                <a:gd name="T80" fmla="*/ 0 w 57"/>
                <a:gd name="T81" fmla="*/ 8 h 117"/>
                <a:gd name="T82" fmla="*/ 9 w 57"/>
                <a:gd name="T83" fmla="*/ 43 h 117"/>
                <a:gd name="T84" fmla="*/ 9 w 57"/>
                <a:gd name="T85" fmla="*/ 41 h 117"/>
                <a:gd name="T86" fmla="*/ 8 w 57"/>
                <a:gd name="T87" fmla="*/ 35 h 117"/>
                <a:gd name="T88" fmla="*/ 12 w 57"/>
                <a:gd name="T89" fmla="*/ 30 h 117"/>
                <a:gd name="T90" fmla="*/ 15 w 57"/>
                <a:gd name="T91" fmla="*/ 42 h 117"/>
                <a:gd name="T92" fmla="*/ 15 w 57"/>
                <a:gd name="T93" fmla="*/ 45 h 117"/>
                <a:gd name="T94" fmla="*/ 24 w 57"/>
                <a:gd name="T95" fmla="*/ 49 h 117"/>
                <a:gd name="T96" fmla="*/ 24 w 57"/>
                <a:gd name="T97" fmla="*/ 33 h 117"/>
                <a:gd name="T98" fmla="*/ 23 w 57"/>
                <a:gd name="T99" fmla="*/ 33 h 117"/>
                <a:gd name="T100" fmla="*/ 21 w 57"/>
                <a:gd name="T101" fmla="*/ 34 h 117"/>
                <a:gd name="T102" fmla="*/ 16 w 57"/>
                <a:gd name="T103" fmla="*/ 25 h 117"/>
                <a:gd name="T104" fmla="*/ 20 w 57"/>
                <a:gd name="T105" fmla="*/ 20 h 117"/>
                <a:gd name="T106" fmla="*/ 23 w 57"/>
                <a:gd name="T107" fmla="*/ 23 h 117"/>
                <a:gd name="T108" fmla="*/ 24 w 57"/>
                <a:gd name="T109" fmla="*/ 24 h 117"/>
                <a:gd name="T110" fmla="*/ 24 w 57"/>
                <a:gd name="T111" fmla="*/ 7 h 117"/>
                <a:gd name="T112" fmla="*/ 4 w 57"/>
                <a:gd name="T11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7" h="117">
                  <a:moveTo>
                    <a:pt x="44" y="59"/>
                  </a:moveTo>
                  <a:cubicBezTo>
                    <a:pt x="43" y="59"/>
                    <a:pt x="42" y="61"/>
                    <a:pt x="42" y="64"/>
                  </a:cubicBezTo>
                  <a:cubicBezTo>
                    <a:pt x="42" y="65"/>
                    <a:pt x="42" y="66"/>
                    <a:pt x="42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71"/>
                    <a:pt x="43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33" y="68"/>
                    <a:pt x="33" y="68"/>
                    <a:pt x="33" y="68"/>
                  </a:cubicBezTo>
                  <a:cubicBezTo>
                    <a:pt x="33" y="83"/>
                    <a:pt x="33" y="83"/>
                    <a:pt x="33" y="83"/>
                  </a:cubicBezTo>
                  <a:cubicBezTo>
                    <a:pt x="33" y="84"/>
                    <a:pt x="33" y="85"/>
                    <a:pt x="32" y="85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32" y="85"/>
                    <a:pt x="31" y="84"/>
                    <a:pt x="31" y="84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30" y="82"/>
                    <a:pt x="29" y="81"/>
                    <a:pt x="29" y="81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6" y="81"/>
                    <a:pt x="25" y="83"/>
                    <a:pt x="25" y="85"/>
                  </a:cubicBezTo>
                  <a:cubicBezTo>
                    <a:pt x="25" y="88"/>
                    <a:pt x="27" y="92"/>
                    <a:pt x="29" y="92"/>
                  </a:cubicBezTo>
                  <a:cubicBezTo>
                    <a:pt x="29" y="93"/>
                    <a:pt x="29" y="93"/>
                    <a:pt x="29" y="93"/>
                  </a:cubicBezTo>
                  <a:cubicBezTo>
                    <a:pt x="30" y="93"/>
                    <a:pt x="30" y="92"/>
                    <a:pt x="30" y="92"/>
                  </a:cubicBezTo>
                  <a:cubicBezTo>
                    <a:pt x="31" y="92"/>
                    <a:pt x="31" y="92"/>
                    <a:pt x="31" y="92"/>
                  </a:cubicBezTo>
                  <a:cubicBezTo>
                    <a:pt x="31" y="91"/>
                    <a:pt x="31" y="91"/>
                    <a:pt x="32" y="91"/>
                  </a:cubicBezTo>
                  <a:cubicBezTo>
                    <a:pt x="32" y="91"/>
                    <a:pt x="32" y="91"/>
                    <a:pt x="32" y="91"/>
                  </a:cubicBezTo>
                  <a:cubicBezTo>
                    <a:pt x="33" y="92"/>
                    <a:pt x="33" y="93"/>
                    <a:pt x="33" y="94"/>
                  </a:cubicBezTo>
                  <a:cubicBezTo>
                    <a:pt x="33" y="109"/>
                    <a:pt x="33" y="109"/>
                    <a:pt x="33" y="109"/>
                  </a:cubicBezTo>
                  <a:cubicBezTo>
                    <a:pt x="51" y="117"/>
                    <a:pt x="51" y="117"/>
                    <a:pt x="51" y="117"/>
                  </a:cubicBezTo>
                  <a:cubicBezTo>
                    <a:pt x="52" y="117"/>
                    <a:pt x="52" y="117"/>
                    <a:pt x="53" y="117"/>
                  </a:cubicBezTo>
                  <a:cubicBezTo>
                    <a:pt x="55" y="117"/>
                    <a:pt x="57" y="114"/>
                    <a:pt x="57" y="109"/>
                  </a:cubicBezTo>
                  <a:cubicBezTo>
                    <a:pt x="57" y="78"/>
                    <a:pt x="57" y="78"/>
                    <a:pt x="57" y="78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7" y="73"/>
                    <a:pt x="46" y="72"/>
                    <a:pt x="47" y="70"/>
                  </a:cubicBezTo>
                  <a:cubicBezTo>
                    <a:pt x="48" y="70"/>
                    <a:pt x="48" y="70"/>
                    <a:pt x="48" y="70"/>
                  </a:cubicBezTo>
                  <a:cubicBezTo>
                    <a:pt x="48" y="69"/>
                    <a:pt x="48" y="68"/>
                    <a:pt x="48" y="67"/>
                  </a:cubicBezTo>
                  <a:cubicBezTo>
                    <a:pt x="48" y="64"/>
                    <a:pt x="47" y="60"/>
                    <a:pt x="45" y="60"/>
                  </a:cubicBezTo>
                  <a:cubicBezTo>
                    <a:pt x="45" y="60"/>
                    <a:pt x="45" y="59"/>
                    <a:pt x="44" y="59"/>
                  </a:cubicBezTo>
                  <a:moveTo>
                    <a:pt x="11" y="46"/>
                  </a:moveTo>
                  <a:cubicBezTo>
                    <a:pt x="10" y="46"/>
                    <a:pt x="9" y="48"/>
                    <a:pt x="9" y="50"/>
                  </a:cubicBezTo>
                  <a:cubicBezTo>
                    <a:pt x="9" y="52"/>
                    <a:pt x="9" y="53"/>
                    <a:pt x="9" y="54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10" y="57"/>
                    <a:pt x="10" y="58"/>
                    <a:pt x="9" y="58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70"/>
                    <a:pt x="1" y="70"/>
                    <a:pt x="1" y="70"/>
                  </a:cubicBezTo>
                  <a:cubicBezTo>
                    <a:pt x="1" y="70"/>
                    <a:pt x="1" y="70"/>
                    <a:pt x="1" y="70"/>
                  </a:cubicBezTo>
                  <a:cubicBezTo>
                    <a:pt x="2" y="70"/>
                    <a:pt x="2" y="69"/>
                    <a:pt x="3" y="69"/>
                  </a:cubicBezTo>
                  <a:cubicBezTo>
                    <a:pt x="3" y="69"/>
                    <a:pt x="4" y="69"/>
                    <a:pt x="4" y="70"/>
                  </a:cubicBezTo>
                  <a:cubicBezTo>
                    <a:pt x="6" y="70"/>
                    <a:pt x="8" y="74"/>
                    <a:pt x="8" y="78"/>
                  </a:cubicBezTo>
                  <a:cubicBezTo>
                    <a:pt x="8" y="82"/>
                    <a:pt x="7" y="84"/>
                    <a:pt x="5" y="84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3" y="83"/>
                    <a:pt x="2" y="82"/>
                    <a:pt x="1" y="81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1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1"/>
                    <a:pt x="2" y="97"/>
                    <a:pt x="6" y="98"/>
                  </a:cubicBezTo>
                  <a:cubicBezTo>
                    <a:pt x="24" y="106"/>
                    <a:pt x="24" y="106"/>
                    <a:pt x="24" y="106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24" y="89"/>
                    <a:pt x="24" y="89"/>
                    <a:pt x="24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1" y="90"/>
                    <a:pt x="21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18" y="89"/>
                    <a:pt x="16" y="85"/>
                    <a:pt x="16" y="81"/>
                  </a:cubicBezTo>
                  <a:cubicBezTo>
                    <a:pt x="16" y="78"/>
                    <a:pt x="17" y="76"/>
                    <a:pt x="19" y="76"/>
                  </a:cubicBezTo>
                  <a:cubicBezTo>
                    <a:pt x="19" y="76"/>
                    <a:pt x="20" y="76"/>
                    <a:pt x="20" y="76"/>
                  </a:cubicBezTo>
                  <a:cubicBezTo>
                    <a:pt x="21" y="76"/>
                    <a:pt x="22" y="77"/>
                    <a:pt x="22" y="78"/>
                  </a:cubicBezTo>
                  <a:cubicBezTo>
                    <a:pt x="23" y="79"/>
                    <a:pt x="23" y="79"/>
                    <a:pt x="23" y="79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4" y="60"/>
                    <a:pt x="13" y="59"/>
                    <a:pt x="14" y="57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5" y="50"/>
                    <a:pt x="14" y="47"/>
                    <a:pt x="12" y="46"/>
                  </a:cubicBezTo>
                  <a:cubicBezTo>
                    <a:pt x="12" y="46"/>
                    <a:pt x="11" y="46"/>
                    <a:pt x="11" y="46"/>
                  </a:cubicBezTo>
                  <a:moveTo>
                    <a:pt x="4" y="0"/>
                  </a:moveTo>
                  <a:cubicBezTo>
                    <a:pt x="2" y="0"/>
                    <a:pt x="0" y="3"/>
                    <a:pt x="0" y="8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9" y="42"/>
                    <a:pt x="9" y="41"/>
                    <a:pt x="9" y="41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8" y="38"/>
                    <a:pt x="8" y="37"/>
                    <a:pt x="8" y="35"/>
                  </a:cubicBezTo>
                  <a:cubicBezTo>
                    <a:pt x="8" y="32"/>
                    <a:pt x="9" y="30"/>
                    <a:pt x="11" y="30"/>
                  </a:cubicBezTo>
                  <a:cubicBezTo>
                    <a:pt x="11" y="30"/>
                    <a:pt x="12" y="30"/>
                    <a:pt x="12" y="30"/>
                  </a:cubicBezTo>
                  <a:cubicBezTo>
                    <a:pt x="14" y="31"/>
                    <a:pt x="16" y="35"/>
                    <a:pt x="16" y="39"/>
                  </a:cubicBezTo>
                  <a:cubicBezTo>
                    <a:pt x="16" y="40"/>
                    <a:pt x="16" y="41"/>
                    <a:pt x="15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4"/>
                    <a:pt x="14" y="44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4"/>
                    <a:pt x="21" y="34"/>
                    <a:pt x="21" y="34"/>
                  </a:cubicBezTo>
                  <a:cubicBezTo>
                    <a:pt x="21" y="34"/>
                    <a:pt x="20" y="34"/>
                    <a:pt x="20" y="34"/>
                  </a:cubicBezTo>
                  <a:cubicBezTo>
                    <a:pt x="18" y="33"/>
                    <a:pt x="16" y="29"/>
                    <a:pt x="16" y="25"/>
                  </a:cubicBezTo>
                  <a:cubicBezTo>
                    <a:pt x="16" y="22"/>
                    <a:pt x="17" y="19"/>
                    <a:pt x="19" y="19"/>
                  </a:cubicBezTo>
                  <a:cubicBezTo>
                    <a:pt x="19" y="19"/>
                    <a:pt x="20" y="19"/>
                    <a:pt x="20" y="20"/>
                  </a:cubicBezTo>
                  <a:cubicBezTo>
                    <a:pt x="21" y="20"/>
                    <a:pt x="22" y="21"/>
                    <a:pt x="22" y="22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174301" y="2004409"/>
            <a:ext cx="1604765" cy="1183205"/>
            <a:chOff x="5220029" y="1486080"/>
            <a:chExt cx="1751943" cy="1291720"/>
          </a:xfrm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Freeform 17"/>
            <p:cNvSpPr/>
            <p:nvPr/>
          </p:nvSpPr>
          <p:spPr bwMode="auto">
            <a:xfrm>
              <a:off x="6096000" y="1861220"/>
              <a:ext cx="875972" cy="916580"/>
            </a:xfrm>
            <a:custGeom>
              <a:avLst/>
              <a:gdLst>
                <a:gd name="T0" fmla="*/ 453 w 453"/>
                <a:gd name="T1" fmla="*/ 0 h 474"/>
                <a:gd name="T2" fmla="*/ 0 w 453"/>
                <a:gd name="T3" fmla="*/ 194 h 474"/>
                <a:gd name="T4" fmla="*/ 0 w 453"/>
                <a:gd name="T5" fmla="*/ 474 h 474"/>
                <a:gd name="T6" fmla="*/ 453 w 453"/>
                <a:gd name="T7" fmla="*/ 277 h 474"/>
                <a:gd name="T8" fmla="*/ 453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453" y="0"/>
                  </a:moveTo>
                  <a:lnTo>
                    <a:pt x="0" y="194"/>
                  </a:lnTo>
                  <a:lnTo>
                    <a:pt x="0" y="474"/>
                  </a:lnTo>
                  <a:lnTo>
                    <a:pt x="453" y="277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5220029" y="1861220"/>
              <a:ext cx="875972" cy="916580"/>
            </a:xfrm>
            <a:custGeom>
              <a:avLst/>
              <a:gdLst>
                <a:gd name="T0" fmla="*/ 0 w 453"/>
                <a:gd name="T1" fmla="*/ 0 h 474"/>
                <a:gd name="T2" fmla="*/ 453 w 453"/>
                <a:gd name="T3" fmla="*/ 194 h 474"/>
                <a:gd name="T4" fmla="*/ 453 w 453"/>
                <a:gd name="T5" fmla="*/ 474 h 474"/>
                <a:gd name="T6" fmla="*/ 0 w 453"/>
                <a:gd name="T7" fmla="*/ 277 h 474"/>
                <a:gd name="T8" fmla="*/ 0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0" y="0"/>
                  </a:moveTo>
                  <a:lnTo>
                    <a:pt x="453" y="194"/>
                  </a:lnTo>
                  <a:lnTo>
                    <a:pt x="453" y="474"/>
                  </a:lnTo>
                  <a:lnTo>
                    <a:pt x="0" y="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5220029" y="1861220"/>
              <a:ext cx="875972" cy="916580"/>
            </a:xfrm>
            <a:custGeom>
              <a:avLst/>
              <a:gdLst>
                <a:gd name="T0" fmla="*/ 0 w 453"/>
                <a:gd name="T1" fmla="*/ 0 h 474"/>
                <a:gd name="T2" fmla="*/ 453 w 453"/>
                <a:gd name="T3" fmla="*/ 194 h 474"/>
                <a:gd name="T4" fmla="*/ 453 w 453"/>
                <a:gd name="T5" fmla="*/ 474 h 474"/>
                <a:gd name="T6" fmla="*/ 0 w 453"/>
                <a:gd name="T7" fmla="*/ 277 h 474"/>
                <a:gd name="T8" fmla="*/ 0 w 453"/>
                <a:gd name="T9" fmla="*/ 0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3" h="474">
                  <a:moveTo>
                    <a:pt x="0" y="0"/>
                  </a:moveTo>
                  <a:lnTo>
                    <a:pt x="453" y="194"/>
                  </a:lnTo>
                  <a:lnTo>
                    <a:pt x="453" y="474"/>
                  </a:lnTo>
                  <a:lnTo>
                    <a:pt x="0" y="27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5220029" y="1486080"/>
              <a:ext cx="1751943" cy="750280"/>
            </a:xfrm>
            <a:custGeom>
              <a:avLst/>
              <a:gdLst>
                <a:gd name="T0" fmla="*/ 453 w 906"/>
                <a:gd name="T1" fmla="*/ 0 h 388"/>
                <a:gd name="T2" fmla="*/ 0 w 906"/>
                <a:gd name="T3" fmla="*/ 194 h 388"/>
                <a:gd name="T4" fmla="*/ 453 w 906"/>
                <a:gd name="T5" fmla="*/ 388 h 388"/>
                <a:gd name="T6" fmla="*/ 906 w 906"/>
                <a:gd name="T7" fmla="*/ 194 h 388"/>
                <a:gd name="T8" fmla="*/ 453 w 906"/>
                <a:gd name="T9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6" h="388">
                  <a:moveTo>
                    <a:pt x="453" y="0"/>
                  </a:moveTo>
                  <a:lnTo>
                    <a:pt x="0" y="194"/>
                  </a:lnTo>
                  <a:lnTo>
                    <a:pt x="453" y="388"/>
                  </a:lnTo>
                  <a:lnTo>
                    <a:pt x="906" y="194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1" name="Freeform 44"/>
            <p:cNvSpPr>
              <a:spLocks noEditPoints="1"/>
            </p:cNvSpPr>
            <p:nvPr/>
          </p:nvSpPr>
          <p:spPr bwMode="auto">
            <a:xfrm>
              <a:off x="5463677" y="2085531"/>
              <a:ext cx="421549" cy="471826"/>
            </a:xfrm>
            <a:custGeom>
              <a:avLst/>
              <a:gdLst>
                <a:gd name="T0" fmla="*/ 62 w 92"/>
                <a:gd name="T1" fmla="*/ 36 h 103"/>
                <a:gd name="T2" fmla="*/ 52 w 92"/>
                <a:gd name="T3" fmla="*/ 48 h 103"/>
                <a:gd name="T4" fmla="*/ 50 w 92"/>
                <a:gd name="T5" fmla="*/ 51 h 103"/>
                <a:gd name="T6" fmla="*/ 62 w 92"/>
                <a:gd name="T7" fmla="*/ 77 h 103"/>
                <a:gd name="T8" fmla="*/ 66 w 92"/>
                <a:gd name="T9" fmla="*/ 71 h 103"/>
                <a:gd name="T10" fmla="*/ 62 w 92"/>
                <a:gd name="T11" fmla="*/ 62 h 103"/>
                <a:gd name="T12" fmla="*/ 92 w 92"/>
                <a:gd name="T13" fmla="*/ 74 h 103"/>
                <a:gd name="T14" fmla="*/ 92 w 92"/>
                <a:gd name="T15" fmla="*/ 63 h 103"/>
                <a:gd name="T16" fmla="*/ 62 w 92"/>
                <a:gd name="T17" fmla="*/ 51 h 103"/>
                <a:gd name="T18" fmla="*/ 66 w 92"/>
                <a:gd name="T19" fmla="*/ 45 h 103"/>
                <a:gd name="T20" fmla="*/ 62 w 92"/>
                <a:gd name="T21" fmla="*/ 36 h 103"/>
                <a:gd name="T22" fmla="*/ 35 w 92"/>
                <a:gd name="T23" fmla="*/ 0 h 103"/>
                <a:gd name="T24" fmla="*/ 22 w 92"/>
                <a:gd name="T25" fmla="*/ 21 h 103"/>
                <a:gd name="T26" fmla="*/ 22 w 92"/>
                <a:gd name="T27" fmla="*/ 35 h 103"/>
                <a:gd name="T28" fmla="*/ 13 w 92"/>
                <a:gd name="T29" fmla="*/ 31 h 103"/>
                <a:gd name="T30" fmla="*/ 17 w 92"/>
                <a:gd name="T31" fmla="*/ 25 h 103"/>
                <a:gd name="T32" fmla="*/ 12 w 92"/>
                <a:gd name="T33" fmla="*/ 16 h 103"/>
                <a:gd name="T34" fmla="*/ 3 w 92"/>
                <a:gd name="T35" fmla="*/ 28 h 103"/>
                <a:gd name="T36" fmla="*/ 3 w 92"/>
                <a:gd name="T37" fmla="*/ 28 h 103"/>
                <a:gd name="T38" fmla="*/ 0 w 92"/>
                <a:gd name="T39" fmla="*/ 31 h 103"/>
                <a:gd name="T40" fmla="*/ 12 w 92"/>
                <a:gd name="T41" fmla="*/ 56 h 103"/>
                <a:gd name="T42" fmla="*/ 17 w 92"/>
                <a:gd name="T43" fmla="*/ 51 h 103"/>
                <a:gd name="T44" fmla="*/ 13 w 92"/>
                <a:gd name="T45" fmla="*/ 42 h 103"/>
                <a:gd name="T46" fmla="*/ 22 w 92"/>
                <a:gd name="T47" fmla="*/ 46 h 103"/>
                <a:gd name="T48" fmla="*/ 22 w 92"/>
                <a:gd name="T49" fmla="*/ 59 h 103"/>
                <a:gd name="T50" fmla="*/ 38 w 92"/>
                <a:gd name="T51" fmla="*/ 93 h 103"/>
                <a:gd name="T52" fmla="*/ 61 w 92"/>
                <a:gd name="T53" fmla="*/ 102 h 103"/>
                <a:gd name="T54" fmla="*/ 65 w 92"/>
                <a:gd name="T55" fmla="*/ 103 h 103"/>
                <a:gd name="T56" fmla="*/ 77 w 92"/>
                <a:gd name="T57" fmla="*/ 82 h 103"/>
                <a:gd name="T58" fmla="*/ 77 w 92"/>
                <a:gd name="T59" fmla="*/ 77 h 103"/>
                <a:gd name="T60" fmla="*/ 71 w 92"/>
                <a:gd name="T61" fmla="*/ 74 h 103"/>
                <a:gd name="T62" fmla="*/ 71 w 92"/>
                <a:gd name="T63" fmla="*/ 79 h 103"/>
                <a:gd name="T64" fmla="*/ 63 w 92"/>
                <a:gd name="T65" fmla="*/ 92 h 103"/>
                <a:gd name="T66" fmla="*/ 61 w 92"/>
                <a:gd name="T67" fmla="*/ 91 h 103"/>
                <a:gd name="T68" fmla="*/ 38 w 92"/>
                <a:gd name="T69" fmla="*/ 82 h 103"/>
                <a:gd name="T70" fmla="*/ 29 w 92"/>
                <a:gd name="T71" fmla="*/ 62 h 103"/>
                <a:gd name="T72" fmla="*/ 29 w 92"/>
                <a:gd name="T73" fmla="*/ 24 h 103"/>
                <a:gd name="T74" fmla="*/ 36 w 92"/>
                <a:gd name="T75" fmla="*/ 11 h 103"/>
                <a:gd name="T76" fmla="*/ 38 w 92"/>
                <a:gd name="T77" fmla="*/ 11 h 103"/>
                <a:gd name="T78" fmla="*/ 61 w 92"/>
                <a:gd name="T79" fmla="*/ 21 h 103"/>
                <a:gd name="T80" fmla="*/ 71 w 92"/>
                <a:gd name="T81" fmla="*/ 41 h 103"/>
                <a:gd name="T82" fmla="*/ 71 w 92"/>
                <a:gd name="T83" fmla="*/ 46 h 103"/>
                <a:gd name="T84" fmla="*/ 77 w 92"/>
                <a:gd name="T85" fmla="*/ 48 h 103"/>
                <a:gd name="T86" fmla="*/ 77 w 92"/>
                <a:gd name="T87" fmla="*/ 44 h 103"/>
                <a:gd name="T88" fmla="*/ 61 w 92"/>
                <a:gd name="T89" fmla="*/ 10 h 103"/>
                <a:gd name="T90" fmla="*/ 38 w 92"/>
                <a:gd name="T91" fmla="*/ 0 h 103"/>
                <a:gd name="T92" fmla="*/ 35 w 92"/>
                <a:gd name="T93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2" h="103">
                  <a:moveTo>
                    <a:pt x="62" y="36"/>
                  </a:moveTo>
                  <a:cubicBezTo>
                    <a:pt x="52" y="48"/>
                    <a:pt x="52" y="48"/>
                    <a:pt x="52" y="48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62" y="77"/>
                    <a:pt x="62" y="77"/>
                    <a:pt x="62" y="77"/>
                  </a:cubicBezTo>
                  <a:cubicBezTo>
                    <a:pt x="66" y="71"/>
                    <a:pt x="66" y="71"/>
                    <a:pt x="66" y="71"/>
                  </a:cubicBezTo>
                  <a:cubicBezTo>
                    <a:pt x="62" y="62"/>
                    <a:pt x="62" y="62"/>
                    <a:pt x="62" y="62"/>
                  </a:cubicBezTo>
                  <a:cubicBezTo>
                    <a:pt x="92" y="74"/>
                    <a:pt x="92" y="74"/>
                    <a:pt x="92" y="74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66" y="45"/>
                    <a:pt x="66" y="45"/>
                    <a:pt x="66" y="45"/>
                  </a:cubicBezTo>
                  <a:cubicBezTo>
                    <a:pt x="62" y="36"/>
                    <a:pt x="62" y="36"/>
                    <a:pt x="62" y="36"/>
                  </a:cubicBezTo>
                  <a:moveTo>
                    <a:pt x="35" y="0"/>
                  </a:moveTo>
                  <a:cubicBezTo>
                    <a:pt x="28" y="0"/>
                    <a:pt x="22" y="8"/>
                    <a:pt x="22" y="21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2" y="74"/>
                    <a:pt x="29" y="89"/>
                    <a:pt x="38" y="93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2" y="103"/>
                    <a:pt x="64" y="103"/>
                    <a:pt x="65" y="103"/>
                  </a:cubicBezTo>
                  <a:cubicBezTo>
                    <a:pt x="72" y="103"/>
                    <a:pt x="77" y="95"/>
                    <a:pt x="77" y="82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1" y="74"/>
                    <a:pt x="71" y="74"/>
                    <a:pt x="71" y="74"/>
                  </a:cubicBezTo>
                  <a:cubicBezTo>
                    <a:pt x="71" y="79"/>
                    <a:pt x="71" y="79"/>
                    <a:pt x="71" y="79"/>
                  </a:cubicBezTo>
                  <a:cubicBezTo>
                    <a:pt x="71" y="87"/>
                    <a:pt x="68" y="92"/>
                    <a:pt x="63" y="92"/>
                  </a:cubicBezTo>
                  <a:cubicBezTo>
                    <a:pt x="63" y="92"/>
                    <a:pt x="62" y="92"/>
                    <a:pt x="61" y="91"/>
                  </a:cubicBezTo>
                  <a:cubicBezTo>
                    <a:pt x="38" y="82"/>
                    <a:pt x="38" y="82"/>
                    <a:pt x="38" y="82"/>
                  </a:cubicBezTo>
                  <a:cubicBezTo>
                    <a:pt x="33" y="80"/>
                    <a:pt x="29" y="71"/>
                    <a:pt x="29" y="62"/>
                  </a:cubicBezTo>
                  <a:cubicBezTo>
                    <a:pt x="29" y="24"/>
                    <a:pt x="29" y="24"/>
                    <a:pt x="29" y="24"/>
                  </a:cubicBezTo>
                  <a:cubicBezTo>
                    <a:pt x="29" y="16"/>
                    <a:pt x="32" y="11"/>
                    <a:pt x="36" y="11"/>
                  </a:cubicBezTo>
                  <a:cubicBezTo>
                    <a:pt x="37" y="11"/>
                    <a:pt x="38" y="11"/>
                    <a:pt x="38" y="11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7" y="23"/>
                    <a:pt x="71" y="32"/>
                    <a:pt x="71" y="41"/>
                  </a:cubicBezTo>
                  <a:cubicBezTo>
                    <a:pt x="71" y="46"/>
                    <a:pt x="71" y="46"/>
                    <a:pt x="71" y="46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77" y="29"/>
                    <a:pt x="70" y="13"/>
                    <a:pt x="61" y="1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0"/>
                    <a:pt x="36" y="0"/>
                    <a:pt x="35" y="0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6" name="文本框 1"/>
          <p:cNvSpPr txBox="1"/>
          <p:nvPr/>
        </p:nvSpPr>
        <p:spPr>
          <a:xfrm>
            <a:off x="1344352" y="2218131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išļîďè"/>
          <p:cNvSpPr txBox="1"/>
          <p:nvPr/>
        </p:nvSpPr>
        <p:spPr bwMode="auto">
          <a:xfrm>
            <a:off x="1328469" y="1873307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38" name="文本框 1"/>
          <p:cNvSpPr txBox="1"/>
          <p:nvPr/>
        </p:nvSpPr>
        <p:spPr>
          <a:xfrm>
            <a:off x="7068087" y="3246048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išļîďè"/>
          <p:cNvSpPr txBox="1"/>
          <p:nvPr/>
        </p:nvSpPr>
        <p:spPr bwMode="auto">
          <a:xfrm>
            <a:off x="7052204" y="2901224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0" name="文本框 1"/>
          <p:cNvSpPr txBox="1"/>
          <p:nvPr/>
        </p:nvSpPr>
        <p:spPr>
          <a:xfrm>
            <a:off x="1240293" y="4114576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" name="išļîďè"/>
          <p:cNvSpPr txBox="1"/>
          <p:nvPr/>
        </p:nvSpPr>
        <p:spPr bwMode="auto">
          <a:xfrm>
            <a:off x="1224410" y="3769752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2" name="文本框 1"/>
          <p:cNvSpPr txBox="1"/>
          <p:nvPr/>
        </p:nvSpPr>
        <p:spPr>
          <a:xfrm>
            <a:off x="7169558" y="4983104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išļîďè"/>
          <p:cNvSpPr txBox="1"/>
          <p:nvPr/>
        </p:nvSpPr>
        <p:spPr bwMode="auto">
          <a:xfrm>
            <a:off x="7153675" y="4638280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137623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7" y="206003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关键技术与实践难点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809716" y="2610008"/>
            <a:ext cx="8434950" cy="3179773"/>
            <a:chOff x="2741050" y="2164265"/>
            <a:chExt cx="6709899" cy="2529470"/>
          </a:xfrm>
        </p:grpSpPr>
        <p:grpSp>
          <p:nvGrpSpPr>
            <p:cNvPr id="13" name="组合 12"/>
            <p:cNvGrpSpPr/>
            <p:nvPr/>
          </p:nvGrpSpPr>
          <p:grpSpPr>
            <a:xfrm>
              <a:off x="5438275" y="2227741"/>
              <a:ext cx="1176039" cy="1060333"/>
              <a:chOff x="3720691" y="2824413"/>
              <a:chExt cx="1341120" cy="1209172"/>
            </a:xfrm>
          </p:grpSpPr>
          <p:sp>
            <p:nvSpPr>
              <p:cNvPr id="43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44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14" name="Freeform 5"/>
            <p:cNvSpPr/>
            <p:nvPr/>
          </p:nvSpPr>
          <p:spPr bwMode="auto">
            <a:xfrm rot="1855731">
              <a:off x="5518805" y="2306047"/>
              <a:ext cx="1014977" cy="91511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5" name="文本框 9"/>
            <p:cNvSpPr txBox="1"/>
            <p:nvPr/>
          </p:nvSpPr>
          <p:spPr>
            <a:xfrm>
              <a:off x="5621355" y="2501174"/>
              <a:ext cx="809879" cy="523875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500" b="1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</a:t>
              </a:r>
              <a:endParaRPr lang="en-US" altLang="zh-CN" sz="150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500" b="1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</a:t>
              </a:r>
              <a:endParaRPr lang="en-US" altLang="zh-CN" sz="150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568013" y="2693385"/>
              <a:ext cx="772099" cy="696135"/>
              <a:chOff x="3720691" y="2824413"/>
              <a:chExt cx="1341120" cy="1209172"/>
            </a:xfrm>
          </p:grpSpPr>
          <p:sp>
            <p:nvSpPr>
              <p:cNvPr id="4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4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5122522" y="3406080"/>
              <a:ext cx="772099" cy="696135"/>
              <a:chOff x="3720691" y="2824413"/>
              <a:chExt cx="1341120" cy="1209172"/>
            </a:xfrm>
          </p:grpSpPr>
          <p:sp>
            <p:nvSpPr>
              <p:cNvPr id="3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40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096165" y="3406080"/>
              <a:ext cx="772099" cy="696135"/>
              <a:chOff x="3720691" y="2824413"/>
              <a:chExt cx="1341120" cy="1209172"/>
            </a:xfrm>
          </p:grpSpPr>
          <p:sp>
            <p:nvSpPr>
              <p:cNvPr id="37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38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673699" y="2704185"/>
              <a:ext cx="772099" cy="696135"/>
              <a:chOff x="3720691" y="2824413"/>
              <a:chExt cx="1341120" cy="1209172"/>
            </a:xfrm>
          </p:grpSpPr>
          <p:sp>
            <p:nvSpPr>
              <p:cNvPr id="35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36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20" name="Freeform 66"/>
            <p:cNvSpPr>
              <a:spLocks noEditPoints="1"/>
            </p:cNvSpPr>
            <p:nvPr/>
          </p:nvSpPr>
          <p:spPr bwMode="auto">
            <a:xfrm>
              <a:off x="5378589" y="3634060"/>
              <a:ext cx="259966" cy="228368"/>
            </a:xfrm>
            <a:custGeom>
              <a:avLst/>
              <a:gdLst>
                <a:gd name="T0" fmla="*/ 180 w 200"/>
                <a:gd name="T1" fmla="*/ 176 h 176"/>
                <a:gd name="T2" fmla="*/ 20 w 200"/>
                <a:gd name="T3" fmla="*/ 176 h 176"/>
                <a:gd name="T4" fmla="*/ 0 w 200"/>
                <a:gd name="T5" fmla="*/ 156 h 176"/>
                <a:gd name="T6" fmla="*/ 0 w 200"/>
                <a:gd name="T7" fmla="*/ 20 h 176"/>
                <a:gd name="T8" fmla="*/ 20 w 200"/>
                <a:gd name="T9" fmla="*/ 0 h 176"/>
                <a:gd name="T10" fmla="*/ 180 w 200"/>
                <a:gd name="T11" fmla="*/ 0 h 176"/>
                <a:gd name="T12" fmla="*/ 200 w 200"/>
                <a:gd name="T13" fmla="*/ 20 h 176"/>
                <a:gd name="T14" fmla="*/ 200 w 200"/>
                <a:gd name="T15" fmla="*/ 156 h 176"/>
                <a:gd name="T16" fmla="*/ 180 w 200"/>
                <a:gd name="T17" fmla="*/ 176 h 176"/>
                <a:gd name="T18" fmla="*/ 36 w 200"/>
                <a:gd name="T19" fmla="*/ 160 h 176"/>
                <a:gd name="T20" fmla="*/ 164 w 200"/>
                <a:gd name="T21" fmla="*/ 160 h 176"/>
                <a:gd name="T22" fmla="*/ 182 w 200"/>
                <a:gd name="T23" fmla="*/ 147 h 176"/>
                <a:gd name="T24" fmla="*/ 131 w 200"/>
                <a:gd name="T25" fmla="*/ 103 h 176"/>
                <a:gd name="T26" fmla="*/ 100 w 200"/>
                <a:gd name="T27" fmla="*/ 129 h 176"/>
                <a:gd name="T28" fmla="*/ 69 w 200"/>
                <a:gd name="T29" fmla="*/ 103 h 176"/>
                <a:gd name="T30" fmla="*/ 18 w 200"/>
                <a:gd name="T31" fmla="*/ 148 h 176"/>
                <a:gd name="T32" fmla="*/ 36 w 200"/>
                <a:gd name="T33" fmla="*/ 160 h 176"/>
                <a:gd name="T34" fmla="*/ 145 w 200"/>
                <a:gd name="T35" fmla="*/ 90 h 176"/>
                <a:gd name="T36" fmla="*/ 184 w 200"/>
                <a:gd name="T37" fmla="*/ 125 h 176"/>
                <a:gd name="T38" fmla="*/ 184 w 200"/>
                <a:gd name="T39" fmla="*/ 56 h 176"/>
                <a:gd name="T40" fmla="*/ 145 w 200"/>
                <a:gd name="T41" fmla="*/ 90 h 176"/>
                <a:gd name="T42" fmla="*/ 55 w 200"/>
                <a:gd name="T43" fmla="*/ 90 h 176"/>
                <a:gd name="T44" fmla="*/ 16 w 200"/>
                <a:gd name="T45" fmla="*/ 55 h 176"/>
                <a:gd name="T46" fmla="*/ 16 w 200"/>
                <a:gd name="T47" fmla="*/ 126 h 176"/>
                <a:gd name="T48" fmla="*/ 55 w 200"/>
                <a:gd name="T49" fmla="*/ 90 h 176"/>
                <a:gd name="T50" fmla="*/ 164 w 200"/>
                <a:gd name="T51" fmla="*/ 16 h 176"/>
                <a:gd name="T52" fmla="*/ 36 w 200"/>
                <a:gd name="T53" fmla="*/ 16 h 176"/>
                <a:gd name="T54" fmla="*/ 16 w 200"/>
                <a:gd name="T55" fmla="*/ 31 h 176"/>
                <a:gd name="T56" fmla="*/ 100 w 200"/>
                <a:gd name="T57" fmla="*/ 106 h 176"/>
                <a:gd name="T58" fmla="*/ 183 w 200"/>
                <a:gd name="T59" fmla="*/ 33 h 176"/>
                <a:gd name="T60" fmla="*/ 164 w 200"/>
                <a:gd name="T61" fmla="*/ 1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0" h="176">
                  <a:moveTo>
                    <a:pt x="180" y="176"/>
                  </a:moveTo>
                  <a:cubicBezTo>
                    <a:pt x="20" y="176"/>
                    <a:pt x="20" y="176"/>
                    <a:pt x="20" y="176"/>
                  </a:cubicBezTo>
                  <a:cubicBezTo>
                    <a:pt x="8" y="176"/>
                    <a:pt x="0" y="167"/>
                    <a:pt x="0" y="15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8" y="0"/>
                    <a:pt x="20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91" y="0"/>
                    <a:pt x="200" y="9"/>
                    <a:pt x="200" y="20"/>
                  </a:cubicBezTo>
                  <a:cubicBezTo>
                    <a:pt x="200" y="156"/>
                    <a:pt x="200" y="156"/>
                    <a:pt x="200" y="156"/>
                  </a:cubicBezTo>
                  <a:cubicBezTo>
                    <a:pt x="200" y="167"/>
                    <a:pt x="191" y="176"/>
                    <a:pt x="180" y="176"/>
                  </a:cubicBezTo>
                  <a:close/>
                  <a:moveTo>
                    <a:pt x="36" y="160"/>
                  </a:moveTo>
                  <a:cubicBezTo>
                    <a:pt x="164" y="160"/>
                    <a:pt x="164" y="160"/>
                    <a:pt x="164" y="160"/>
                  </a:cubicBezTo>
                  <a:cubicBezTo>
                    <a:pt x="172" y="160"/>
                    <a:pt x="179" y="154"/>
                    <a:pt x="182" y="147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00" y="129"/>
                    <a:pt x="100" y="129"/>
                    <a:pt x="100" y="129"/>
                  </a:cubicBezTo>
                  <a:cubicBezTo>
                    <a:pt x="69" y="103"/>
                    <a:pt x="69" y="103"/>
                    <a:pt x="69" y="103"/>
                  </a:cubicBezTo>
                  <a:cubicBezTo>
                    <a:pt x="18" y="148"/>
                    <a:pt x="18" y="148"/>
                    <a:pt x="18" y="148"/>
                  </a:cubicBezTo>
                  <a:cubicBezTo>
                    <a:pt x="21" y="155"/>
                    <a:pt x="28" y="160"/>
                    <a:pt x="36" y="160"/>
                  </a:cubicBezTo>
                  <a:close/>
                  <a:moveTo>
                    <a:pt x="145" y="90"/>
                  </a:moveTo>
                  <a:cubicBezTo>
                    <a:pt x="184" y="125"/>
                    <a:pt x="184" y="125"/>
                    <a:pt x="184" y="125"/>
                  </a:cubicBezTo>
                  <a:cubicBezTo>
                    <a:pt x="184" y="56"/>
                    <a:pt x="184" y="56"/>
                    <a:pt x="184" y="56"/>
                  </a:cubicBezTo>
                  <a:lnTo>
                    <a:pt x="145" y="90"/>
                  </a:lnTo>
                  <a:close/>
                  <a:moveTo>
                    <a:pt x="55" y="90"/>
                  </a:moveTo>
                  <a:cubicBezTo>
                    <a:pt x="16" y="55"/>
                    <a:pt x="16" y="55"/>
                    <a:pt x="16" y="55"/>
                  </a:cubicBezTo>
                  <a:cubicBezTo>
                    <a:pt x="16" y="126"/>
                    <a:pt x="16" y="126"/>
                    <a:pt x="16" y="126"/>
                  </a:cubicBezTo>
                  <a:lnTo>
                    <a:pt x="55" y="90"/>
                  </a:lnTo>
                  <a:close/>
                  <a:moveTo>
                    <a:pt x="164" y="16"/>
                  </a:moveTo>
                  <a:cubicBezTo>
                    <a:pt x="36" y="16"/>
                    <a:pt x="36" y="16"/>
                    <a:pt x="36" y="16"/>
                  </a:cubicBezTo>
                  <a:cubicBezTo>
                    <a:pt x="26" y="16"/>
                    <a:pt x="18" y="22"/>
                    <a:pt x="16" y="31"/>
                  </a:cubicBezTo>
                  <a:cubicBezTo>
                    <a:pt x="100" y="106"/>
                    <a:pt x="100" y="106"/>
                    <a:pt x="100" y="106"/>
                  </a:cubicBezTo>
                  <a:cubicBezTo>
                    <a:pt x="183" y="33"/>
                    <a:pt x="183" y="33"/>
                    <a:pt x="183" y="33"/>
                  </a:cubicBezTo>
                  <a:cubicBezTo>
                    <a:pt x="182" y="23"/>
                    <a:pt x="174" y="16"/>
                    <a:pt x="164" y="16"/>
                  </a:cubicBez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1" name="Freeform 123"/>
            <p:cNvSpPr>
              <a:spLocks noEditPoints="1"/>
            </p:cNvSpPr>
            <p:nvPr/>
          </p:nvSpPr>
          <p:spPr bwMode="auto">
            <a:xfrm>
              <a:off x="6335900" y="3590675"/>
              <a:ext cx="292627" cy="315136"/>
            </a:xfrm>
            <a:custGeom>
              <a:avLst/>
              <a:gdLst>
                <a:gd name="T0" fmla="*/ 173 w 186"/>
                <a:gd name="T1" fmla="*/ 88 h 200"/>
                <a:gd name="T2" fmla="*/ 112 w 186"/>
                <a:gd name="T3" fmla="*/ 36 h 200"/>
                <a:gd name="T4" fmla="*/ 146 w 186"/>
                <a:gd name="T5" fmla="*/ 18 h 200"/>
                <a:gd name="T6" fmla="*/ 186 w 186"/>
                <a:gd name="T7" fmla="*/ 59 h 200"/>
                <a:gd name="T8" fmla="*/ 173 w 186"/>
                <a:gd name="T9" fmla="*/ 88 h 200"/>
                <a:gd name="T10" fmla="*/ 95 w 186"/>
                <a:gd name="T11" fmla="*/ 20 h 200"/>
                <a:gd name="T12" fmla="*/ 95 w 186"/>
                <a:gd name="T13" fmla="*/ 45 h 200"/>
                <a:gd name="T14" fmla="*/ 165 w 186"/>
                <a:gd name="T15" fmla="*/ 118 h 200"/>
                <a:gd name="T16" fmla="*/ 151 w 186"/>
                <a:gd name="T17" fmla="*/ 162 h 200"/>
                <a:gd name="T18" fmla="*/ 168 w 186"/>
                <a:gd name="T19" fmla="*/ 191 h 200"/>
                <a:gd name="T20" fmla="*/ 154 w 186"/>
                <a:gd name="T21" fmla="*/ 199 h 200"/>
                <a:gd name="T22" fmla="*/ 139 w 186"/>
                <a:gd name="T23" fmla="*/ 174 h 200"/>
                <a:gd name="T24" fmla="*/ 92 w 186"/>
                <a:gd name="T25" fmla="*/ 191 h 200"/>
                <a:gd name="T26" fmla="*/ 46 w 186"/>
                <a:gd name="T27" fmla="*/ 174 h 200"/>
                <a:gd name="T28" fmla="*/ 31 w 186"/>
                <a:gd name="T29" fmla="*/ 200 h 200"/>
                <a:gd name="T30" fmla="*/ 17 w 186"/>
                <a:gd name="T31" fmla="*/ 192 h 200"/>
                <a:gd name="T32" fmla="*/ 34 w 186"/>
                <a:gd name="T33" fmla="*/ 162 h 200"/>
                <a:gd name="T34" fmla="*/ 19 w 186"/>
                <a:gd name="T35" fmla="*/ 118 h 200"/>
                <a:gd name="T36" fmla="*/ 89 w 186"/>
                <a:gd name="T37" fmla="*/ 45 h 200"/>
                <a:gd name="T38" fmla="*/ 89 w 186"/>
                <a:gd name="T39" fmla="*/ 20 h 200"/>
                <a:gd name="T40" fmla="*/ 82 w 186"/>
                <a:gd name="T41" fmla="*/ 10 h 200"/>
                <a:gd name="T42" fmla="*/ 92 w 186"/>
                <a:gd name="T43" fmla="*/ 0 h 200"/>
                <a:gd name="T44" fmla="*/ 102 w 186"/>
                <a:gd name="T45" fmla="*/ 10 h 200"/>
                <a:gd name="T46" fmla="*/ 95 w 186"/>
                <a:gd name="T47" fmla="*/ 20 h 200"/>
                <a:gd name="T48" fmla="*/ 36 w 186"/>
                <a:gd name="T49" fmla="*/ 118 h 200"/>
                <a:gd name="T50" fmla="*/ 92 w 186"/>
                <a:gd name="T51" fmla="*/ 175 h 200"/>
                <a:gd name="T52" fmla="*/ 149 w 186"/>
                <a:gd name="T53" fmla="*/ 118 h 200"/>
                <a:gd name="T54" fmla="*/ 92 w 186"/>
                <a:gd name="T55" fmla="*/ 61 h 200"/>
                <a:gd name="T56" fmla="*/ 36 w 186"/>
                <a:gd name="T57" fmla="*/ 118 h 200"/>
                <a:gd name="T58" fmla="*/ 109 w 186"/>
                <a:gd name="T59" fmla="*/ 130 h 200"/>
                <a:gd name="T60" fmla="*/ 89 w 186"/>
                <a:gd name="T61" fmla="*/ 130 h 200"/>
                <a:gd name="T62" fmla="*/ 82 w 186"/>
                <a:gd name="T63" fmla="*/ 124 h 200"/>
                <a:gd name="T64" fmla="*/ 82 w 186"/>
                <a:gd name="T65" fmla="*/ 96 h 200"/>
                <a:gd name="T66" fmla="*/ 89 w 186"/>
                <a:gd name="T67" fmla="*/ 90 h 200"/>
                <a:gd name="T68" fmla="*/ 96 w 186"/>
                <a:gd name="T69" fmla="*/ 96 h 200"/>
                <a:gd name="T70" fmla="*/ 96 w 186"/>
                <a:gd name="T71" fmla="*/ 117 h 200"/>
                <a:gd name="T72" fmla="*/ 109 w 186"/>
                <a:gd name="T73" fmla="*/ 117 h 200"/>
                <a:gd name="T74" fmla="*/ 116 w 186"/>
                <a:gd name="T75" fmla="*/ 124 h 200"/>
                <a:gd name="T76" fmla="*/ 109 w 186"/>
                <a:gd name="T77" fmla="*/ 130 h 200"/>
                <a:gd name="T78" fmla="*/ 12 w 186"/>
                <a:gd name="T79" fmla="*/ 88 h 200"/>
                <a:gd name="T80" fmla="*/ 0 w 186"/>
                <a:gd name="T81" fmla="*/ 59 h 200"/>
                <a:gd name="T82" fmla="*/ 40 w 186"/>
                <a:gd name="T83" fmla="*/ 18 h 200"/>
                <a:gd name="T84" fmla="*/ 73 w 186"/>
                <a:gd name="T85" fmla="*/ 36 h 200"/>
                <a:gd name="T86" fmla="*/ 12 w 186"/>
                <a:gd name="T87" fmla="*/ 88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6" h="200">
                  <a:moveTo>
                    <a:pt x="173" y="88"/>
                  </a:moveTo>
                  <a:cubicBezTo>
                    <a:pt x="164" y="62"/>
                    <a:pt x="141" y="42"/>
                    <a:pt x="112" y="36"/>
                  </a:cubicBezTo>
                  <a:cubicBezTo>
                    <a:pt x="120" y="25"/>
                    <a:pt x="132" y="18"/>
                    <a:pt x="146" y="18"/>
                  </a:cubicBezTo>
                  <a:cubicBezTo>
                    <a:pt x="168" y="18"/>
                    <a:pt x="186" y="36"/>
                    <a:pt x="186" y="59"/>
                  </a:cubicBezTo>
                  <a:cubicBezTo>
                    <a:pt x="186" y="70"/>
                    <a:pt x="181" y="81"/>
                    <a:pt x="173" y="88"/>
                  </a:cubicBezTo>
                  <a:close/>
                  <a:moveTo>
                    <a:pt x="95" y="20"/>
                  </a:moveTo>
                  <a:cubicBezTo>
                    <a:pt x="95" y="45"/>
                    <a:pt x="95" y="45"/>
                    <a:pt x="95" y="45"/>
                  </a:cubicBezTo>
                  <a:cubicBezTo>
                    <a:pt x="134" y="47"/>
                    <a:pt x="165" y="79"/>
                    <a:pt x="165" y="118"/>
                  </a:cubicBezTo>
                  <a:cubicBezTo>
                    <a:pt x="165" y="134"/>
                    <a:pt x="160" y="150"/>
                    <a:pt x="151" y="162"/>
                  </a:cubicBezTo>
                  <a:cubicBezTo>
                    <a:pt x="168" y="191"/>
                    <a:pt x="168" y="191"/>
                    <a:pt x="168" y="191"/>
                  </a:cubicBezTo>
                  <a:cubicBezTo>
                    <a:pt x="154" y="199"/>
                    <a:pt x="154" y="199"/>
                    <a:pt x="154" y="199"/>
                  </a:cubicBezTo>
                  <a:cubicBezTo>
                    <a:pt x="139" y="174"/>
                    <a:pt x="139" y="174"/>
                    <a:pt x="139" y="174"/>
                  </a:cubicBezTo>
                  <a:cubicBezTo>
                    <a:pt x="126" y="185"/>
                    <a:pt x="110" y="191"/>
                    <a:pt x="92" y="191"/>
                  </a:cubicBezTo>
                  <a:cubicBezTo>
                    <a:pt x="75" y="191"/>
                    <a:pt x="58" y="185"/>
                    <a:pt x="46" y="174"/>
                  </a:cubicBezTo>
                  <a:cubicBezTo>
                    <a:pt x="31" y="200"/>
                    <a:pt x="31" y="200"/>
                    <a:pt x="31" y="200"/>
                  </a:cubicBezTo>
                  <a:cubicBezTo>
                    <a:pt x="17" y="192"/>
                    <a:pt x="17" y="192"/>
                    <a:pt x="17" y="192"/>
                  </a:cubicBezTo>
                  <a:cubicBezTo>
                    <a:pt x="34" y="162"/>
                    <a:pt x="34" y="162"/>
                    <a:pt x="34" y="162"/>
                  </a:cubicBezTo>
                  <a:cubicBezTo>
                    <a:pt x="25" y="150"/>
                    <a:pt x="19" y="135"/>
                    <a:pt x="19" y="118"/>
                  </a:cubicBezTo>
                  <a:cubicBezTo>
                    <a:pt x="19" y="79"/>
                    <a:pt x="50" y="47"/>
                    <a:pt x="89" y="45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5" y="18"/>
                    <a:pt x="82" y="15"/>
                    <a:pt x="82" y="10"/>
                  </a:cubicBezTo>
                  <a:cubicBezTo>
                    <a:pt x="82" y="5"/>
                    <a:pt x="86" y="0"/>
                    <a:pt x="92" y="0"/>
                  </a:cubicBezTo>
                  <a:cubicBezTo>
                    <a:pt x="98" y="0"/>
                    <a:pt x="102" y="5"/>
                    <a:pt x="102" y="10"/>
                  </a:cubicBezTo>
                  <a:cubicBezTo>
                    <a:pt x="102" y="15"/>
                    <a:pt x="99" y="18"/>
                    <a:pt x="95" y="20"/>
                  </a:cubicBezTo>
                  <a:close/>
                  <a:moveTo>
                    <a:pt x="36" y="118"/>
                  </a:moveTo>
                  <a:cubicBezTo>
                    <a:pt x="36" y="149"/>
                    <a:pt x="61" y="175"/>
                    <a:pt x="92" y="175"/>
                  </a:cubicBezTo>
                  <a:cubicBezTo>
                    <a:pt x="124" y="175"/>
                    <a:pt x="149" y="149"/>
                    <a:pt x="149" y="118"/>
                  </a:cubicBezTo>
                  <a:cubicBezTo>
                    <a:pt x="149" y="87"/>
                    <a:pt x="124" y="61"/>
                    <a:pt x="92" y="61"/>
                  </a:cubicBezTo>
                  <a:cubicBezTo>
                    <a:pt x="61" y="61"/>
                    <a:pt x="36" y="87"/>
                    <a:pt x="36" y="118"/>
                  </a:cubicBezTo>
                  <a:close/>
                  <a:moveTo>
                    <a:pt x="109" y="130"/>
                  </a:moveTo>
                  <a:cubicBezTo>
                    <a:pt x="89" y="130"/>
                    <a:pt x="89" y="130"/>
                    <a:pt x="89" y="130"/>
                  </a:cubicBezTo>
                  <a:cubicBezTo>
                    <a:pt x="85" y="130"/>
                    <a:pt x="82" y="127"/>
                    <a:pt x="82" y="124"/>
                  </a:cubicBezTo>
                  <a:cubicBezTo>
                    <a:pt x="82" y="96"/>
                    <a:pt x="82" y="96"/>
                    <a:pt x="82" y="96"/>
                  </a:cubicBezTo>
                  <a:cubicBezTo>
                    <a:pt x="82" y="93"/>
                    <a:pt x="85" y="90"/>
                    <a:pt x="89" y="90"/>
                  </a:cubicBezTo>
                  <a:cubicBezTo>
                    <a:pt x="93" y="90"/>
                    <a:pt x="96" y="93"/>
                    <a:pt x="96" y="96"/>
                  </a:cubicBezTo>
                  <a:cubicBezTo>
                    <a:pt x="96" y="117"/>
                    <a:pt x="96" y="117"/>
                    <a:pt x="96" y="117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13" y="117"/>
                    <a:pt x="116" y="120"/>
                    <a:pt x="116" y="124"/>
                  </a:cubicBezTo>
                  <a:cubicBezTo>
                    <a:pt x="116" y="127"/>
                    <a:pt x="113" y="130"/>
                    <a:pt x="109" y="130"/>
                  </a:cubicBezTo>
                  <a:close/>
                  <a:moveTo>
                    <a:pt x="12" y="88"/>
                  </a:moveTo>
                  <a:cubicBezTo>
                    <a:pt x="4" y="81"/>
                    <a:pt x="0" y="70"/>
                    <a:pt x="0" y="59"/>
                  </a:cubicBezTo>
                  <a:cubicBezTo>
                    <a:pt x="0" y="36"/>
                    <a:pt x="18" y="18"/>
                    <a:pt x="40" y="18"/>
                  </a:cubicBezTo>
                  <a:cubicBezTo>
                    <a:pt x="54" y="18"/>
                    <a:pt x="66" y="25"/>
                    <a:pt x="73" y="36"/>
                  </a:cubicBezTo>
                  <a:cubicBezTo>
                    <a:pt x="45" y="42"/>
                    <a:pt x="22" y="62"/>
                    <a:pt x="12" y="88"/>
                  </a:cubicBez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2" name="Freeform 78"/>
            <p:cNvSpPr>
              <a:spLocks noEditPoints="1"/>
            </p:cNvSpPr>
            <p:nvPr/>
          </p:nvSpPr>
          <p:spPr bwMode="auto">
            <a:xfrm>
              <a:off x="6949953" y="2907716"/>
              <a:ext cx="226090" cy="289072"/>
            </a:xfrm>
            <a:custGeom>
              <a:avLst/>
              <a:gdLst>
                <a:gd name="T0" fmla="*/ 153 w 154"/>
                <a:gd name="T1" fmla="*/ 85 h 197"/>
                <a:gd name="T2" fmla="*/ 78 w 154"/>
                <a:gd name="T3" fmla="*/ 197 h 197"/>
                <a:gd name="T4" fmla="*/ 4 w 154"/>
                <a:gd name="T5" fmla="*/ 101 h 197"/>
                <a:gd name="T6" fmla="*/ 0 w 154"/>
                <a:gd name="T7" fmla="*/ 77 h 197"/>
                <a:gd name="T8" fmla="*/ 77 w 154"/>
                <a:gd name="T9" fmla="*/ 0 h 197"/>
                <a:gd name="T10" fmla="*/ 154 w 154"/>
                <a:gd name="T11" fmla="*/ 77 h 197"/>
                <a:gd name="T12" fmla="*/ 153 w 154"/>
                <a:gd name="T13" fmla="*/ 85 h 197"/>
                <a:gd name="T14" fmla="*/ 77 w 154"/>
                <a:gd name="T15" fmla="*/ 28 h 197"/>
                <a:gd name="T16" fmla="*/ 34 w 154"/>
                <a:gd name="T17" fmla="*/ 71 h 197"/>
                <a:gd name="T18" fmla="*/ 77 w 154"/>
                <a:gd name="T19" fmla="*/ 114 h 197"/>
                <a:gd name="T20" fmla="*/ 120 w 154"/>
                <a:gd name="T21" fmla="*/ 71 h 197"/>
                <a:gd name="T22" fmla="*/ 77 w 154"/>
                <a:gd name="T23" fmla="*/ 28 h 197"/>
                <a:gd name="T24" fmla="*/ 97 w 154"/>
                <a:gd name="T25" fmla="*/ 99 h 197"/>
                <a:gd name="T26" fmla="*/ 77 w 154"/>
                <a:gd name="T27" fmla="*/ 89 h 197"/>
                <a:gd name="T28" fmla="*/ 58 w 154"/>
                <a:gd name="T29" fmla="*/ 99 h 197"/>
                <a:gd name="T30" fmla="*/ 60 w 154"/>
                <a:gd name="T31" fmla="*/ 77 h 197"/>
                <a:gd name="T32" fmla="*/ 46 w 154"/>
                <a:gd name="T33" fmla="*/ 61 h 197"/>
                <a:gd name="T34" fmla="*/ 67 w 154"/>
                <a:gd name="T35" fmla="*/ 57 h 197"/>
                <a:gd name="T36" fmla="*/ 77 w 154"/>
                <a:gd name="T37" fmla="*/ 38 h 197"/>
                <a:gd name="T38" fmla="*/ 88 w 154"/>
                <a:gd name="T39" fmla="*/ 57 h 197"/>
                <a:gd name="T40" fmla="*/ 109 w 154"/>
                <a:gd name="T41" fmla="*/ 61 h 197"/>
                <a:gd name="T42" fmla="*/ 94 w 154"/>
                <a:gd name="T43" fmla="*/ 77 h 197"/>
                <a:gd name="T44" fmla="*/ 97 w 154"/>
                <a:gd name="T45" fmla="*/ 9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4" h="197">
                  <a:moveTo>
                    <a:pt x="153" y="85"/>
                  </a:moveTo>
                  <a:cubicBezTo>
                    <a:pt x="151" y="153"/>
                    <a:pt x="78" y="197"/>
                    <a:pt x="78" y="197"/>
                  </a:cubicBezTo>
                  <a:cubicBezTo>
                    <a:pt x="78" y="197"/>
                    <a:pt x="16" y="159"/>
                    <a:pt x="4" y="101"/>
                  </a:cubicBezTo>
                  <a:cubicBezTo>
                    <a:pt x="1" y="93"/>
                    <a:pt x="0" y="85"/>
                    <a:pt x="0" y="77"/>
                  </a:cubicBezTo>
                  <a:cubicBezTo>
                    <a:pt x="0" y="34"/>
                    <a:pt x="34" y="0"/>
                    <a:pt x="77" y="0"/>
                  </a:cubicBezTo>
                  <a:cubicBezTo>
                    <a:pt x="119" y="0"/>
                    <a:pt x="154" y="34"/>
                    <a:pt x="154" y="77"/>
                  </a:cubicBezTo>
                  <a:cubicBezTo>
                    <a:pt x="154" y="79"/>
                    <a:pt x="154" y="82"/>
                    <a:pt x="153" y="85"/>
                  </a:cubicBezTo>
                  <a:close/>
                  <a:moveTo>
                    <a:pt x="77" y="28"/>
                  </a:moveTo>
                  <a:cubicBezTo>
                    <a:pt x="53" y="28"/>
                    <a:pt x="34" y="47"/>
                    <a:pt x="34" y="71"/>
                  </a:cubicBezTo>
                  <a:cubicBezTo>
                    <a:pt x="34" y="94"/>
                    <a:pt x="53" y="114"/>
                    <a:pt x="77" y="114"/>
                  </a:cubicBezTo>
                  <a:cubicBezTo>
                    <a:pt x="101" y="114"/>
                    <a:pt x="120" y="94"/>
                    <a:pt x="120" y="71"/>
                  </a:cubicBezTo>
                  <a:cubicBezTo>
                    <a:pt x="120" y="47"/>
                    <a:pt x="101" y="28"/>
                    <a:pt x="77" y="28"/>
                  </a:cubicBezTo>
                  <a:close/>
                  <a:moveTo>
                    <a:pt x="97" y="99"/>
                  </a:moveTo>
                  <a:cubicBezTo>
                    <a:pt x="77" y="89"/>
                    <a:pt x="77" y="89"/>
                    <a:pt x="77" y="89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60" y="77"/>
                    <a:pt x="60" y="77"/>
                    <a:pt x="60" y="77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67" y="57"/>
                    <a:pt x="67" y="57"/>
                    <a:pt x="67" y="57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109" y="61"/>
                    <a:pt x="109" y="61"/>
                    <a:pt x="109" y="61"/>
                  </a:cubicBezTo>
                  <a:cubicBezTo>
                    <a:pt x="94" y="77"/>
                    <a:pt x="94" y="77"/>
                    <a:pt x="94" y="77"/>
                  </a:cubicBezTo>
                  <a:lnTo>
                    <a:pt x="97" y="99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3" name="Freeform 6"/>
            <p:cNvSpPr>
              <a:spLocks noEditPoints="1"/>
            </p:cNvSpPr>
            <p:nvPr/>
          </p:nvSpPr>
          <p:spPr bwMode="auto">
            <a:xfrm>
              <a:off x="4789056" y="2863275"/>
              <a:ext cx="330012" cy="333720"/>
            </a:xfrm>
            <a:custGeom>
              <a:avLst/>
              <a:gdLst>
                <a:gd name="T0" fmla="*/ 99 w 197"/>
                <a:gd name="T1" fmla="*/ 30 h 199"/>
                <a:gd name="T2" fmla="*/ 106 w 197"/>
                <a:gd name="T3" fmla="*/ 15 h 199"/>
                <a:gd name="T4" fmla="*/ 99 w 197"/>
                <a:gd name="T5" fmla="*/ 0 h 199"/>
                <a:gd name="T6" fmla="*/ 91 w 197"/>
                <a:gd name="T7" fmla="*/ 15 h 199"/>
                <a:gd name="T8" fmla="*/ 99 w 197"/>
                <a:gd name="T9" fmla="*/ 30 h 199"/>
                <a:gd name="T10" fmla="*/ 64 w 197"/>
                <a:gd name="T11" fmla="*/ 39 h 199"/>
                <a:gd name="T12" fmla="*/ 63 w 197"/>
                <a:gd name="T13" fmla="*/ 22 h 199"/>
                <a:gd name="T14" fmla="*/ 49 w 197"/>
                <a:gd name="T15" fmla="*/ 13 h 199"/>
                <a:gd name="T16" fmla="*/ 50 w 197"/>
                <a:gd name="T17" fmla="*/ 30 h 199"/>
                <a:gd name="T18" fmla="*/ 64 w 197"/>
                <a:gd name="T19" fmla="*/ 39 h 199"/>
                <a:gd name="T20" fmla="*/ 175 w 197"/>
                <a:gd name="T21" fmla="*/ 63 h 199"/>
                <a:gd name="T22" fmla="*/ 184 w 197"/>
                <a:gd name="T23" fmla="*/ 49 h 199"/>
                <a:gd name="T24" fmla="*/ 167 w 197"/>
                <a:gd name="T25" fmla="*/ 50 h 199"/>
                <a:gd name="T26" fmla="*/ 158 w 197"/>
                <a:gd name="T27" fmla="*/ 64 h 199"/>
                <a:gd name="T28" fmla="*/ 175 w 197"/>
                <a:gd name="T29" fmla="*/ 63 h 199"/>
                <a:gd name="T30" fmla="*/ 133 w 197"/>
                <a:gd name="T31" fmla="*/ 39 h 199"/>
                <a:gd name="T32" fmla="*/ 147 w 197"/>
                <a:gd name="T33" fmla="*/ 30 h 199"/>
                <a:gd name="T34" fmla="*/ 148 w 197"/>
                <a:gd name="T35" fmla="*/ 13 h 199"/>
                <a:gd name="T36" fmla="*/ 134 w 197"/>
                <a:gd name="T37" fmla="*/ 22 h 199"/>
                <a:gd name="T38" fmla="*/ 133 w 197"/>
                <a:gd name="T39" fmla="*/ 39 h 199"/>
                <a:gd name="T40" fmla="*/ 47 w 197"/>
                <a:gd name="T41" fmla="*/ 119 h 199"/>
                <a:gd name="T42" fmla="*/ 100 w 197"/>
                <a:gd name="T43" fmla="*/ 74 h 199"/>
                <a:gd name="T44" fmla="*/ 153 w 197"/>
                <a:gd name="T45" fmla="*/ 123 h 199"/>
                <a:gd name="T46" fmla="*/ 155 w 197"/>
                <a:gd name="T47" fmla="*/ 123 h 199"/>
                <a:gd name="T48" fmla="*/ 161 w 197"/>
                <a:gd name="T49" fmla="*/ 99 h 199"/>
                <a:gd name="T50" fmla="*/ 101 w 197"/>
                <a:gd name="T51" fmla="*/ 39 h 199"/>
                <a:gd name="T52" fmla="*/ 40 w 197"/>
                <a:gd name="T53" fmla="*/ 99 h 199"/>
                <a:gd name="T54" fmla="*/ 45 w 197"/>
                <a:gd name="T55" fmla="*/ 119 h 199"/>
                <a:gd name="T56" fmla="*/ 47 w 197"/>
                <a:gd name="T57" fmla="*/ 119 h 199"/>
                <a:gd name="T58" fmla="*/ 22 w 197"/>
                <a:gd name="T59" fmla="*/ 63 h 199"/>
                <a:gd name="T60" fmla="*/ 39 w 197"/>
                <a:gd name="T61" fmla="*/ 64 h 199"/>
                <a:gd name="T62" fmla="*/ 30 w 197"/>
                <a:gd name="T63" fmla="*/ 50 h 199"/>
                <a:gd name="T64" fmla="*/ 13 w 197"/>
                <a:gd name="T65" fmla="*/ 49 h 199"/>
                <a:gd name="T66" fmla="*/ 22 w 197"/>
                <a:gd name="T67" fmla="*/ 63 h 199"/>
                <a:gd name="T68" fmla="*/ 183 w 197"/>
                <a:gd name="T69" fmla="*/ 91 h 199"/>
                <a:gd name="T70" fmla="*/ 168 w 197"/>
                <a:gd name="T71" fmla="*/ 99 h 199"/>
                <a:gd name="T72" fmla="*/ 183 w 197"/>
                <a:gd name="T73" fmla="*/ 107 h 199"/>
                <a:gd name="T74" fmla="*/ 197 w 197"/>
                <a:gd name="T75" fmla="*/ 99 h 199"/>
                <a:gd name="T76" fmla="*/ 183 w 197"/>
                <a:gd name="T77" fmla="*/ 91 h 199"/>
                <a:gd name="T78" fmla="*/ 29 w 197"/>
                <a:gd name="T79" fmla="*/ 99 h 199"/>
                <a:gd name="T80" fmla="*/ 15 w 197"/>
                <a:gd name="T81" fmla="*/ 91 h 199"/>
                <a:gd name="T82" fmla="*/ 0 w 197"/>
                <a:gd name="T83" fmla="*/ 99 h 199"/>
                <a:gd name="T84" fmla="*/ 15 w 197"/>
                <a:gd name="T85" fmla="*/ 107 h 199"/>
                <a:gd name="T86" fmla="*/ 29 w 197"/>
                <a:gd name="T87" fmla="*/ 99 h 199"/>
                <a:gd name="T88" fmla="*/ 176 w 197"/>
                <a:gd name="T89" fmla="*/ 158 h 199"/>
                <a:gd name="T90" fmla="*/ 175 w 197"/>
                <a:gd name="T91" fmla="*/ 158 h 199"/>
                <a:gd name="T92" fmla="*/ 175 w 197"/>
                <a:gd name="T93" fmla="*/ 157 h 199"/>
                <a:gd name="T94" fmla="*/ 147 w 197"/>
                <a:gd name="T95" fmla="*/ 129 h 199"/>
                <a:gd name="T96" fmla="*/ 144 w 197"/>
                <a:gd name="T97" fmla="*/ 130 h 199"/>
                <a:gd name="T98" fmla="*/ 102 w 197"/>
                <a:gd name="T99" fmla="*/ 89 h 199"/>
                <a:gd name="T100" fmla="*/ 61 w 197"/>
                <a:gd name="T101" fmla="*/ 127 h 199"/>
                <a:gd name="T102" fmla="*/ 41 w 197"/>
                <a:gd name="T103" fmla="*/ 140 h 199"/>
                <a:gd name="T104" fmla="*/ 42 w 197"/>
                <a:gd name="T105" fmla="*/ 141 h 199"/>
                <a:gd name="T106" fmla="*/ 16 w 197"/>
                <a:gd name="T107" fmla="*/ 169 h 199"/>
                <a:gd name="T108" fmla="*/ 43 w 197"/>
                <a:gd name="T109" fmla="*/ 199 h 199"/>
                <a:gd name="T110" fmla="*/ 176 w 197"/>
                <a:gd name="T111" fmla="*/ 199 h 199"/>
                <a:gd name="T112" fmla="*/ 195 w 197"/>
                <a:gd name="T113" fmla="*/ 177 h 199"/>
                <a:gd name="T114" fmla="*/ 176 w 197"/>
                <a:gd name="T115" fmla="*/ 15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7" h="199">
                  <a:moveTo>
                    <a:pt x="99" y="30"/>
                  </a:moveTo>
                  <a:cubicBezTo>
                    <a:pt x="103" y="30"/>
                    <a:pt x="106" y="23"/>
                    <a:pt x="106" y="15"/>
                  </a:cubicBezTo>
                  <a:cubicBezTo>
                    <a:pt x="106" y="7"/>
                    <a:pt x="103" y="0"/>
                    <a:pt x="99" y="0"/>
                  </a:cubicBezTo>
                  <a:cubicBezTo>
                    <a:pt x="94" y="0"/>
                    <a:pt x="91" y="7"/>
                    <a:pt x="91" y="15"/>
                  </a:cubicBezTo>
                  <a:cubicBezTo>
                    <a:pt x="91" y="23"/>
                    <a:pt x="94" y="30"/>
                    <a:pt x="99" y="30"/>
                  </a:cubicBezTo>
                  <a:close/>
                  <a:moveTo>
                    <a:pt x="64" y="39"/>
                  </a:moveTo>
                  <a:cubicBezTo>
                    <a:pt x="68" y="37"/>
                    <a:pt x="67" y="29"/>
                    <a:pt x="63" y="22"/>
                  </a:cubicBezTo>
                  <a:cubicBezTo>
                    <a:pt x="59" y="15"/>
                    <a:pt x="53" y="11"/>
                    <a:pt x="49" y="13"/>
                  </a:cubicBezTo>
                  <a:cubicBezTo>
                    <a:pt x="45" y="15"/>
                    <a:pt x="46" y="23"/>
                    <a:pt x="50" y="30"/>
                  </a:cubicBezTo>
                  <a:cubicBezTo>
                    <a:pt x="54" y="37"/>
                    <a:pt x="60" y="41"/>
                    <a:pt x="64" y="39"/>
                  </a:cubicBezTo>
                  <a:close/>
                  <a:moveTo>
                    <a:pt x="175" y="63"/>
                  </a:moveTo>
                  <a:cubicBezTo>
                    <a:pt x="182" y="59"/>
                    <a:pt x="186" y="53"/>
                    <a:pt x="184" y="49"/>
                  </a:cubicBezTo>
                  <a:cubicBezTo>
                    <a:pt x="182" y="46"/>
                    <a:pt x="175" y="46"/>
                    <a:pt x="167" y="50"/>
                  </a:cubicBezTo>
                  <a:cubicBezTo>
                    <a:pt x="160" y="54"/>
                    <a:pt x="156" y="61"/>
                    <a:pt x="158" y="64"/>
                  </a:cubicBezTo>
                  <a:cubicBezTo>
                    <a:pt x="161" y="68"/>
                    <a:pt x="168" y="68"/>
                    <a:pt x="175" y="63"/>
                  </a:cubicBezTo>
                  <a:close/>
                  <a:moveTo>
                    <a:pt x="133" y="39"/>
                  </a:moveTo>
                  <a:cubicBezTo>
                    <a:pt x="137" y="41"/>
                    <a:pt x="143" y="37"/>
                    <a:pt x="147" y="30"/>
                  </a:cubicBezTo>
                  <a:cubicBezTo>
                    <a:pt x="151" y="23"/>
                    <a:pt x="152" y="15"/>
                    <a:pt x="148" y="13"/>
                  </a:cubicBezTo>
                  <a:cubicBezTo>
                    <a:pt x="144" y="11"/>
                    <a:pt x="138" y="15"/>
                    <a:pt x="134" y="22"/>
                  </a:cubicBezTo>
                  <a:cubicBezTo>
                    <a:pt x="130" y="29"/>
                    <a:pt x="129" y="37"/>
                    <a:pt x="133" y="39"/>
                  </a:cubicBezTo>
                  <a:close/>
                  <a:moveTo>
                    <a:pt x="47" y="119"/>
                  </a:moveTo>
                  <a:cubicBezTo>
                    <a:pt x="50" y="92"/>
                    <a:pt x="73" y="74"/>
                    <a:pt x="100" y="74"/>
                  </a:cubicBezTo>
                  <a:cubicBezTo>
                    <a:pt x="129" y="74"/>
                    <a:pt x="153" y="95"/>
                    <a:pt x="153" y="123"/>
                  </a:cubicBezTo>
                  <a:cubicBezTo>
                    <a:pt x="154" y="123"/>
                    <a:pt x="155" y="123"/>
                    <a:pt x="155" y="123"/>
                  </a:cubicBezTo>
                  <a:cubicBezTo>
                    <a:pt x="159" y="115"/>
                    <a:pt x="161" y="109"/>
                    <a:pt x="161" y="99"/>
                  </a:cubicBezTo>
                  <a:cubicBezTo>
                    <a:pt x="161" y="66"/>
                    <a:pt x="134" y="39"/>
                    <a:pt x="101" y="39"/>
                  </a:cubicBezTo>
                  <a:cubicBezTo>
                    <a:pt x="67" y="39"/>
                    <a:pt x="40" y="66"/>
                    <a:pt x="40" y="99"/>
                  </a:cubicBezTo>
                  <a:cubicBezTo>
                    <a:pt x="40" y="107"/>
                    <a:pt x="42" y="112"/>
                    <a:pt x="45" y="119"/>
                  </a:cubicBezTo>
                  <a:cubicBezTo>
                    <a:pt x="45" y="119"/>
                    <a:pt x="46" y="119"/>
                    <a:pt x="47" y="119"/>
                  </a:cubicBezTo>
                  <a:close/>
                  <a:moveTo>
                    <a:pt x="22" y="63"/>
                  </a:moveTo>
                  <a:cubicBezTo>
                    <a:pt x="29" y="68"/>
                    <a:pt x="37" y="68"/>
                    <a:pt x="39" y="64"/>
                  </a:cubicBezTo>
                  <a:cubicBezTo>
                    <a:pt x="41" y="61"/>
                    <a:pt x="37" y="54"/>
                    <a:pt x="30" y="50"/>
                  </a:cubicBezTo>
                  <a:cubicBezTo>
                    <a:pt x="23" y="46"/>
                    <a:pt x="15" y="46"/>
                    <a:pt x="13" y="49"/>
                  </a:cubicBezTo>
                  <a:cubicBezTo>
                    <a:pt x="11" y="53"/>
                    <a:pt x="15" y="59"/>
                    <a:pt x="22" y="63"/>
                  </a:cubicBezTo>
                  <a:close/>
                  <a:moveTo>
                    <a:pt x="183" y="91"/>
                  </a:moveTo>
                  <a:cubicBezTo>
                    <a:pt x="174" y="91"/>
                    <a:pt x="168" y="95"/>
                    <a:pt x="168" y="99"/>
                  </a:cubicBezTo>
                  <a:cubicBezTo>
                    <a:pt x="168" y="103"/>
                    <a:pt x="174" y="107"/>
                    <a:pt x="183" y="107"/>
                  </a:cubicBezTo>
                  <a:cubicBezTo>
                    <a:pt x="191" y="107"/>
                    <a:pt x="197" y="103"/>
                    <a:pt x="197" y="99"/>
                  </a:cubicBezTo>
                  <a:cubicBezTo>
                    <a:pt x="197" y="95"/>
                    <a:pt x="191" y="91"/>
                    <a:pt x="183" y="91"/>
                  </a:cubicBezTo>
                  <a:close/>
                  <a:moveTo>
                    <a:pt x="29" y="99"/>
                  </a:moveTo>
                  <a:cubicBezTo>
                    <a:pt x="29" y="95"/>
                    <a:pt x="23" y="91"/>
                    <a:pt x="15" y="91"/>
                  </a:cubicBezTo>
                  <a:cubicBezTo>
                    <a:pt x="6" y="91"/>
                    <a:pt x="0" y="95"/>
                    <a:pt x="0" y="99"/>
                  </a:cubicBezTo>
                  <a:cubicBezTo>
                    <a:pt x="0" y="103"/>
                    <a:pt x="6" y="107"/>
                    <a:pt x="15" y="107"/>
                  </a:cubicBezTo>
                  <a:cubicBezTo>
                    <a:pt x="23" y="107"/>
                    <a:pt x="29" y="103"/>
                    <a:pt x="29" y="99"/>
                  </a:cubicBezTo>
                  <a:close/>
                  <a:moveTo>
                    <a:pt x="176" y="158"/>
                  </a:moveTo>
                  <a:cubicBezTo>
                    <a:pt x="175" y="158"/>
                    <a:pt x="175" y="158"/>
                    <a:pt x="175" y="158"/>
                  </a:cubicBezTo>
                  <a:cubicBezTo>
                    <a:pt x="175" y="158"/>
                    <a:pt x="175" y="157"/>
                    <a:pt x="175" y="157"/>
                  </a:cubicBezTo>
                  <a:cubicBezTo>
                    <a:pt x="175" y="142"/>
                    <a:pt x="162" y="129"/>
                    <a:pt x="147" y="129"/>
                  </a:cubicBezTo>
                  <a:cubicBezTo>
                    <a:pt x="146" y="129"/>
                    <a:pt x="145" y="129"/>
                    <a:pt x="144" y="130"/>
                  </a:cubicBezTo>
                  <a:cubicBezTo>
                    <a:pt x="143" y="107"/>
                    <a:pt x="125" y="89"/>
                    <a:pt x="102" y="89"/>
                  </a:cubicBezTo>
                  <a:cubicBezTo>
                    <a:pt x="74" y="89"/>
                    <a:pt x="63" y="106"/>
                    <a:pt x="61" y="127"/>
                  </a:cubicBezTo>
                  <a:cubicBezTo>
                    <a:pt x="55" y="128"/>
                    <a:pt x="43" y="125"/>
                    <a:pt x="41" y="140"/>
                  </a:cubicBezTo>
                  <a:cubicBezTo>
                    <a:pt x="41" y="141"/>
                    <a:pt x="41" y="141"/>
                    <a:pt x="42" y="141"/>
                  </a:cubicBezTo>
                  <a:cubicBezTo>
                    <a:pt x="27" y="142"/>
                    <a:pt x="16" y="154"/>
                    <a:pt x="16" y="169"/>
                  </a:cubicBezTo>
                  <a:cubicBezTo>
                    <a:pt x="16" y="184"/>
                    <a:pt x="28" y="199"/>
                    <a:pt x="43" y="199"/>
                  </a:cubicBezTo>
                  <a:cubicBezTo>
                    <a:pt x="90" y="199"/>
                    <a:pt x="152" y="199"/>
                    <a:pt x="176" y="199"/>
                  </a:cubicBezTo>
                  <a:cubicBezTo>
                    <a:pt x="186" y="199"/>
                    <a:pt x="195" y="188"/>
                    <a:pt x="195" y="177"/>
                  </a:cubicBezTo>
                  <a:cubicBezTo>
                    <a:pt x="195" y="167"/>
                    <a:pt x="186" y="158"/>
                    <a:pt x="176" y="158"/>
                  </a:cubicBez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4" name="矩形 23"/>
            <p:cNvSpPr/>
            <p:nvPr/>
          </p:nvSpPr>
          <p:spPr>
            <a:xfrm>
              <a:off x="2741565" y="2729090"/>
              <a:ext cx="1788668" cy="287655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350" b="1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>
              <a:spLocks noChangeArrowheads="1"/>
            </p:cNvSpPr>
            <p:nvPr/>
          </p:nvSpPr>
          <p:spPr bwMode="auto">
            <a:xfrm>
              <a:off x="2741050" y="2971276"/>
              <a:ext cx="1727742" cy="642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55" tIns="34278" rIns="68555" bIns="3427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sym typeface="微软雅黑" panose="020B0503020204020204" pitchFamily="34" charset="-122"/>
                </a:rPr>
                <a:t>在此录入上述图表的描述明，在此录入上述图表的描述说。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3443460" y="3808929"/>
              <a:ext cx="1788668" cy="287655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350" b="1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>
              <a:spLocks noChangeArrowheads="1"/>
            </p:cNvSpPr>
            <p:nvPr/>
          </p:nvSpPr>
          <p:spPr bwMode="auto">
            <a:xfrm>
              <a:off x="3442945" y="4051115"/>
              <a:ext cx="1727742" cy="642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55" tIns="34278" rIns="68555" bIns="3427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sym typeface="微软雅黑" panose="020B0503020204020204" pitchFamily="34" charset="-122"/>
                </a:rPr>
                <a:t>在此录入上述图表的描述明，在此录入上述图表的描述说。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7006928" y="3808929"/>
              <a:ext cx="1788668" cy="287655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350" b="1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>
              <a:spLocks noChangeArrowheads="1"/>
            </p:cNvSpPr>
            <p:nvPr/>
          </p:nvSpPr>
          <p:spPr bwMode="auto">
            <a:xfrm>
              <a:off x="7006413" y="4051115"/>
              <a:ext cx="1727742" cy="642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55" tIns="34278" rIns="68555" bIns="3427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sym typeface="微软雅黑" panose="020B0503020204020204" pitchFamily="34" charset="-122"/>
                </a:rPr>
                <a:t>在此录入上述图表的描述明，在此录入上述图表的描述说。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662281" y="2729090"/>
              <a:ext cx="1788668" cy="287655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350" b="1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>
              <a:spLocks noChangeArrowheads="1"/>
            </p:cNvSpPr>
            <p:nvPr/>
          </p:nvSpPr>
          <p:spPr bwMode="auto">
            <a:xfrm>
              <a:off x="7661766" y="2971276"/>
              <a:ext cx="1727742" cy="642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55" tIns="34278" rIns="68555" bIns="3427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sym typeface="微软雅黑" panose="020B0503020204020204" pitchFamily="34" charset="-122"/>
                </a:rPr>
                <a:t>在此录入上述图表的描述明，在此录入上述图表的描述说。</a:t>
              </a: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6365924" y="2164265"/>
              <a:ext cx="208733" cy="138347"/>
              <a:chOff x="9482595" y="2565731"/>
              <a:chExt cx="278384" cy="184511"/>
            </a:xfrm>
          </p:grpSpPr>
          <p:sp>
            <p:nvSpPr>
              <p:cNvPr id="33" name="椭圆 32"/>
              <p:cNvSpPr/>
              <p:nvPr/>
            </p:nvSpPr>
            <p:spPr>
              <a:xfrm>
                <a:off x="9482595" y="2565731"/>
                <a:ext cx="71376" cy="713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625979" y="2615242"/>
                <a:ext cx="135000" cy="135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/>
              </a:p>
            </p:txBody>
          </p:sp>
        </p:grpSp>
      </p:grpSp>
      <p:sp>
        <p:nvSpPr>
          <p:cNvPr id="46" name="文本框 1"/>
          <p:cNvSpPr txBox="1"/>
          <p:nvPr/>
        </p:nvSpPr>
        <p:spPr>
          <a:xfrm>
            <a:off x="1017713" y="1089429"/>
            <a:ext cx="935577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在此录入上述图表的综合描述说明，在此录入上述图表的综合描述说明，在此录入上述图表的综合描述说明，在此录入上述图表的综合描述说明。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1747549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7" y="206003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关键技术与实践难点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9"/>
          <p:cNvSpPr txBox="1"/>
          <p:nvPr/>
        </p:nvSpPr>
        <p:spPr>
          <a:xfrm>
            <a:off x="6284475" y="3177041"/>
            <a:ext cx="1877500" cy="1236553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在此录入上述图表的描述说明，在此录入上述图表的描述说明。</a:t>
            </a:r>
          </a:p>
        </p:txBody>
      </p:sp>
      <p:grpSp>
        <p:nvGrpSpPr>
          <p:cNvPr id="64" name="组合 63"/>
          <p:cNvGrpSpPr/>
          <p:nvPr/>
        </p:nvGrpSpPr>
        <p:grpSpPr>
          <a:xfrm>
            <a:off x="1958064" y="3177041"/>
            <a:ext cx="8407931" cy="1262468"/>
            <a:chOff x="1568597" y="2835451"/>
            <a:chExt cx="8407931" cy="1262468"/>
          </a:xfrm>
        </p:grpSpPr>
        <p:sp>
          <p:nvSpPr>
            <p:cNvPr id="16" name="文本框 9"/>
            <p:cNvSpPr txBox="1"/>
            <p:nvPr/>
          </p:nvSpPr>
          <p:spPr>
            <a:xfrm>
              <a:off x="1568597" y="2861366"/>
              <a:ext cx="1877500" cy="1236553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在此录入上述图表的描述说明，在此录入上述图表的描述说明。</a:t>
              </a:r>
            </a:p>
          </p:txBody>
        </p:sp>
        <p:sp>
          <p:nvSpPr>
            <p:cNvPr id="20" name="文本框 9"/>
            <p:cNvSpPr txBox="1"/>
            <p:nvPr/>
          </p:nvSpPr>
          <p:spPr>
            <a:xfrm>
              <a:off x="3772617" y="2835451"/>
              <a:ext cx="1877500" cy="1236553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在此录入上述图表的描述说明，在此录入上述图表的描述说明。</a:t>
              </a:r>
            </a:p>
          </p:txBody>
        </p:sp>
        <p:sp>
          <p:nvSpPr>
            <p:cNvPr id="28" name="文本框 9"/>
            <p:cNvSpPr txBox="1"/>
            <p:nvPr/>
          </p:nvSpPr>
          <p:spPr>
            <a:xfrm>
              <a:off x="8099028" y="2835451"/>
              <a:ext cx="1877500" cy="1236553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在此录入上述图表的描述说明，在此录入上述图表的描述说明。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971691" y="4764328"/>
            <a:ext cx="596906" cy="538179"/>
            <a:chOff x="5424755" y="1340768"/>
            <a:chExt cx="670560" cy="604586"/>
          </a:xfrm>
        </p:grpSpPr>
        <p:grpSp>
          <p:nvGrpSpPr>
            <p:cNvPr id="39" name="组合 3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4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4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4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30" name="文本框 9"/>
          <p:cNvSpPr txBox="1"/>
          <p:nvPr/>
        </p:nvSpPr>
        <p:spPr>
          <a:xfrm>
            <a:off x="1692463" y="4780391"/>
            <a:ext cx="2122390" cy="409944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1774094" y="5188544"/>
            <a:ext cx="9258760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11194818" y="5040691"/>
            <a:ext cx="293292" cy="264436"/>
            <a:chOff x="3720691" y="2824413"/>
            <a:chExt cx="1341120" cy="1209172"/>
          </a:xfrm>
        </p:grpSpPr>
        <p:sp>
          <p:nvSpPr>
            <p:cNvPr id="3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33" name="TextBox 75"/>
          <p:cNvSpPr txBox="1"/>
          <p:nvPr/>
        </p:nvSpPr>
        <p:spPr>
          <a:xfrm>
            <a:off x="1664596" y="5355819"/>
            <a:ext cx="9687136" cy="766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2039694" y="1820330"/>
            <a:ext cx="8081410" cy="1439681"/>
            <a:chOff x="1650227" y="1478740"/>
            <a:chExt cx="8081410" cy="1439681"/>
          </a:xfrm>
        </p:grpSpPr>
        <p:grpSp>
          <p:nvGrpSpPr>
            <p:cNvPr id="13" name="组合 12"/>
            <p:cNvGrpSpPr/>
            <p:nvPr/>
          </p:nvGrpSpPr>
          <p:grpSpPr>
            <a:xfrm>
              <a:off x="2114517" y="1636910"/>
              <a:ext cx="760167" cy="685376"/>
              <a:chOff x="5424755" y="1340768"/>
              <a:chExt cx="670560" cy="604586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60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/>
                </a:p>
              </p:txBody>
            </p:sp>
            <p:sp>
              <p:nvSpPr>
                <p:cNvPr id="61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/>
                </a:p>
              </p:txBody>
            </p:sp>
          </p:grpSp>
          <p:sp>
            <p:nvSpPr>
              <p:cNvPr id="59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14" name="Freeform 126"/>
            <p:cNvSpPr>
              <a:spLocks noChangeAspect="1" noEditPoints="1"/>
            </p:cNvSpPr>
            <p:nvPr/>
          </p:nvSpPr>
          <p:spPr bwMode="auto">
            <a:xfrm>
              <a:off x="2341076" y="1797151"/>
              <a:ext cx="303701" cy="380024"/>
            </a:xfrm>
            <a:custGeom>
              <a:avLst/>
              <a:gdLst>
                <a:gd name="T0" fmla="*/ 48 w 81"/>
                <a:gd name="T1" fmla="*/ 27 h 101"/>
                <a:gd name="T2" fmla="*/ 4 w 81"/>
                <a:gd name="T3" fmla="*/ 48 h 101"/>
                <a:gd name="T4" fmla="*/ 0 w 81"/>
                <a:gd name="T5" fmla="*/ 31 h 101"/>
                <a:gd name="T6" fmla="*/ 58 w 81"/>
                <a:gd name="T7" fmla="*/ 90 h 101"/>
                <a:gd name="T8" fmla="*/ 81 w 81"/>
                <a:gd name="T9" fmla="*/ 98 h 101"/>
                <a:gd name="T10" fmla="*/ 58 w 81"/>
                <a:gd name="T11" fmla="*/ 90 h 101"/>
                <a:gd name="T12" fmla="*/ 53 w 81"/>
                <a:gd name="T13" fmla="*/ 101 h 101"/>
                <a:gd name="T14" fmla="*/ 29 w 81"/>
                <a:gd name="T15" fmla="*/ 98 h 101"/>
                <a:gd name="T16" fmla="*/ 0 w 81"/>
                <a:gd name="T17" fmla="*/ 90 h 101"/>
                <a:gd name="T18" fmla="*/ 29 w 81"/>
                <a:gd name="T19" fmla="*/ 87 h 101"/>
                <a:gd name="T20" fmla="*/ 38 w 81"/>
                <a:gd name="T21" fmla="*/ 76 h 101"/>
                <a:gd name="T22" fmla="*/ 0 w 81"/>
                <a:gd name="T23" fmla="*/ 72 h 101"/>
                <a:gd name="T24" fmla="*/ 4 w 81"/>
                <a:gd name="T25" fmla="*/ 54 h 101"/>
                <a:gd name="T26" fmla="*/ 48 w 81"/>
                <a:gd name="T27" fmla="*/ 76 h 101"/>
                <a:gd name="T28" fmla="*/ 44 w 81"/>
                <a:gd name="T29" fmla="*/ 87 h 101"/>
                <a:gd name="T30" fmla="*/ 53 w 81"/>
                <a:gd name="T31" fmla="*/ 90 h 101"/>
                <a:gd name="T32" fmla="*/ 4 w 81"/>
                <a:gd name="T33" fmla="*/ 0 h 101"/>
                <a:gd name="T34" fmla="*/ 48 w 81"/>
                <a:gd name="T35" fmla="*/ 21 h 101"/>
                <a:gd name="T36" fmla="*/ 0 w 81"/>
                <a:gd name="T37" fmla="*/ 17 h 101"/>
                <a:gd name="T38" fmla="*/ 4 w 81"/>
                <a:gd name="T39" fmla="*/ 0 h 101"/>
                <a:gd name="T40" fmla="*/ 53 w 81"/>
                <a:gd name="T41" fmla="*/ 76 h 101"/>
                <a:gd name="T42" fmla="*/ 81 w 81"/>
                <a:gd name="T43" fmla="*/ 72 h 101"/>
                <a:gd name="T44" fmla="*/ 77 w 81"/>
                <a:gd name="T45" fmla="*/ 54 h 101"/>
                <a:gd name="T46" fmla="*/ 59 w 81"/>
                <a:gd name="T47" fmla="*/ 8 h 101"/>
                <a:gd name="T48" fmla="*/ 69 w 81"/>
                <a:gd name="T49" fmla="*/ 13 h 101"/>
                <a:gd name="T50" fmla="*/ 59 w 81"/>
                <a:gd name="T51" fmla="*/ 8 h 101"/>
                <a:gd name="T52" fmla="*/ 69 w 81"/>
                <a:gd name="T53" fmla="*/ 63 h 101"/>
                <a:gd name="T54" fmla="*/ 59 w 81"/>
                <a:gd name="T55" fmla="*/ 67 h 101"/>
                <a:gd name="T56" fmla="*/ 59 w 81"/>
                <a:gd name="T57" fmla="*/ 35 h 101"/>
                <a:gd name="T58" fmla="*/ 69 w 81"/>
                <a:gd name="T59" fmla="*/ 40 h 101"/>
                <a:gd name="T60" fmla="*/ 59 w 81"/>
                <a:gd name="T61" fmla="*/ 35 h 101"/>
                <a:gd name="T62" fmla="*/ 53 w 81"/>
                <a:gd name="T63" fmla="*/ 21 h 101"/>
                <a:gd name="T64" fmla="*/ 81 w 81"/>
                <a:gd name="T65" fmla="*/ 17 h 101"/>
                <a:gd name="T66" fmla="*/ 77 w 81"/>
                <a:gd name="T67" fmla="*/ 0 h 101"/>
                <a:gd name="T68" fmla="*/ 53 w 81"/>
                <a:gd name="T69" fmla="*/ 27 h 101"/>
                <a:gd name="T70" fmla="*/ 77 w 81"/>
                <a:gd name="T71" fmla="*/ 48 h 101"/>
                <a:gd name="T72" fmla="*/ 81 w 81"/>
                <a:gd name="T73" fmla="*/ 31 h 101"/>
                <a:gd name="T74" fmla="*/ 53 w 81"/>
                <a:gd name="T75" fmla="*/ 2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101">
                  <a:moveTo>
                    <a:pt x="4" y="27"/>
                  </a:moveTo>
                  <a:cubicBezTo>
                    <a:pt x="48" y="27"/>
                    <a:pt x="48" y="27"/>
                    <a:pt x="48" y="27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9"/>
                    <a:pt x="2" y="27"/>
                    <a:pt x="4" y="27"/>
                  </a:cubicBezTo>
                  <a:close/>
                  <a:moveTo>
                    <a:pt x="58" y="90"/>
                  </a:moveTo>
                  <a:cubicBezTo>
                    <a:pt x="81" y="90"/>
                    <a:pt x="81" y="90"/>
                    <a:pt x="81" y="90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8" y="90"/>
                    <a:pt x="58" y="90"/>
                    <a:pt x="58" y="90"/>
                  </a:cubicBezTo>
                  <a:close/>
                  <a:moveTo>
                    <a:pt x="53" y="98"/>
                  </a:moveTo>
                  <a:cubicBezTo>
                    <a:pt x="53" y="101"/>
                    <a:pt x="53" y="101"/>
                    <a:pt x="53" y="101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9" y="87"/>
                    <a:pt x="29" y="87"/>
                    <a:pt x="29" y="87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2" y="76"/>
                    <a:pt x="0" y="74"/>
                    <a:pt x="0" y="7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6"/>
                    <a:pt x="2" y="54"/>
                    <a:pt x="4" y="54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87"/>
                    <a:pt x="44" y="87"/>
                    <a:pt x="44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90"/>
                    <a:pt x="53" y="90"/>
                    <a:pt x="53" y="90"/>
                  </a:cubicBezTo>
                  <a:cubicBezTo>
                    <a:pt x="53" y="98"/>
                    <a:pt x="53" y="98"/>
                    <a:pt x="53" y="98"/>
                  </a:cubicBezTo>
                  <a:close/>
                  <a:moveTo>
                    <a:pt x="4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2" y="21"/>
                    <a:pt x="0" y="19"/>
                    <a:pt x="0" y="1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  <a:moveTo>
                    <a:pt x="53" y="54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77" y="76"/>
                    <a:pt x="77" y="76"/>
                    <a:pt x="77" y="76"/>
                  </a:cubicBezTo>
                  <a:cubicBezTo>
                    <a:pt x="79" y="76"/>
                    <a:pt x="81" y="74"/>
                    <a:pt x="81" y="72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81" y="56"/>
                    <a:pt x="79" y="54"/>
                    <a:pt x="77" y="54"/>
                  </a:cubicBezTo>
                  <a:cubicBezTo>
                    <a:pt x="53" y="54"/>
                    <a:pt x="53" y="54"/>
                    <a:pt x="53" y="54"/>
                  </a:cubicBezTo>
                  <a:close/>
                  <a:moveTo>
                    <a:pt x="59" y="8"/>
                  </a:moveTo>
                  <a:cubicBezTo>
                    <a:pt x="69" y="8"/>
                    <a:pt x="69" y="8"/>
                    <a:pt x="69" y="8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8"/>
                    <a:pt x="59" y="8"/>
                    <a:pt x="59" y="8"/>
                  </a:cubicBezTo>
                  <a:close/>
                  <a:moveTo>
                    <a:pt x="59" y="63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9" y="63"/>
                    <a:pt x="59" y="63"/>
                    <a:pt x="59" y="63"/>
                  </a:cubicBezTo>
                  <a:close/>
                  <a:moveTo>
                    <a:pt x="59" y="35"/>
                  </a:moveTo>
                  <a:cubicBezTo>
                    <a:pt x="69" y="35"/>
                    <a:pt x="69" y="35"/>
                    <a:pt x="69" y="35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9" y="35"/>
                    <a:pt x="59" y="35"/>
                  </a:cubicBezTo>
                  <a:close/>
                  <a:moveTo>
                    <a:pt x="53" y="0"/>
                  </a:moveTo>
                  <a:cubicBezTo>
                    <a:pt x="53" y="21"/>
                    <a:pt x="53" y="21"/>
                    <a:pt x="53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9" y="21"/>
                    <a:pt x="81" y="19"/>
                    <a:pt x="81" y="17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81" y="2"/>
                    <a:pt x="79" y="0"/>
                    <a:pt x="77" y="0"/>
                  </a:cubicBezTo>
                  <a:cubicBezTo>
                    <a:pt x="53" y="0"/>
                    <a:pt x="53" y="0"/>
                    <a:pt x="53" y="0"/>
                  </a:cubicBezTo>
                  <a:close/>
                  <a:moveTo>
                    <a:pt x="53" y="27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9" y="48"/>
                    <a:pt x="81" y="46"/>
                    <a:pt x="81" y="44"/>
                  </a:cubicBezTo>
                  <a:cubicBezTo>
                    <a:pt x="81" y="31"/>
                    <a:pt x="81" y="31"/>
                    <a:pt x="81" y="31"/>
                  </a:cubicBezTo>
                  <a:cubicBezTo>
                    <a:pt x="81" y="29"/>
                    <a:pt x="79" y="27"/>
                    <a:pt x="77" y="27"/>
                  </a:cubicBezTo>
                  <a:lnTo>
                    <a:pt x="53" y="27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9"/>
            <p:cNvSpPr txBox="1"/>
            <p:nvPr/>
          </p:nvSpPr>
          <p:spPr>
            <a:xfrm>
              <a:off x="1650227" y="2508477"/>
              <a:ext cx="1550978" cy="409944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/>
              <a:r>
                <a:rPr lang="zh-CN" altLang="en-US" sz="135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236906" y="1636910"/>
              <a:ext cx="760167" cy="685376"/>
              <a:chOff x="5424755" y="1340768"/>
              <a:chExt cx="670560" cy="604586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56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/>
                </a:p>
              </p:txBody>
            </p:sp>
            <p:sp>
              <p:nvSpPr>
                <p:cNvPr id="57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/>
                </a:p>
              </p:txBody>
            </p:sp>
          </p:grpSp>
          <p:sp>
            <p:nvSpPr>
              <p:cNvPr id="55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18" name="Freeform 261"/>
            <p:cNvSpPr/>
            <p:nvPr/>
          </p:nvSpPr>
          <p:spPr bwMode="auto">
            <a:xfrm>
              <a:off x="4430606" y="1831468"/>
              <a:ext cx="369422" cy="369422"/>
            </a:xfrm>
            <a:custGeom>
              <a:avLst/>
              <a:gdLst>
                <a:gd name="T0" fmla="*/ 84 w 86"/>
                <a:gd name="T1" fmla="*/ 13 h 86"/>
                <a:gd name="T2" fmla="*/ 74 w 86"/>
                <a:gd name="T3" fmla="*/ 1 h 86"/>
                <a:gd name="T4" fmla="*/ 72 w 86"/>
                <a:gd name="T5" fmla="*/ 1 h 86"/>
                <a:gd name="T6" fmla="*/ 71 w 86"/>
                <a:gd name="T7" fmla="*/ 1 h 86"/>
                <a:gd name="T8" fmla="*/ 69 w 86"/>
                <a:gd name="T9" fmla="*/ 4 h 86"/>
                <a:gd name="T10" fmla="*/ 69 w 86"/>
                <a:gd name="T11" fmla="*/ 10 h 86"/>
                <a:gd name="T12" fmla="*/ 59 w 86"/>
                <a:gd name="T13" fmla="*/ 10 h 86"/>
                <a:gd name="T14" fmla="*/ 59 w 86"/>
                <a:gd name="T15" fmla="*/ 1 h 86"/>
                <a:gd name="T16" fmla="*/ 58 w 86"/>
                <a:gd name="T17" fmla="*/ 0 h 86"/>
                <a:gd name="T18" fmla="*/ 46 w 86"/>
                <a:gd name="T19" fmla="*/ 0 h 86"/>
                <a:gd name="T20" fmla="*/ 45 w 86"/>
                <a:gd name="T21" fmla="*/ 1 h 86"/>
                <a:gd name="T22" fmla="*/ 45 w 86"/>
                <a:gd name="T23" fmla="*/ 10 h 86"/>
                <a:gd name="T24" fmla="*/ 44 w 86"/>
                <a:gd name="T25" fmla="*/ 13 h 86"/>
                <a:gd name="T26" fmla="*/ 44 w 86"/>
                <a:gd name="T27" fmla="*/ 21 h 86"/>
                <a:gd name="T28" fmla="*/ 45 w 86"/>
                <a:gd name="T29" fmla="*/ 24 h 86"/>
                <a:gd name="T30" fmla="*/ 45 w 86"/>
                <a:gd name="T31" fmla="*/ 27 h 86"/>
                <a:gd name="T32" fmla="*/ 37 w 86"/>
                <a:gd name="T33" fmla="*/ 27 h 86"/>
                <a:gd name="T34" fmla="*/ 37 w 86"/>
                <a:gd name="T35" fmla="*/ 21 h 86"/>
                <a:gd name="T36" fmla="*/ 34 w 86"/>
                <a:gd name="T37" fmla="*/ 18 h 86"/>
                <a:gd name="T38" fmla="*/ 32 w 86"/>
                <a:gd name="T39" fmla="*/ 18 h 86"/>
                <a:gd name="T40" fmla="*/ 29 w 86"/>
                <a:gd name="T41" fmla="*/ 18 h 86"/>
                <a:gd name="T42" fmla="*/ 3 w 86"/>
                <a:gd name="T43" fmla="*/ 30 h 86"/>
                <a:gd name="T44" fmla="*/ 0 w 86"/>
                <a:gd name="T45" fmla="*/ 34 h 86"/>
                <a:gd name="T46" fmla="*/ 3 w 86"/>
                <a:gd name="T47" fmla="*/ 38 h 86"/>
                <a:gd name="T48" fmla="*/ 29 w 86"/>
                <a:gd name="T49" fmla="*/ 50 h 86"/>
                <a:gd name="T50" fmla="*/ 31 w 86"/>
                <a:gd name="T51" fmla="*/ 51 h 86"/>
                <a:gd name="T52" fmla="*/ 34 w 86"/>
                <a:gd name="T53" fmla="*/ 50 h 86"/>
                <a:gd name="T54" fmla="*/ 37 w 86"/>
                <a:gd name="T55" fmla="*/ 47 h 86"/>
                <a:gd name="T56" fmla="*/ 37 w 86"/>
                <a:gd name="T57" fmla="*/ 42 h 86"/>
                <a:gd name="T58" fmla="*/ 45 w 86"/>
                <a:gd name="T59" fmla="*/ 42 h 86"/>
                <a:gd name="T60" fmla="*/ 45 w 86"/>
                <a:gd name="T61" fmla="*/ 85 h 86"/>
                <a:gd name="T62" fmla="*/ 46 w 86"/>
                <a:gd name="T63" fmla="*/ 86 h 86"/>
                <a:gd name="T64" fmla="*/ 58 w 86"/>
                <a:gd name="T65" fmla="*/ 86 h 86"/>
                <a:gd name="T66" fmla="*/ 59 w 86"/>
                <a:gd name="T67" fmla="*/ 85 h 86"/>
                <a:gd name="T68" fmla="*/ 59 w 86"/>
                <a:gd name="T69" fmla="*/ 41 h 86"/>
                <a:gd name="T70" fmla="*/ 62 w 86"/>
                <a:gd name="T71" fmla="*/ 38 h 86"/>
                <a:gd name="T72" fmla="*/ 62 w 86"/>
                <a:gd name="T73" fmla="*/ 30 h 86"/>
                <a:gd name="T74" fmla="*/ 59 w 86"/>
                <a:gd name="T75" fmla="*/ 27 h 86"/>
                <a:gd name="T76" fmla="*/ 59 w 86"/>
                <a:gd name="T77" fmla="*/ 25 h 86"/>
                <a:gd name="T78" fmla="*/ 69 w 86"/>
                <a:gd name="T79" fmla="*/ 25 h 86"/>
                <a:gd name="T80" fmla="*/ 69 w 86"/>
                <a:gd name="T81" fmla="*/ 30 h 86"/>
                <a:gd name="T82" fmla="*/ 71 w 86"/>
                <a:gd name="T83" fmla="*/ 33 h 86"/>
                <a:gd name="T84" fmla="*/ 73 w 86"/>
                <a:gd name="T85" fmla="*/ 34 h 86"/>
                <a:gd name="T86" fmla="*/ 74 w 86"/>
                <a:gd name="T87" fmla="*/ 33 h 86"/>
                <a:gd name="T88" fmla="*/ 84 w 86"/>
                <a:gd name="T89" fmla="*/ 21 h 86"/>
                <a:gd name="T90" fmla="*/ 86 w 86"/>
                <a:gd name="T91" fmla="*/ 17 h 86"/>
                <a:gd name="T92" fmla="*/ 84 w 86"/>
                <a:gd name="T93" fmla="*/ 1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6" h="86">
                  <a:moveTo>
                    <a:pt x="84" y="13"/>
                  </a:moveTo>
                  <a:cubicBezTo>
                    <a:pt x="74" y="1"/>
                    <a:pt x="74" y="1"/>
                    <a:pt x="74" y="1"/>
                  </a:cubicBezTo>
                  <a:cubicBezTo>
                    <a:pt x="73" y="1"/>
                    <a:pt x="73" y="1"/>
                    <a:pt x="72" y="1"/>
                  </a:cubicBezTo>
                  <a:cubicBezTo>
                    <a:pt x="72" y="1"/>
                    <a:pt x="71" y="1"/>
                    <a:pt x="71" y="1"/>
                  </a:cubicBezTo>
                  <a:cubicBezTo>
                    <a:pt x="70" y="2"/>
                    <a:pt x="69" y="3"/>
                    <a:pt x="69" y="4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1"/>
                    <a:pt x="59" y="0"/>
                    <a:pt x="58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5" y="0"/>
                    <a:pt x="45" y="1"/>
                    <a:pt x="45" y="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1"/>
                    <a:pt x="44" y="12"/>
                    <a:pt x="44" y="13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22"/>
                    <a:pt x="44" y="23"/>
                    <a:pt x="45" y="24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0"/>
                    <a:pt x="36" y="19"/>
                    <a:pt x="34" y="18"/>
                  </a:cubicBezTo>
                  <a:cubicBezTo>
                    <a:pt x="34" y="18"/>
                    <a:pt x="33" y="18"/>
                    <a:pt x="32" y="18"/>
                  </a:cubicBezTo>
                  <a:cubicBezTo>
                    <a:pt x="31" y="18"/>
                    <a:pt x="30" y="18"/>
                    <a:pt x="29" y="18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1" y="31"/>
                    <a:pt x="0" y="33"/>
                    <a:pt x="0" y="34"/>
                  </a:cubicBezTo>
                  <a:cubicBezTo>
                    <a:pt x="0" y="36"/>
                    <a:pt x="1" y="38"/>
                    <a:pt x="3" y="3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30" y="51"/>
                    <a:pt x="31" y="51"/>
                  </a:cubicBezTo>
                  <a:cubicBezTo>
                    <a:pt x="32" y="51"/>
                    <a:pt x="33" y="51"/>
                    <a:pt x="34" y="50"/>
                  </a:cubicBezTo>
                  <a:cubicBezTo>
                    <a:pt x="36" y="50"/>
                    <a:pt x="37" y="48"/>
                    <a:pt x="37" y="47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5" y="86"/>
                    <a:pt x="45" y="86"/>
                    <a:pt x="46" y="86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9" y="86"/>
                    <a:pt x="59" y="86"/>
                    <a:pt x="59" y="85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61" y="41"/>
                    <a:pt x="62" y="40"/>
                    <a:pt x="62" y="38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29"/>
                    <a:pt x="61" y="28"/>
                    <a:pt x="59" y="27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69" y="31"/>
                    <a:pt x="70" y="33"/>
                    <a:pt x="71" y="33"/>
                  </a:cubicBezTo>
                  <a:cubicBezTo>
                    <a:pt x="71" y="34"/>
                    <a:pt x="72" y="34"/>
                    <a:pt x="73" y="34"/>
                  </a:cubicBezTo>
                  <a:cubicBezTo>
                    <a:pt x="73" y="34"/>
                    <a:pt x="74" y="34"/>
                    <a:pt x="74" y="33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5" y="21"/>
                    <a:pt x="86" y="19"/>
                    <a:pt x="86" y="17"/>
                  </a:cubicBezTo>
                  <a:cubicBezTo>
                    <a:pt x="86" y="16"/>
                    <a:pt x="85" y="14"/>
                    <a:pt x="84" y="13"/>
                  </a:cubicBez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9" name="文本框 9"/>
            <p:cNvSpPr txBox="1"/>
            <p:nvPr/>
          </p:nvSpPr>
          <p:spPr>
            <a:xfrm>
              <a:off x="3854248" y="2482563"/>
              <a:ext cx="1550978" cy="409944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/>
              <a:r>
                <a:rPr lang="zh-CN" altLang="en-US" sz="135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359298" y="1636910"/>
              <a:ext cx="760167" cy="685376"/>
              <a:chOff x="5424755" y="1340768"/>
              <a:chExt cx="670560" cy="604586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52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/>
                </a:p>
              </p:txBody>
            </p:sp>
            <p:sp>
              <p:nvSpPr>
                <p:cNvPr id="53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/>
                </a:p>
              </p:txBody>
            </p:sp>
          </p:grpSp>
          <p:sp>
            <p:nvSpPr>
              <p:cNvPr id="51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grpSp>
          <p:nvGrpSpPr>
            <p:cNvPr id="22" name="组合 21"/>
            <p:cNvGrpSpPr>
              <a:grpSpLocks noChangeAspect="1"/>
            </p:cNvGrpSpPr>
            <p:nvPr/>
          </p:nvGrpSpPr>
          <p:grpSpPr>
            <a:xfrm>
              <a:off x="6541785" y="1818050"/>
              <a:ext cx="401636" cy="344527"/>
              <a:chOff x="5084763" y="971548"/>
              <a:chExt cx="323865" cy="277813"/>
            </a:xfrm>
            <a:solidFill>
              <a:srgbClr val="414455"/>
            </a:solidFill>
          </p:grpSpPr>
          <p:sp>
            <p:nvSpPr>
              <p:cNvPr id="47" name="Freeform 301"/>
              <p:cNvSpPr>
                <a:spLocks noEditPoints="1"/>
              </p:cNvSpPr>
              <p:nvPr/>
            </p:nvSpPr>
            <p:spPr bwMode="auto">
              <a:xfrm>
                <a:off x="5191140" y="1031873"/>
                <a:ext cx="217488" cy="217488"/>
              </a:xfrm>
              <a:custGeom>
                <a:avLst/>
                <a:gdLst>
                  <a:gd name="T0" fmla="*/ 6 w 58"/>
                  <a:gd name="T1" fmla="*/ 14 h 58"/>
                  <a:gd name="T2" fmla="*/ 7 w 58"/>
                  <a:gd name="T3" fmla="*/ 19 h 58"/>
                  <a:gd name="T4" fmla="*/ 4 w 58"/>
                  <a:gd name="T5" fmla="*/ 20 h 58"/>
                  <a:gd name="T6" fmla="*/ 0 w 58"/>
                  <a:gd name="T7" fmla="*/ 23 h 58"/>
                  <a:gd name="T8" fmla="*/ 2 w 58"/>
                  <a:gd name="T9" fmla="*/ 27 h 58"/>
                  <a:gd name="T10" fmla="*/ 5 w 58"/>
                  <a:gd name="T11" fmla="*/ 31 h 58"/>
                  <a:gd name="T12" fmla="*/ 2 w 58"/>
                  <a:gd name="T13" fmla="*/ 34 h 58"/>
                  <a:gd name="T14" fmla="*/ 1 w 58"/>
                  <a:gd name="T15" fmla="*/ 38 h 58"/>
                  <a:gd name="T16" fmla="*/ 5 w 58"/>
                  <a:gd name="T17" fmla="*/ 41 h 58"/>
                  <a:gd name="T18" fmla="*/ 8 w 58"/>
                  <a:gd name="T19" fmla="*/ 42 h 58"/>
                  <a:gd name="T20" fmla="*/ 8 w 58"/>
                  <a:gd name="T21" fmla="*/ 46 h 58"/>
                  <a:gd name="T22" fmla="*/ 9 w 58"/>
                  <a:gd name="T23" fmla="*/ 51 h 58"/>
                  <a:gd name="T24" fmla="*/ 14 w 58"/>
                  <a:gd name="T25" fmla="*/ 51 h 58"/>
                  <a:gd name="T26" fmla="*/ 18 w 58"/>
                  <a:gd name="T27" fmla="*/ 51 h 58"/>
                  <a:gd name="T28" fmla="*/ 19 w 58"/>
                  <a:gd name="T29" fmla="*/ 54 h 58"/>
                  <a:gd name="T30" fmla="*/ 22 w 58"/>
                  <a:gd name="T31" fmla="*/ 58 h 58"/>
                  <a:gd name="T32" fmla="*/ 27 w 58"/>
                  <a:gd name="T33" fmla="*/ 56 h 58"/>
                  <a:gd name="T34" fmla="*/ 31 w 58"/>
                  <a:gd name="T35" fmla="*/ 53 h 58"/>
                  <a:gd name="T36" fmla="*/ 33 w 58"/>
                  <a:gd name="T37" fmla="*/ 56 h 58"/>
                  <a:gd name="T38" fmla="*/ 38 w 58"/>
                  <a:gd name="T39" fmla="*/ 57 h 58"/>
                  <a:gd name="T40" fmla="*/ 40 w 58"/>
                  <a:gd name="T41" fmla="*/ 53 h 58"/>
                  <a:gd name="T42" fmla="*/ 42 w 58"/>
                  <a:gd name="T43" fmla="*/ 49 h 58"/>
                  <a:gd name="T44" fmla="*/ 46 w 58"/>
                  <a:gd name="T45" fmla="*/ 50 h 58"/>
                  <a:gd name="T46" fmla="*/ 50 w 58"/>
                  <a:gd name="T47" fmla="*/ 49 h 58"/>
                  <a:gd name="T48" fmla="*/ 51 w 58"/>
                  <a:gd name="T49" fmla="*/ 44 h 58"/>
                  <a:gd name="T50" fmla="*/ 50 w 58"/>
                  <a:gd name="T51" fmla="*/ 40 h 58"/>
                  <a:gd name="T52" fmla="*/ 54 w 58"/>
                  <a:gd name="T53" fmla="*/ 39 h 58"/>
                  <a:gd name="T54" fmla="*/ 57 w 58"/>
                  <a:gd name="T55" fmla="*/ 35 h 58"/>
                  <a:gd name="T56" fmla="*/ 55 w 58"/>
                  <a:gd name="T57" fmla="*/ 31 h 58"/>
                  <a:gd name="T58" fmla="*/ 52 w 58"/>
                  <a:gd name="T59" fmla="*/ 27 h 58"/>
                  <a:gd name="T60" fmla="*/ 55 w 58"/>
                  <a:gd name="T61" fmla="*/ 25 h 58"/>
                  <a:gd name="T62" fmla="*/ 56 w 58"/>
                  <a:gd name="T63" fmla="*/ 20 h 58"/>
                  <a:gd name="T64" fmla="*/ 53 w 58"/>
                  <a:gd name="T65" fmla="*/ 18 h 58"/>
                  <a:gd name="T66" fmla="*/ 48 w 58"/>
                  <a:gd name="T67" fmla="*/ 16 h 58"/>
                  <a:gd name="T68" fmla="*/ 49 w 58"/>
                  <a:gd name="T69" fmla="*/ 12 h 58"/>
                  <a:gd name="T70" fmla="*/ 48 w 58"/>
                  <a:gd name="T71" fmla="*/ 8 h 58"/>
                  <a:gd name="T72" fmla="*/ 44 w 58"/>
                  <a:gd name="T73" fmla="*/ 7 h 58"/>
                  <a:gd name="T74" fmla="*/ 39 w 58"/>
                  <a:gd name="T75" fmla="*/ 8 h 58"/>
                  <a:gd name="T76" fmla="*/ 38 w 58"/>
                  <a:gd name="T77" fmla="*/ 4 h 58"/>
                  <a:gd name="T78" fmla="*/ 35 w 58"/>
                  <a:gd name="T79" fmla="*/ 1 h 58"/>
                  <a:gd name="T80" fmla="*/ 30 w 58"/>
                  <a:gd name="T81" fmla="*/ 3 h 58"/>
                  <a:gd name="T82" fmla="*/ 27 w 58"/>
                  <a:gd name="T83" fmla="*/ 5 h 58"/>
                  <a:gd name="T84" fmla="*/ 24 w 58"/>
                  <a:gd name="T85" fmla="*/ 3 h 58"/>
                  <a:gd name="T86" fmla="*/ 20 w 58"/>
                  <a:gd name="T87" fmla="*/ 1 h 58"/>
                  <a:gd name="T88" fmla="*/ 17 w 58"/>
                  <a:gd name="T89" fmla="*/ 5 h 58"/>
                  <a:gd name="T90" fmla="*/ 15 w 58"/>
                  <a:gd name="T91" fmla="*/ 10 h 58"/>
                  <a:gd name="T92" fmla="*/ 12 w 58"/>
                  <a:gd name="T93" fmla="*/ 9 h 58"/>
                  <a:gd name="T94" fmla="*/ 7 w 58"/>
                  <a:gd name="T95" fmla="*/ 10 h 58"/>
                  <a:gd name="T96" fmla="*/ 6 w 58"/>
                  <a:gd name="T97" fmla="*/ 14 h 58"/>
                  <a:gd name="T98" fmla="*/ 23 w 58"/>
                  <a:gd name="T99" fmla="*/ 13 h 58"/>
                  <a:gd name="T100" fmla="*/ 45 w 58"/>
                  <a:gd name="T101" fmla="*/ 24 h 58"/>
                  <a:gd name="T102" fmla="*/ 34 w 58"/>
                  <a:gd name="T103" fmla="*/ 45 h 58"/>
                  <a:gd name="T104" fmla="*/ 13 w 58"/>
                  <a:gd name="T105" fmla="*/ 34 h 58"/>
                  <a:gd name="T106" fmla="*/ 23 w 58"/>
                  <a:gd name="T107" fmla="*/ 1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8" h="58">
                    <a:moveTo>
                      <a:pt x="6" y="14"/>
                    </a:moveTo>
                    <a:cubicBezTo>
                      <a:pt x="8" y="15"/>
                      <a:pt x="7" y="18"/>
                      <a:pt x="7" y="19"/>
                    </a:cubicBezTo>
                    <a:cubicBezTo>
                      <a:pt x="7" y="20"/>
                      <a:pt x="5" y="20"/>
                      <a:pt x="4" y="20"/>
                    </a:cubicBezTo>
                    <a:cubicBezTo>
                      <a:pt x="2" y="20"/>
                      <a:pt x="0" y="21"/>
                      <a:pt x="0" y="23"/>
                    </a:cubicBezTo>
                    <a:cubicBezTo>
                      <a:pt x="0" y="25"/>
                      <a:pt x="0" y="27"/>
                      <a:pt x="2" y="27"/>
                    </a:cubicBezTo>
                    <a:cubicBezTo>
                      <a:pt x="3" y="28"/>
                      <a:pt x="5" y="30"/>
                      <a:pt x="5" y="31"/>
                    </a:cubicBezTo>
                    <a:cubicBezTo>
                      <a:pt x="5" y="32"/>
                      <a:pt x="4" y="33"/>
                      <a:pt x="2" y="34"/>
                    </a:cubicBezTo>
                    <a:cubicBezTo>
                      <a:pt x="1" y="34"/>
                      <a:pt x="0" y="36"/>
                      <a:pt x="1" y="38"/>
                    </a:cubicBezTo>
                    <a:cubicBezTo>
                      <a:pt x="1" y="40"/>
                      <a:pt x="3" y="42"/>
                      <a:pt x="5" y="41"/>
                    </a:cubicBezTo>
                    <a:cubicBezTo>
                      <a:pt x="6" y="41"/>
                      <a:pt x="8" y="41"/>
                      <a:pt x="8" y="42"/>
                    </a:cubicBezTo>
                    <a:cubicBezTo>
                      <a:pt x="9" y="42"/>
                      <a:pt x="9" y="45"/>
                      <a:pt x="8" y="46"/>
                    </a:cubicBezTo>
                    <a:cubicBezTo>
                      <a:pt x="7" y="47"/>
                      <a:pt x="7" y="50"/>
                      <a:pt x="9" y="51"/>
                    </a:cubicBezTo>
                    <a:cubicBezTo>
                      <a:pt x="11" y="52"/>
                      <a:pt x="13" y="53"/>
                      <a:pt x="14" y="51"/>
                    </a:cubicBezTo>
                    <a:cubicBezTo>
                      <a:pt x="15" y="50"/>
                      <a:pt x="18" y="51"/>
                      <a:pt x="18" y="51"/>
                    </a:cubicBezTo>
                    <a:cubicBezTo>
                      <a:pt x="19" y="51"/>
                      <a:pt x="20" y="53"/>
                      <a:pt x="19" y="54"/>
                    </a:cubicBezTo>
                    <a:cubicBezTo>
                      <a:pt x="19" y="56"/>
                      <a:pt x="20" y="57"/>
                      <a:pt x="22" y="58"/>
                    </a:cubicBezTo>
                    <a:cubicBezTo>
                      <a:pt x="25" y="58"/>
                      <a:pt x="26" y="57"/>
                      <a:pt x="27" y="56"/>
                    </a:cubicBezTo>
                    <a:cubicBezTo>
                      <a:pt x="27" y="54"/>
                      <a:pt x="30" y="53"/>
                      <a:pt x="31" y="53"/>
                    </a:cubicBezTo>
                    <a:cubicBezTo>
                      <a:pt x="31" y="53"/>
                      <a:pt x="33" y="54"/>
                      <a:pt x="33" y="56"/>
                    </a:cubicBezTo>
                    <a:cubicBezTo>
                      <a:pt x="34" y="57"/>
                      <a:pt x="36" y="58"/>
                      <a:pt x="38" y="57"/>
                    </a:cubicBezTo>
                    <a:cubicBezTo>
                      <a:pt x="40" y="57"/>
                      <a:pt x="41" y="55"/>
                      <a:pt x="40" y="53"/>
                    </a:cubicBezTo>
                    <a:cubicBezTo>
                      <a:pt x="40" y="52"/>
                      <a:pt x="42" y="49"/>
                      <a:pt x="42" y="49"/>
                    </a:cubicBezTo>
                    <a:cubicBezTo>
                      <a:pt x="43" y="48"/>
                      <a:pt x="44" y="49"/>
                      <a:pt x="46" y="50"/>
                    </a:cubicBezTo>
                    <a:cubicBezTo>
                      <a:pt x="47" y="51"/>
                      <a:pt x="49" y="51"/>
                      <a:pt x="50" y="49"/>
                    </a:cubicBezTo>
                    <a:cubicBezTo>
                      <a:pt x="52" y="47"/>
                      <a:pt x="52" y="45"/>
                      <a:pt x="51" y="44"/>
                    </a:cubicBezTo>
                    <a:cubicBezTo>
                      <a:pt x="50" y="43"/>
                      <a:pt x="50" y="40"/>
                      <a:pt x="50" y="40"/>
                    </a:cubicBezTo>
                    <a:cubicBezTo>
                      <a:pt x="51" y="39"/>
                      <a:pt x="52" y="38"/>
                      <a:pt x="54" y="39"/>
                    </a:cubicBezTo>
                    <a:cubicBezTo>
                      <a:pt x="55" y="39"/>
                      <a:pt x="57" y="38"/>
                      <a:pt x="57" y="35"/>
                    </a:cubicBezTo>
                    <a:cubicBezTo>
                      <a:pt x="58" y="33"/>
                      <a:pt x="57" y="31"/>
                      <a:pt x="55" y="31"/>
                    </a:cubicBezTo>
                    <a:cubicBezTo>
                      <a:pt x="54" y="31"/>
                      <a:pt x="53" y="28"/>
                      <a:pt x="52" y="27"/>
                    </a:cubicBezTo>
                    <a:cubicBezTo>
                      <a:pt x="52" y="26"/>
                      <a:pt x="54" y="25"/>
                      <a:pt x="55" y="25"/>
                    </a:cubicBezTo>
                    <a:cubicBezTo>
                      <a:pt x="56" y="24"/>
                      <a:pt x="57" y="22"/>
                      <a:pt x="56" y="20"/>
                    </a:cubicBezTo>
                    <a:cubicBezTo>
                      <a:pt x="56" y="18"/>
                      <a:pt x="54" y="17"/>
                      <a:pt x="53" y="18"/>
                    </a:cubicBezTo>
                    <a:cubicBezTo>
                      <a:pt x="51" y="18"/>
                      <a:pt x="49" y="16"/>
                      <a:pt x="48" y="16"/>
                    </a:cubicBezTo>
                    <a:cubicBezTo>
                      <a:pt x="48" y="15"/>
                      <a:pt x="48" y="13"/>
                      <a:pt x="49" y="12"/>
                    </a:cubicBezTo>
                    <a:cubicBezTo>
                      <a:pt x="50" y="11"/>
                      <a:pt x="50" y="9"/>
                      <a:pt x="48" y="8"/>
                    </a:cubicBezTo>
                    <a:cubicBezTo>
                      <a:pt x="47" y="6"/>
                      <a:pt x="45" y="6"/>
                      <a:pt x="44" y="7"/>
                    </a:cubicBezTo>
                    <a:cubicBezTo>
                      <a:pt x="42" y="8"/>
                      <a:pt x="40" y="8"/>
                      <a:pt x="39" y="8"/>
                    </a:cubicBezTo>
                    <a:cubicBezTo>
                      <a:pt x="38" y="7"/>
                      <a:pt x="38" y="6"/>
                      <a:pt x="38" y="4"/>
                    </a:cubicBezTo>
                    <a:cubicBezTo>
                      <a:pt x="38" y="3"/>
                      <a:pt x="37" y="1"/>
                      <a:pt x="35" y="1"/>
                    </a:cubicBezTo>
                    <a:cubicBezTo>
                      <a:pt x="33" y="0"/>
                      <a:pt x="31" y="1"/>
                      <a:pt x="30" y="3"/>
                    </a:cubicBezTo>
                    <a:cubicBezTo>
                      <a:pt x="30" y="4"/>
                      <a:pt x="28" y="5"/>
                      <a:pt x="27" y="5"/>
                    </a:cubicBezTo>
                    <a:cubicBezTo>
                      <a:pt x="26" y="6"/>
                      <a:pt x="25" y="4"/>
                      <a:pt x="24" y="3"/>
                    </a:cubicBezTo>
                    <a:cubicBezTo>
                      <a:pt x="24" y="1"/>
                      <a:pt x="22" y="1"/>
                      <a:pt x="20" y="1"/>
                    </a:cubicBezTo>
                    <a:cubicBezTo>
                      <a:pt x="18" y="2"/>
                      <a:pt x="16" y="4"/>
                      <a:pt x="17" y="5"/>
                    </a:cubicBezTo>
                    <a:cubicBezTo>
                      <a:pt x="17" y="7"/>
                      <a:pt x="16" y="9"/>
                      <a:pt x="15" y="10"/>
                    </a:cubicBezTo>
                    <a:cubicBezTo>
                      <a:pt x="14" y="10"/>
                      <a:pt x="13" y="10"/>
                      <a:pt x="12" y="9"/>
                    </a:cubicBezTo>
                    <a:cubicBezTo>
                      <a:pt x="10" y="8"/>
                      <a:pt x="8" y="8"/>
                      <a:pt x="7" y="10"/>
                    </a:cubicBezTo>
                    <a:cubicBezTo>
                      <a:pt x="6" y="11"/>
                      <a:pt x="5" y="13"/>
                      <a:pt x="6" y="14"/>
                    </a:cubicBezTo>
                    <a:close/>
                    <a:moveTo>
                      <a:pt x="23" y="13"/>
                    </a:moveTo>
                    <a:cubicBezTo>
                      <a:pt x="32" y="10"/>
                      <a:pt x="42" y="15"/>
                      <a:pt x="45" y="24"/>
                    </a:cubicBezTo>
                    <a:cubicBezTo>
                      <a:pt x="47" y="33"/>
                      <a:pt x="43" y="42"/>
                      <a:pt x="34" y="45"/>
                    </a:cubicBezTo>
                    <a:cubicBezTo>
                      <a:pt x="25" y="48"/>
                      <a:pt x="15" y="43"/>
                      <a:pt x="13" y="34"/>
                    </a:cubicBezTo>
                    <a:cubicBezTo>
                      <a:pt x="10" y="26"/>
                      <a:pt x="15" y="16"/>
                      <a:pt x="23" y="13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48" name="Freeform 302"/>
              <p:cNvSpPr>
                <a:spLocks noEditPoints="1"/>
              </p:cNvSpPr>
              <p:nvPr/>
            </p:nvSpPr>
            <p:spPr bwMode="auto">
              <a:xfrm>
                <a:off x="5084781" y="971548"/>
                <a:ext cx="139701" cy="139700"/>
              </a:xfrm>
              <a:custGeom>
                <a:avLst/>
                <a:gdLst>
                  <a:gd name="T0" fmla="*/ 4 w 37"/>
                  <a:gd name="T1" fmla="*/ 9 h 37"/>
                  <a:gd name="T2" fmla="*/ 5 w 37"/>
                  <a:gd name="T3" fmla="*/ 12 h 37"/>
                  <a:gd name="T4" fmla="*/ 2 w 37"/>
                  <a:gd name="T5" fmla="*/ 12 h 37"/>
                  <a:gd name="T6" fmla="*/ 0 w 37"/>
                  <a:gd name="T7" fmla="*/ 14 h 37"/>
                  <a:gd name="T8" fmla="*/ 1 w 37"/>
                  <a:gd name="T9" fmla="*/ 17 h 37"/>
                  <a:gd name="T10" fmla="*/ 3 w 37"/>
                  <a:gd name="T11" fmla="*/ 20 h 37"/>
                  <a:gd name="T12" fmla="*/ 2 w 37"/>
                  <a:gd name="T13" fmla="*/ 21 h 37"/>
                  <a:gd name="T14" fmla="*/ 1 w 37"/>
                  <a:gd name="T15" fmla="*/ 24 h 37"/>
                  <a:gd name="T16" fmla="*/ 3 w 37"/>
                  <a:gd name="T17" fmla="*/ 26 h 37"/>
                  <a:gd name="T18" fmla="*/ 5 w 37"/>
                  <a:gd name="T19" fmla="*/ 26 h 37"/>
                  <a:gd name="T20" fmla="*/ 5 w 37"/>
                  <a:gd name="T21" fmla="*/ 29 h 37"/>
                  <a:gd name="T22" fmla="*/ 6 w 37"/>
                  <a:gd name="T23" fmla="*/ 32 h 37"/>
                  <a:gd name="T24" fmla="*/ 9 w 37"/>
                  <a:gd name="T25" fmla="*/ 33 h 37"/>
                  <a:gd name="T26" fmla="*/ 12 w 37"/>
                  <a:gd name="T27" fmla="*/ 32 h 37"/>
                  <a:gd name="T28" fmla="*/ 12 w 37"/>
                  <a:gd name="T29" fmla="*/ 34 h 37"/>
                  <a:gd name="T30" fmla="*/ 15 w 37"/>
                  <a:gd name="T31" fmla="*/ 37 h 37"/>
                  <a:gd name="T32" fmla="*/ 17 w 37"/>
                  <a:gd name="T33" fmla="*/ 35 h 37"/>
                  <a:gd name="T34" fmla="*/ 20 w 37"/>
                  <a:gd name="T35" fmla="*/ 34 h 37"/>
                  <a:gd name="T36" fmla="*/ 21 w 37"/>
                  <a:gd name="T37" fmla="*/ 35 h 37"/>
                  <a:gd name="T38" fmla="*/ 24 w 37"/>
                  <a:gd name="T39" fmla="*/ 36 h 37"/>
                  <a:gd name="T40" fmla="*/ 26 w 37"/>
                  <a:gd name="T41" fmla="*/ 34 h 37"/>
                  <a:gd name="T42" fmla="*/ 27 w 37"/>
                  <a:gd name="T43" fmla="*/ 31 h 37"/>
                  <a:gd name="T44" fmla="*/ 29 w 37"/>
                  <a:gd name="T45" fmla="*/ 32 h 37"/>
                  <a:gd name="T46" fmla="*/ 32 w 37"/>
                  <a:gd name="T47" fmla="*/ 31 h 37"/>
                  <a:gd name="T48" fmla="*/ 33 w 37"/>
                  <a:gd name="T49" fmla="*/ 28 h 37"/>
                  <a:gd name="T50" fmla="*/ 32 w 37"/>
                  <a:gd name="T51" fmla="*/ 25 h 37"/>
                  <a:gd name="T52" fmla="*/ 35 w 37"/>
                  <a:gd name="T53" fmla="*/ 24 h 37"/>
                  <a:gd name="T54" fmla="*/ 37 w 37"/>
                  <a:gd name="T55" fmla="*/ 22 h 37"/>
                  <a:gd name="T56" fmla="*/ 36 w 37"/>
                  <a:gd name="T57" fmla="*/ 19 h 37"/>
                  <a:gd name="T58" fmla="*/ 34 w 37"/>
                  <a:gd name="T59" fmla="*/ 17 h 37"/>
                  <a:gd name="T60" fmla="*/ 35 w 37"/>
                  <a:gd name="T61" fmla="*/ 15 h 37"/>
                  <a:gd name="T62" fmla="*/ 36 w 37"/>
                  <a:gd name="T63" fmla="*/ 12 h 37"/>
                  <a:gd name="T64" fmla="*/ 34 w 37"/>
                  <a:gd name="T65" fmla="*/ 11 h 37"/>
                  <a:gd name="T66" fmla="*/ 31 w 37"/>
                  <a:gd name="T67" fmla="*/ 9 h 37"/>
                  <a:gd name="T68" fmla="*/ 32 w 37"/>
                  <a:gd name="T69" fmla="*/ 7 h 37"/>
                  <a:gd name="T70" fmla="*/ 31 w 37"/>
                  <a:gd name="T71" fmla="*/ 4 h 37"/>
                  <a:gd name="T72" fmla="*/ 28 w 37"/>
                  <a:gd name="T73" fmla="*/ 4 h 37"/>
                  <a:gd name="T74" fmla="*/ 25 w 37"/>
                  <a:gd name="T75" fmla="*/ 4 h 37"/>
                  <a:gd name="T76" fmla="*/ 25 w 37"/>
                  <a:gd name="T77" fmla="*/ 2 h 37"/>
                  <a:gd name="T78" fmla="*/ 22 w 37"/>
                  <a:gd name="T79" fmla="*/ 0 h 37"/>
                  <a:gd name="T80" fmla="*/ 20 w 37"/>
                  <a:gd name="T81" fmla="*/ 1 h 37"/>
                  <a:gd name="T82" fmla="*/ 17 w 37"/>
                  <a:gd name="T83" fmla="*/ 3 h 37"/>
                  <a:gd name="T84" fmla="*/ 16 w 37"/>
                  <a:gd name="T85" fmla="*/ 1 h 37"/>
                  <a:gd name="T86" fmla="*/ 13 w 37"/>
                  <a:gd name="T87" fmla="*/ 0 h 37"/>
                  <a:gd name="T88" fmla="*/ 11 w 37"/>
                  <a:gd name="T89" fmla="*/ 3 h 37"/>
                  <a:gd name="T90" fmla="*/ 10 w 37"/>
                  <a:gd name="T91" fmla="*/ 6 h 37"/>
                  <a:gd name="T92" fmla="*/ 8 w 37"/>
                  <a:gd name="T93" fmla="*/ 5 h 37"/>
                  <a:gd name="T94" fmla="*/ 5 w 37"/>
                  <a:gd name="T95" fmla="*/ 6 h 37"/>
                  <a:gd name="T96" fmla="*/ 4 w 37"/>
                  <a:gd name="T97" fmla="*/ 9 h 37"/>
                  <a:gd name="T98" fmla="*/ 15 w 37"/>
                  <a:gd name="T99" fmla="*/ 8 h 37"/>
                  <a:gd name="T100" fmla="*/ 29 w 37"/>
                  <a:gd name="T101" fmla="*/ 15 h 37"/>
                  <a:gd name="T102" fmla="*/ 22 w 37"/>
                  <a:gd name="T103" fmla="*/ 29 h 37"/>
                  <a:gd name="T104" fmla="*/ 8 w 37"/>
                  <a:gd name="T105" fmla="*/ 22 h 37"/>
                  <a:gd name="T106" fmla="*/ 15 w 37"/>
                  <a:gd name="T107" fmla="*/ 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37">
                    <a:moveTo>
                      <a:pt x="4" y="9"/>
                    </a:moveTo>
                    <a:cubicBezTo>
                      <a:pt x="5" y="9"/>
                      <a:pt x="5" y="11"/>
                      <a:pt x="5" y="12"/>
                    </a:cubicBezTo>
                    <a:cubicBezTo>
                      <a:pt x="4" y="12"/>
                      <a:pt x="3" y="12"/>
                      <a:pt x="2" y="12"/>
                    </a:cubicBezTo>
                    <a:cubicBezTo>
                      <a:pt x="1" y="12"/>
                      <a:pt x="0" y="13"/>
                      <a:pt x="0" y="14"/>
                    </a:cubicBezTo>
                    <a:cubicBezTo>
                      <a:pt x="0" y="16"/>
                      <a:pt x="0" y="17"/>
                      <a:pt x="1" y="17"/>
                    </a:cubicBezTo>
                    <a:cubicBezTo>
                      <a:pt x="2" y="17"/>
                      <a:pt x="3" y="19"/>
                      <a:pt x="3" y="20"/>
                    </a:cubicBezTo>
                    <a:cubicBezTo>
                      <a:pt x="3" y="20"/>
                      <a:pt x="2" y="21"/>
                      <a:pt x="2" y="21"/>
                    </a:cubicBezTo>
                    <a:cubicBezTo>
                      <a:pt x="1" y="21"/>
                      <a:pt x="0" y="23"/>
                      <a:pt x="1" y="24"/>
                    </a:cubicBezTo>
                    <a:cubicBezTo>
                      <a:pt x="1" y="25"/>
                      <a:pt x="2" y="26"/>
                      <a:pt x="3" y="26"/>
                    </a:cubicBezTo>
                    <a:cubicBezTo>
                      <a:pt x="4" y="26"/>
                      <a:pt x="5" y="26"/>
                      <a:pt x="5" y="26"/>
                    </a:cubicBezTo>
                    <a:cubicBezTo>
                      <a:pt x="6" y="27"/>
                      <a:pt x="6" y="28"/>
                      <a:pt x="5" y="29"/>
                    </a:cubicBezTo>
                    <a:cubicBezTo>
                      <a:pt x="5" y="30"/>
                      <a:pt x="5" y="31"/>
                      <a:pt x="6" y="32"/>
                    </a:cubicBezTo>
                    <a:cubicBezTo>
                      <a:pt x="7" y="33"/>
                      <a:pt x="8" y="33"/>
                      <a:pt x="9" y="33"/>
                    </a:cubicBezTo>
                    <a:cubicBezTo>
                      <a:pt x="10" y="32"/>
                      <a:pt x="11" y="32"/>
                      <a:pt x="12" y="32"/>
                    </a:cubicBezTo>
                    <a:cubicBezTo>
                      <a:pt x="12" y="32"/>
                      <a:pt x="13" y="33"/>
                      <a:pt x="12" y="34"/>
                    </a:cubicBezTo>
                    <a:cubicBezTo>
                      <a:pt x="12" y="35"/>
                      <a:pt x="13" y="36"/>
                      <a:pt x="15" y="37"/>
                    </a:cubicBezTo>
                    <a:cubicBezTo>
                      <a:pt x="16" y="37"/>
                      <a:pt x="17" y="36"/>
                      <a:pt x="17" y="35"/>
                    </a:cubicBezTo>
                    <a:cubicBezTo>
                      <a:pt x="18" y="34"/>
                      <a:pt x="19" y="34"/>
                      <a:pt x="20" y="34"/>
                    </a:cubicBezTo>
                    <a:cubicBezTo>
                      <a:pt x="20" y="34"/>
                      <a:pt x="21" y="34"/>
                      <a:pt x="21" y="35"/>
                    </a:cubicBezTo>
                    <a:cubicBezTo>
                      <a:pt x="22" y="36"/>
                      <a:pt x="23" y="37"/>
                      <a:pt x="24" y="36"/>
                    </a:cubicBezTo>
                    <a:cubicBezTo>
                      <a:pt x="26" y="36"/>
                      <a:pt x="26" y="35"/>
                      <a:pt x="26" y="34"/>
                    </a:cubicBezTo>
                    <a:cubicBezTo>
                      <a:pt x="26" y="33"/>
                      <a:pt x="27" y="31"/>
                      <a:pt x="27" y="31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0" y="32"/>
                      <a:pt x="32" y="32"/>
                      <a:pt x="32" y="31"/>
                    </a:cubicBezTo>
                    <a:cubicBezTo>
                      <a:pt x="33" y="30"/>
                      <a:pt x="34" y="28"/>
                      <a:pt x="33" y="28"/>
                    </a:cubicBezTo>
                    <a:cubicBezTo>
                      <a:pt x="32" y="27"/>
                      <a:pt x="32" y="25"/>
                      <a:pt x="32" y="25"/>
                    </a:cubicBezTo>
                    <a:cubicBezTo>
                      <a:pt x="33" y="24"/>
                      <a:pt x="34" y="24"/>
                      <a:pt x="35" y="24"/>
                    </a:cubicBezTo>
                    <a:cubicBezTo>
                      <a:pt x="36" y="24"/>
                      <a:pt x="37" y="24"/>
                      <a:pt x="37" y="22"/>
                    </a:cubicBezTo>
                    <a:cubicBezTo>
                      <a:pt x="37" y="21"/>
                      <a:pt x="37" y="20"/>
                      <a:pt x="36" y="19"/>
                    </a:cubicBezTo>
                    <a:cubicBezTo>
                      <a:pt x="35" y="19"/>
                      <a:pt x="34" y="18"/>
                      <a:pt x="34" y="17"/>
                    </a:cubicBezTo>
                    <a:cubicBezTo>
                      <a:pt x="34" y="16"/>
                      <a:pt x="35" y="16"/>
                      <a:pt x="35" y="15"/>
                    </a:cubicBezTo>
                    <a:cubicBezTo>
                      <a:pt x="36" y="15"/>
                      <a:pt x="37" y="14"/>
                      <a:pt x="36" y="12"/>
                    </a:cubicBezTo>
                    <a:cubicBezTo>
                      <a:pt x="36" y="11"/>
                      <a:pt x="35" y="10"/>
                      <a:pt x="34" y="11"/>
                    </a:cubicBezTo>
                    <a:cubicBezTo>
                      <a:pt x="33" y="11"/>
                      <a:pt x="31" y="10"/>
                      <a:pt x="31" y="9"/>
                    </a:cubicBezTo>
                    <a:cubicBezTo>
                      <a:pt x="31" y="9"/>
                      <a:pt x="31" y="8"/>
                      <a:pt x="32" y="7"/>
                    </a:cubicBezTo>
                    <a:cubicBezTo>
                      <a:pt x="32" y="7"/>
                      <a:pt x="32" y="5"/>
                      <a:pt x="31" y="4"/>
                    </a:cubicBezTo>
                    <a:cubicBezTo>
                      <a:pt x="30" y="3"/>
                      <a:pt x="29" y="3"/>
                      <a:pt x="28" y="4"/>
                    </a:cubicBezTo>
                    <a:cubicBezTo>
                      <a:pt x="27" y="5"/>
                      <a:pt x="26" y="5"/>
                      <a:pt x="25" y="4"/>
                    </a:cubicBezTo>
                    <a:cubicBezTo>
                      <a:pt x="25" y="4"/>
                      <a:pt x="24" y="3"/>
                      <a:pt x="25" y="2"/>
                    </a:cubicBezTo>
                    <a:cubicBezTo>
                      <a:pt x="25" y="1"/>
                      <a:pt x="24" y="0"/>
                      <a:pt x="22" y="0"/>
                    </a:cubicBezTo>
                    <a:cubicBezTo>
                      <a:pt x="21" y="0"/>
                      <a:pt x="20" y="0"/>
                      <a:pt x="20" y="1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7" y="3"/>
                      <a:pt x="16" y="2"/>
                      <a:pt x="16" y="1"/>
                    </a:cubicBezTo>
                    <a:cubicBezTo>
                      <a:pt x="15" y="0"/>
                      <a:pt x="14" y="0"/>
                      <a:pt x="13" y="0"/>
                    </a:cubicBezTo>
                    <a:cubicBezTo>
                      <a:pt x="11" y="1"/>
                      <a:pt x="11" y="2"/>
                      <a:pt x="11" y="3"/>
                    </a:cubicBezTo>
                    <a:cubicBezTo>
                      <a:pt x="11" y="4"/>
                      <a:pt x="10" y="5"/>
                      <a:pt x="10" y="6"/>
                    </a:cubicBezTo>
                    <a:cubicBezTo>
                      <a:pt x="9" y="6"/>
                      <a:pt x="8" y="6"/>
                      <a:pt x="8" y="5"/>
                    </a:cubicBezTo>
                    <a:cubicBezTo>
                      <a:pt x="7" y="4"/>
                      <a:pt x="5" y="5"/>
                      <a:pt x="5" y="6"/>
                    </a:cubicBezTo>
                    <a:cubicBezTo>
                      <a:pt x="4" y="7"/>
                      <a:pt x="3" y="8"/>
                      <a:pt x="4" y="9"/>
                    </a:cubicBezTo>
                    <a:close/>
                    <a:moveTo>
                      <a:pt x="15" y="8"/>
                    </a:moveTo>
                    <a:cubicBezTo>
                      <a:pt x="21" y="6"/>
                      <a:pt x="27" y="9"/>
                      <a:pt x="29" y="15"/>
                    </a:cubicBezTo>
                    <a:cubicBezTo>
                      <a:pt x="31" y="21"/>
                      <a:pt x="27" y="27"/>
                      <a:pt x="22" y="29"/>
                    </a:cubicBezTo>
                    <a:cubicBezTo>
                      <a:pt x="16" y="30"/>
                      <a:pt x="10" y="27"/>
                      <a:pt x="8" y="22"/>
                    </a:cubicBezTo>
                    <a:cubicBezTo>
                      <a:pt x="6" y="16"/>
                      <a:pt x="10" y="10"/>
                      <a:pt x="15" y="8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49" name="Freeform 303"/>
              <p:cNvSpPr>
                <a:spLocks noEditPoints="1"/>
              </p:cNvSpPr>
              <p:nvPr/>
            </p:nvSpPr>
            <p:spPr bwMode="auto">
              <a:xfrm>
                <a:off x="5084763" y="1111250"/>
                <a:ext cx="109538" cy="104775"/>
              </a:xfrm>
              <a:custGeom>
                <a:avLst/>
                <a:gdLst>
                  <a:gd name="T0" fmla="*/ 3 w 29"/>
                  <a:gd name="T1" fmla="*/ 7 h 28"/>
                  <a:gd name="T2" fmla="*/ 4 w 29"/>
                  <a:gd name="T3" fmla="*/ 9 h 28"/>
                  <a:gd name="T4" fmla="*/ 2 w 29"/>
                  <a:gd name="T5" fmla="*/ 9 h 28"/>
                  <a:gd name="T6" fmla="*/ 0 w 29"/>
                  <a:gd name="T7" fmla="*/ 11 h 28"/>
                  <a:gd name="T8" fmla="*/ 1 w 29"/>
                  <a:gd name="T9" fmla="*/ 13 h 28"/>
                  <a:gd name="T10" fmla="*/ 3 w 29"/>
                  <a:gd name="T11" fmla="*/ 15 h 28"/>
                  <a:gd name="T12" fmla="*/ 1 w 29"/>
                  <a:gd name="T13" fmla="*/ 16 h 28"/>
                  <a:gd name="T14" fmla="*/ 1 w 29"/>
                  <a:gd name="T15" fmla="*/ 19 h 28"/>
                  <a:gd name="T16" fmla="*/ 3 w 29"/>
                  <a:gd name="T17" fmla="*/ 20 h 28"/>
                  <a:gd name="T18" fmla="*/ 4 w 29"/>
                  <a:gd name="T19" fmla="*/ 20 h 28"/>
                  <a:gd name="T20" fmla="*/ 4 w 29"/>
                  <a:gd name="T21" fmla="*/ 23 h 28"/>
                  <a:gd name="T22" fmla="*/ 5 w 29"/>
                  <a:gd name="T23" fmla="*/ 25 h 28"/>
                  <a:gd name="T24" fmla="*/ 7 w 29"/>
                  <a:gd name="T25" fmla="*/ 25 h 28"/>
                  <a:gd name="T26" fmla="*/ 9 w 29"/>
                  <a:gd name="T27" fmla="*/ 25 h 28"/>
                  <a:gd name="T28" fmla="*/ 10 w 29"/>
                  <a:gd name="T29" fmla="*/ 27 h 28"/>
                  <a:gd name="T30" fmla="*/ 11 w 29"/>
                  <a:gd name="T31" fmla="*/ 28 h 28"/>
                  <a:gd name="T32" fmla="*/ 13 w 29"/>
                  <a:gd name="T33" fmla="*/ 27 h 28"/>
                  <a:gd name="T34" fmla="*/ 15 w 29"/>
                  <a:gd name="T35" fmla="*/ 26 h 28"/>
                  <a:gd name="T36" fmla="*/ 17 w 29"/>
                  <a:gd name="T37" fmla="*/ 27 h 28"/>
                  <a:gd name="T38" fmla="*/ 19 w 29"/>
                  <a:gd name="T39" fmla="*/ 28 h 28"/>
                  <a:gd name="T40" fmla="*/ 20 w 29"/>
                  <a:gd name="T41" fmla="*/ 26 h 28"/>
                  <a:gd name="T42" fmla="*/ 21 w 29"/>
                  <a:gd name="T43" fmla="*/ 24 h 28"/>
                  <a:gd name="T44" fmla="*/ 23 w 29"/>
                  <a:gd name="T45" fmla="*/ 24 h 28"/>
                  <a:gd name="T46" fmla="*/ 25 w 29"/>
                  <a:gd name="T47" fmla="*/ 24 h 28"/>
                  <a:gd name="T48" fmla="*/ 25 w 29"/>
                  <a:gd name="T49" fmla="*/ 21 h 28"/>
                  <a:gd name="T50" fmla="*/ 25 w 29"/>
                  <a:gd name="T51" fmla="*/ 19 h 28"/>
                  <a:gd name="T52" fmla="*/ 27 w 29"/>
                  <a:gd name="T53" fmla="*/ 19 h 28"/>
                  <a:gd name="T54" fmla="*/ 29 w 29"/>
                  <a:gd name="T55" fmla="*/ 17 h 28"/>
                  <a:gd name="T56" fmla="*/ 28 w 29"/>
                  <a:gd name="T57" fmla="*/ 15 h 28"/>
                  <a:gd name="T58" fmla="*/ 26 w 29"/>
                  <a:gd name="T59" fmla="*/ 13 h 28"/>
                  <a:gd name="T60" fmla="*/ 27 w 29"/>
                  <a:gd name="T61" fmla="*/ 12 h 28"/>
                  <a:gd name="T62" fmla="*/ 28 w 29"/>
                  <a:gd name="T63" fmla="*/ 10 h 28"/>
                  <a:gd name="T64" fmla="*/ 26 w 29"/>
                  <a:gd name="T65" fmla="*/ 8 h 28"/>
                  <a:gd name="T66" fmla="*/ 24 w 29"/>
                  <a:gd name="T67" fmla="*/ 7 h 28"/>
                  <a:gd name="T68" fmla="*/ 25 w 29"/>
                  <a:gd name="T69" fmla="*/ 6 h 28"/>
                  <a:gd name="T70" fmla="*/ 24 w 29"/>
                  <a:gd name="T71" fmla="*/ 3 h 28"/>
                  <a:gd name="T72" fmla="*/ 22 w 29"/>
                  <a:gd name="T73" fmla="*/ 3 h 28"/>
                  <a:gd name="T74" fmla="*/ 19 w 29"/>
                  <a:gd name="T75" fmla="*/ 3 h 28"/>
                  <a:gd name="T76" fmla="*/ 19 w 29"/>
                  <a:gd name="T77" fmla="*/ 2 h 28"/>
                  <a:gd name="T78" fmla="*/ 17 w 29"/>
                  <a:gd name="T79" fmla="*/ 0 h 28"/>
                  <a:gd name="T80" fmla="*/ 15 w 29"/>
                  <a:gd name="T81" fmla="*/ 1 h 28"/>
                  <a:gd name="T82" fmla="*/ 13 w 29"/>
                  <a:gd name="T83" fmla="*/ 2 h 28"/>
                  <a:gd name="T84" fmla="*/ 12 w 29"/>
                  <a:gd name="T85" fmla="*/ 1 h 28"/>
                  <a:gd name="T86" fmla="*/ 10 w 29"/>
                  <a:gd name="T87" fmla="*/ 0 h 28"/>
                  <a:gd name="T88" fmla="*/ 9 w 29"/>
                  <a:gd name="T89" fmla="*/ 2 h 28"/>
                  <a:gd name="T90" fmla="*/ 8 w 29"/>
                  <a:gd name="T91" fmla="*/ 4 h 28"/>
                  <a:gd name="T92" fmla="*/ 6 w 29"/>
                  <a:gd name="T93" fmla="*/ 4 h 28"/>
                  <a:gd name="T94" fmla="*/ 4 w 29"/>
                  <a:gd name="T95" fmla="*/ 4 h 28"/>
                  <a:gd name="T96" fmla="*/ 3 w 29"/>
                  <a:gd name="T97" fmla="*/ 7 h 28"/>
                  <a:gd name="T98" fmla="*/ 12 w 29"/>
                  <a:gd name="T99" fmla="*/ 6 h 28"/>
                  <a:gd name="T100" fmla="*/ 22 w 29"/>
                  <a:gd name="T101" fmla="*/ 12 h 28"/>
                  <a:gd name="T102" fmla="*/ 17 w 29"/>
                  <a:gd name="T103" fmla="*/ 22 h 28"/>
                  <a:gd name="T104" fmla="*/ 6 w 29"/>
                  <a:gd name="T105" fmla="*/ 17 h 28"/>
                  <a:gd name="T106" fmla="*/ 12 w 29"/>
                  <a:gd name="T107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9" h="28">
                    <a:moveTo>
                      <a:pt x="3" y="7"/>
                    </a:moveTo>
                    <a:cubicBezTo>
                      <a:pt x="4" y="7"/>
                      <a:pt x="4" y="9"/>
                      <a:pt x="4" y="9"/>
                    </a:cubicBezTo>
                    <a:cubicBezTo>
                      <a:pt x="4" y="9"/>
                      <a:pt x="3" y="10"/>
                      <a:pt x="2" y="9"/>
                    </a:cubicBezTo>
                    <a:cubicBezTo>
                      <a:pt x="1" y="9"/>
                      <a:pt x="0" y="10"/>
                      <a:pt x="0" y="11"/>
                    </a:cubicBezTo>
                    <a:cubicBezTo>
                      <a:pt x="0" y="12"/>
                      <a:pt x="0" y="13"/>
                      <a:pt x="1" y="13"/>
                    </a:cubicBezTo>
                    <a:cubicBezTo>
                      <a:pt x="2" y="13"/>
                      <a:pt x="3" y="15"/>
                      <a:pt x="3" y="15"/>
                    </a:cubicBezTo>
                    <a:cubicBezTo>
                      <a:pt x="3" y="16"/>
                      <a:pt x="2" y="16"/>
                      <a:pt x="1" y="16"/>
                    </a:cubicBezTo>
                    <a:cubicBezTo>
                      <a:pt x="1" y="17"/>
                      <a:pt x="0" y="18"/>
                      <a:pt x="1" y="19"/>
                    </a:cubicBezTo>
                    <a:cubicBezTo>
                      <a:pt x="1" y="20"/>
                      <a:pt x="2" y="20"/>
                      <a:pt x="3" y="20"/>
                    </a:cubicBezTo>
                    <a:cubicBezTo>
                      <a:pt x="3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4" y="23"/>
                    </a:cubicBezTo>
                    <a:cubicBezTo>
                      <a:pt x="4" y="23"/>
                      <a:pt x="4" y="24"/>
                      <a:pt x="5" y="25"/>
                    </a:cubicBezTo>
                    <a:cubicBezTo>
                      <a:pt x="5" y="26"/>
                      <a:pt x="7" y="26"/>
                      <a:pt x="7" y="25"/>
                    </a:cubicBezTo>
                    <a:cubicBezTo>
                      <a:pt x="8" y="25"/>
                      <a:pt x="9" y="25"/>
                      <a:pt x="9" y="25"/>
                    </a:cubicBezTo>
                    <a:cubicBezTo>
                      <a:pt x="10" y="25"/>
                      <a:pt x="10" y="26"/>
                      <a:pt x="10" y="27"/>
                    </a:cubicBezTo>
                    <a:cubicBezTo>
                      <a:pt x="10" y="27"/>
                      <a:pt x="10" y="28"/>
                      <a:pt x="11" y="28"/>
                    </a:cubicBezTo>
                    <a:cubicBezTo>
                      <a:pt x="12" y="28"/>
                      <a:pt x="13" y="28"/>
                      <a:pt x="13" y="27"/>
                    </a:cubicBezTo>
                    <a:cubicBezTo>
                      <a:pt x="14" y="27"/>
                      <a:pt x="15" y="26"/>
                      <a:pt x="15" y="26"/>
                    </a:cubicBezTo>
                    <a:cubicBezTo>
                      <a:pt x="16" y="26"/>
                      <a:pt x="16" y="26"/>
                      <a:pt x="17" y="27"/>
                    </a:cubicBezTo>
                    <a:cubicBezTo>
                      <a:pt x="17" y="28"/>
                      <a:pt x="18" y="28"/>
                      <a:pt x="19" y="28"/>
                    </a:cubicBezTo>
                    <a:cubicBezTo>
                      <a:pt x="20" y="28"/>
                      <a:pt x="20" y="27"/>
                      <a:pt x="20" y="26"/>
                    </a:cubicBezTo>
                    <a:cubicBezTo>
                      <a:pt x="20" y="25"/>
                      <a:pt x="21" y="24"/>
                      <a:pt x="21" y="24"/>
                    </a:cubicBezTo>
                    <a:cubicBezTo>
                      <a:pt x="21" y="24"/>
                      <a:pt x="22" y="24"/>
                      <a:pt x="23" y="24"/>
                    </a:cubicBezTo>
                    <a:cubicBezTo>
                      <a:pt x="23" y="25"/>
                      <a:pt x="24" y="25"/>
                      <a:pt x="25" y="24"/>
                    </a:cubicBezTo>
                    <a:cubicBezTo>
                      <a:pt x="26" y="23"/>
                      <a:pt x="26" y="22"/>
                      <a:pt x="25" y="21"/>
                    </a:cubicBezTo>
                    <a:cubicBezTo>
                      <a:pt x="25" y="21"/>
                      <a:pt x="25" y="20"/>
                      <a:pt x="25" y="19"/>
                    </a:cubicBezTo>
                    <a:cubicBezTo>
                      <a:pt x="25" y="19"/>
                      <a:pt x="26" y="19"/>
                      <a:pt x="27" y="19"/>
                    </a:cubicBezTo>
                    <a:cubicBezTo>
                      <a:pt x="28" y="19"/>
                      <a:pt x="28" y="18"/>
                      <a:pt x="29" y="17"/>
                    </a:cubicBezTo>
                    <a:cubicBezTo>
                      <a:pt x="29" y="16"/>
                      <a:pt x="28" y="15"/>
                      <a:pt x="28" y="15"/>
                    </a:cubicBezTo>
                    <a:cubicBezTo>
                      <a:pt x="27" y="15"/>
                      <a:pt x="26" y="14"/>
                      <a:pt x="26" y="13"/>
                    </a:cubicBezTo>
                    <a:cubicBezTo>
                      <a:pt x="26" y="13"/>
                      <a:pt x="27" y="12"/>
                      <a:pt x="27" y="12"/>
                    </a:cubicBezTo>
                    <a:cubicBezTo>
                      <a:pt x="28" y="12"/>
                      <a:pt x="28" y="11"/>
                      <a:pt x="28" y="10"/>
                    </a:cubicBezTo>
                    <a:cubicBezTo>
                      <a:pt x="28" y="9"/>
                      <a:pt x="27" y="8"/>
                      <a:pt x="26" y="8"/>
                    </a:cubicBezTo>
                    <a:cubicBezTo>
                      <a:pt x="26" y="9"/>
                      <a:pt x="24" y="8"/>
                      <a:pt x="24" y="7"/>
                    </a:cubicBezTo>
                    <a:cubicBezTo>
                      <a:pt x="24" y="7"/>
                      <a:pt x="24" y="6"/>
                      <a:pt x="25" y="6"/>
                    </a:cubicBezTo>
                    <a:cubicBezTo>
                      <a:pt x="25" y="5"/>
                      <a:pt x="25" y="4"/>
                      <a:pt x="24" y="3"/>
                    </a:cubicBezTo>
                    <a:cubicBezTo>
                      <a:pt x="23" y="3"/>
                      <a:pt x="22" y="3"/>
                      <a:pt x="22" y="3"/>
                    </a:cubicBezTo>
                    <a:cubicBezTo>
                      <a:pt x="21" y="4"/>
                      <a:pt x="20" y="4"/>
                      <a:pt x="19" y="3"/>
                    </a:cubicBezTo>
                    <a:cubicBezTo>
                      <a:pt x="19" y="3"/>
                      <a:pt x="19" y="2"/>
                      <a:pt x="19" y="2"/>
                    </a:cubicBezTo>
                    <a:cubicBezTo>
                      <a:pt x="19" y="1"/>
                      <a:pt x="18" y="0"/>
                      <a:pt x="17" y="0"/>
                    </a:cubicBezTo>
                    <a:cubicBezTo>
                      <a:pt x="16" y="0"/>
                      <a:pt x="15" y="0"/>
                      <a:pt x="15" y="1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3" y="2"/>
                      <a:pt x="12" y="2"/>
                      <a:pt x="12" y="1"/>
                    </a:cubicBezTo>
                    <a:cubicBezTo>
                      <a:pt x="12" y="0"/>
                      <a:pt x="11" y="0"/>
                      <a:pt x="10" y="0"/>
                    </a:cubicBezTo>
                    <a:cubicBezTo>
                      <a:pt x="9" y="1"/>
                      <a:pt x="8" y="2"/>
                      <a:pt x="9" y="2"/>
                    </a:cubicBezTo>
                    <a:cubicBezTo>
                      <a:pt x="9" y="3"/>
                      <a:pt x="8" y="4"/>
                      <a:pt x="8" y="4"/>
                    </a:cubicBezTo>
                    <a:cubicBezTo>
                      <a:pt x="7" y="5"/>
                      <a:pt x="7" y="4"/>
                      <a:pt x="6" y="4"/>
                    </a:cubicBezTo>
                    <a:cubicBezTo>
                      <a:pt x="5" y="3"/>
                      <a:pt x="4" y="4"/>
                      <a:pt x="4" y="4"/>
                    </a:cubicBezTo>
                    <a:cubicBezTo>
                      <a:pt x="3" y="5"/>
                      <a:pt x="3" y="6"/>
                      <a:pt x="3" y="7"/>
                    </a:cubicBezTo>
                    <a:close/>
                    <a:moveTo>
                      <a:pt x="12" y="6"/>
                    </a:moveTo>
                    <a:cubicBezTo>
                      <a:pt x="16" y="5"/>
                      <a:pt x="21" y="7"/>
                      <a:pt x="22" y="12"/>
                    </a:cubicBezTo>
                    <a:cubicBezTo>
                      <a:pt x="24" y="16"/>
                      <a:pt x="21" y="21"/>
                      <a:pt x="17" y="22"/>
                    </a:cubicBezTo>
                    <a:cubicBezTo>
                      <a:pt x="13" y="23"/>
                      <a:pt x="8" y="21"/>
                      <a:pt x="6" y="17"/>
                    </a:cubicBezTo>
                    <a:cubicBezTo>
                      <a:pt x="5" y="12"/>
                      <a:pt x="7" y="8"/>
                      <a:pt x="12" y="6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3" name="文本框 9"/>
            <p:cNvSpPr txBox="1"/>
            <p:nvPr/>
          </p:nvSpPr>
          <p:spPr>
            <a:xfrm>
              <a:off x="5976639" y="2482563"/>
              <a:ext cx="1550978" cy="409944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/>
              <a:r>
                <a:rPr lang="zh-CN" altLang="en-US" sz="135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8563318" y="1636910"/>
              <a:ext cx="760167" cy="685376"/>
              <a:chOff x="5424755" y="1340768"/>
              <a:chExt cx="670560" cy="604586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5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/>
                </a:p>
              </p:txBody>
            </p:sp>
            <p:sp>
              <p:nvSpPr>
                <p:cNvPr id="46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/>
                </a:p>
              </p:txBody>
            </p:sp>
          </p:grpSp>
          <p:sp>
            <p:nvSpPr>
              <p:cNvPr id="44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26" name="Freeform 206"/>
            <p:cNvSpPr>
              <a:spLocks noChangeAspect="1" noEditPoints="1"/>
            </p:cNvSpPr>
            <p:nvPr/>
          </p:nvSpPr>
          <p:spPr bwMode="auto">
            <a:xfrm>
              <a:off x="8773936" y="1774699"/>
              <a:ext cx="345328" cy="417429"/>
            </a:xfrm>
            <a:custGeom>
              <a:avLst/>
              <a:gdLst>
                <a:gd name="T0" fmla="*/ 0 w 77"/>
                <a:gd name="T1" fmla="*/ 85 h 93"/>
                <a:gd name="T2" fmla="*/ 30 w 77"/>
                <a:gd name="T3" fmla="*/ 20 h 93"/>
                <a:gd name="T4" fmla="*/ 38 w 77"/>
                <a:gd name="T5" fmla="*/ 26 h 93"/>
                <a:gd name="T6" fmla="*/ 39 w 77"/>
                <a:gd name="T7" fmla="*/ 27 h 93"/>
                <a:gd name="T8" fmla="*/ 39 w 77"/>
                <a:gd name="T9" fmla="*/ 27 h 93"/>
                <a:gd name="T10" fmla="*/ 40 w 77"/>
                <a:gd name="T11" fmla="*/ 27 h 93"/>
                <a:gd name="T12" fmla="*/ 40 w 77"/>
                <a:gd name="T13" fmla="*/ 28 h 93"/>
                <a:gd name="T14" fmla="*/ 40 w 77"/>
                <a:gd name="T15" fmla="*/ 28 h 93"/>
                <a:gd name="T16" fmla="*/ 41 w 77"/>
                <a:gd name="T17" fmla="*/ 28 h 93"/>
                <a:gd name="T18" fmla="*/ 41 w 77"/>
                <a:gd name="T19" fmla="*/ 29 h 93"/>
                <a:gd name="T20" fmla="*/ 42 w 77"/>
                <a:gd name="T21" fmla="*/ 29 h 93"/>
                <a:gd name="T22" fmla="*/ 42 w 77"/>
                <a:gd name="T23" fmla="*/ 29 h 93"/>
                <a:gd name="T24" fmla="*/ 43 w 77"/>
                <a:gd name="T25" fmla="*/ 29 h 93"/>
                <a:gd name="T26" fmla="*/ 43 w 77"/>
                <a:gd name="T27" fmla="*/ 30 h 93"/>
                <a:gd name="T28" fmla="*/ 43 w 77"/>
                <a:gd name="T29" fmla="*/ 30 h 93"/>
                <a:gd name="T30" fmla="*/ 48 w 77"/>
                <a:gd name="T31" fmla="*/ 33 h 93"/>
                <a:gd name="T32" fmla="*/ 48 w 77"/>
                <a:gd name="T33" fmla="*/ 33 h 93"/>
                <a:gd name="T34" fmla="*/ 49 w 77"/>
                <a:gd name="T35" fmla="*/ 34 h 93"/>
                <a:gd name="T36" fmla="*/ 49 w 77"/>
                <a:gd name="T37" fmla="*/ 34 h 93"/>
                <a:gd name="T38" fmla="*/ 50 w 77"/>
                <a:gd name="T39" fmla="*/ 34 h 93"/>
                <a:gd name="T40" fmla="*/ 50 w 77"/>
                <a:gd name="T41" fmla="*/ 35 h 93"/>
                <a:gd name="T42" fmla="*/ 50 w 77"/>
                <a:gd name="T43" fmla="*/ 35 h 93"/>
                <a:gd name="T44" fmla="*/ 51 w 77"/>
                <a:gd name="T45" fmla="*/ 35 h 93"/>
                <a:gd name="T46" fmla="*/ 51 w 77"/>
                <a:gd name="T47" fmla="*/ 36 h 93"/>
                <a:gd name="T48" fmla="*/ 52 w 77"/>
                <a:gd name="T49" fmla="*/ 36 h 93"/>
                <a:gd name="T50" fmla="*/ 52 w 77"/>
                <a:gd name="T51" fmla="*/ 36 h 93"/>
                <a:gd name="T52" fmla="*/ 53 w 77"/>
                <a:gd name="T53" fmla="*/ 37 h 93"/>
                <a:gd name="T54" fmla="*/ 53 w 77"/>
                <a:gd name="T55" fmla="*/ 37 h 93"/>
                <a:gd name="T56" fmla="*/ 48 w 77"/>
                <a:gd name="T57" fmla="*/ 79 h 93"/>
                <a:gd name="T58" fmla="*/ 7 w 77"/>
                <a:gd name="T59" fmla="*/ 91 h 93"/>
                <a:gd name="T60" fmla="*/ 35 w 77"/>
                <a:gd name="T61" fmla="*/ 64 h 93"/>
                <a:gd name="T62" fmla="*/ 19 w 77"/>
                <a:gd name="T63" fmla="*/ 53 h 93"/>
                <a:gd name="T64" fmla="*/ 3 w 77"/>
                <a:gd name="T65" fmla="*/ 88 h 93"/>
                <a:gd name="T66" fmla="*/ 73 w 77"/>
                <a:gd name="T67" fmla="*/ 93 h 93"/>
                <a:gd name="T68" fmla="*/ 54 w 77"/>
                <a:gd name="T69" fmla="*/ 83 h 93"/>
                <a:gd name="T70" fmla="*/ 69 w 77"/>
                <a:gd name="T71" fmla="*/ 42 h 93"/>
                <a:gd name="T72" fmla="*/ 34 w 77"/>
                <a:gd name="T73" fmla="*/ 0 h 93"/>
                <a:gd name="T74" fmla="*/ 69 w 77"/>
                <a:gd name="T75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7" h="93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文本框 9"/>
            <p:cNvSpPr txBox="1"/>
            <p:nvPr/>
          </p:nvSpPr>
          <p:spPr>
            <a:xfrm>
              <a:off x="8180659" y="2482563"/>
              <a:ext cx="1550978" cy="409944"/>
            </a:xfrm>
            <a:prstGeom prst="rect">
              <a:avLst/>
            </a:prstGeom>
            <a:noFill/>
          </p:spPr>
          <p:txBody>
            <a:bodyPr wrap="square" lIns="51421" tIns="25710" rIns="51421" bIns="25710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/>
              <a:r>
                <a:rPr lang="zh-CN" altLang="en-US" sz="1350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9171107" y="1478740"/>
              <a:ext cx="315583" cy="209167"/>
              <a:chOff x="9482595" y="2565731"/>
              <a:chExt cx="278384" cy="184511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9482595" y="2565731"/>
                <a:ext cx="71376" cy="713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9625979" y="2615242"/>
                <a:ext cx="135000" cy="135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4652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7" y="206003"/>
            <a:ext cx="2798379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关键技术与实践难点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092078" y="1757632"/>
            <a:ext cx="8308535" cy="3981905"/>
            <a:chOff x="2723532" y="1812729"/>
            <a:chExt cx="6744935" cy="3232542"/>
          </a:xfrm>
        </p:grpSpPr>
        <p:sp>
          <p:nvSpPr>
            <p:cNvPr id="13" name="Line 23"/>
            <p:cNvSpPr>
              <a:spLocks noChangeShapeType="1"/>
            </p:cNvSpPr>
            <p:nvPr/>
          </p:nvSpPr>
          <p:spPr bwMode="auto">
            <a:xfrm flipH="1">
              <a:off x="2723532" y="2299195"/>
              <a:ext cx="2371588" cy="0"/>
            </a:xfrm>
            <a:prstGeom prst="line">
              <a:avLst/>
            </a:prstGeom>
            <a:noFill/>
            <a:ln w="5" cap="flat">
              <a:solidFill>
                <a:srgbClr val="414455"/>
              </a:solidFill>
              <a:prstDash val="dash"/>
              <a:miter lim="800000"/>
              <a:headEnd type="none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56605" tIns="28302" rIns="56605" bIns="28302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4771168" y="1974704"/>
              <a:ext cx="820879" cy="740115"/>
              <a:chOff x="3720691" y="2824413"/>
              <a:chExt cx="1341120" cy="1209172"/>
            </a:xfrm>
          </p:grpSpPr>
          <p:sp>
            <p:nvSpPr>
              <p:cNvPr id="37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38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15" name="KSO_Shape"/>
            <p:cNvSpPr/>
            <p:nvPr/>
          </p:nvSpPr>
          <p:spPr bwMode="auto">
            <a:xfrm>
              <a:off x="4991329" y="2162095"/>
              <a:ext cx="380556" cy="365334"/>
            </a:xfrm>
            <a:custGeom>
              <a:avLst/>
              <a:gdLst>
                <a:gd name="T0" fmla="*/ 1618108 w 3816350"/>
                <a:gd name="T1" fmla="*/ 3491708 h 3665538"/>
                <a:gd name="T2" fmla="*/ 3711914 w 3816350"/>
                <a:gd name="T3" fmla="*/ 3515947 h 3665538"/>
                <a:gd name="T4" fmla="*/ 1938033 w 3816350"/>
                <a:gd name="T5" fmla="*/ 3320852 h 3665538"/>
                <a:gd name="T6" fmla="*/ 2466975 w 3816350"/>
                <a:gd name="T7" fmla="*/ 3464378 h 3665538"/>
                <a:gd name="T8" fmla="*/ 1420823 w 3816350"/>
                <a:gd name="T9" fmla="*/ 3514907 h 3665538"/>
                <a:gd name="T10" fmla="*/ 1072366 w 3816350"/>
                <a:gd name="T11" fmla="*/ 3448171 h 3665538"/>
                <a:gd name="T12" fmla="*/ 350995 w 3816350"/>
                <a:gd name="T13" fmla="*/ 3613421 h 3665538"/>
                <a:gd name="T14" fmla="*/ 2826009 w 3816350"/>
                <a:gd name="T15" fmla="*/ 3416327 h 3665538"/>
                <a:gd name="T16" fmla="*/ 3710327 w 3816350"/>
                <a:gd name="T17" fmla="*/ 3553504 h 3665538"/>
                <a:gd name="T18" fmla="*/ 1625482 w 3816350"/>
                <a:gd name="T19" fmla="*/ 3379536 h 3665538"/>
                <a:gd name="T20" fmla="*/ 2426374 w 3816350"/>
                <a:gd name="T21" fmla="*/ 3213000 h 3665538"/>
                <a:gd name="T22" fmla="*/ 771525 w 3816350"/>
                <a:gd name="T23" fmla="*/ 3205163 h 3665538"/>
                <a:gd name="T24" fmla="*/ 1067953 w 3816350"/>
                <a:gd name="T25" fmla="*/ 3277053 h 3665538"/>
                <a:gd name="T26" fmla="*/ 784892 w 3816350"/>
                <a:gd name="T27" fmla="*/ 3451540 h 3665538"/>
                <a:gd name="T28" fmla="*/ 2490788 w 3816350"/>
                <a:gd name="T29" fmla="*/ 3116568 h 3665538"/>
                <a:gd name="T30" fmla="*/ 1449375 w 3816350"/>
                <a:gd name="T31" fmla="*/ 3307847 h 3665538"/>
                <a:gd name="T32" fmla="*/ 2434307 w 3816350"/>
                <a:gd name="T33" fmla="*/ 3163198 h 3665538"/>
                <a:gd name="T34" fmla="*/ 3783974 w 3816350"/>
                <a:gd name="T35" fmla="*/ 3278823 h 3665538"/>
                <a:gd name="T36" fmla="*/ 2635250 w 3816350"/>
                <a:gd name="T37" fmla="*/ 3206432 h 3665538"/>
                <a:gd name="T38" fmla="*/ 3815080 w 3816350"/>
                <a:gd name="T39" fmla="*/ 3040062 h 3665538"/>
                <a:gd name="T40" fmla="*/ 2866956 w 3816350"/>
                <a:gd name="T41" fmla="*/ 3006725 h 3665538"/>
                <a:gd name="T42" fmla="*/ 657993 w 3816350"/>
                <a:gd name="T43" fmla="*/ 3196983 h 3665538"/>
                <a:gd name="T44" fmla="*/ 872062 w 3816350"/>
                <a:gd name="T45" fmla="*/ 3214746 h 3665538"/>
                <a:gd name="T46" fmla="*/ 825374 w 3816350"/>
                <a:gd name="T47" fmla="*/ 2994614 h 3665538"/>
                <a:gd name="T48" fmla="*/ 1190307 w 3816350"/>
                <a:gd name="T49" fmla="*/ 3120223 h 3665538"/>
                <a:gd name="T50" fmla="*/ 273368 w 3816350"/>
                <a:gd name="T51" fmla="*/ 3120223 h 3665538"/>
                <a:gd name="T52" fmla="*/ 1472924 w 3816350"/>
                <a:gd name="T53" fmla="*/ 2958852 h 3665538"/>
                <a:gd name="T54" fmla="*/ 2445690 w 3816350"/>
                <a:gd name="T55" fmla="*/ 3096148 h 3665538"/>
                <a:gd name="T56" fmla="*/ 1403350 w 3816350"/>
                <a:gd name="T57" fmla="*/ 2909186 h 3665538"/>
                <a:gd name="T58" fmla="*/ 3767144 w 3816350"/>
                <a:gd name="T59" fmla="*/ 2880042 h 3665538"/>
                <a:gd name="T60" fmla="*/ 2660954 w 3816350"/>
                <a:gd name="T61" fmla="*/ 3062923 h 3665538"/>
                <a:gd name="T62" fmla="*/ 2077078 w 3816350"/>
                <a:gd name="T63" fmla="*/ 2755988 h 3665538"/>
                <a:gd name="T64" fmla="*/ 2064323 w 3816350"/>
                <a:gd name="T65" fmla="*/ 3023556 h 3665538"/>
                <a:gd name="T66" fmla="*/ 1553136 w 3816350"/>
                <a:gd name="T67" fmla="*/ 2926811 h 3665538"/>
                <a:gd name="T68" fmla="*/ 2489519 w 3816350"/>
                <a:gd name="T69" fmla="*/ 2707310 h 3665538"/>
                <a:gd name="T70" fmla="*/ 1846579 w 3816350"/>
                <a:gd name="T71" fmla="*/ 2621224 h 3665538"/>
                <a:gd name="T72" fmla="*/ 3411957 w 3816350"/>
                <a:gd name="T73" fmla="*/ 2738921 h 3665538"/>
                <a:gd name="T74" fmla="*/ 3080259 w 3816350"/>
                <a:gd name="T75" fmla="*/ 2936880 h 3665538"/>
                <a:gd name="T76" fmla="*/ 1829436 w 3816350"/>
                <a:gd name="T77" fmla="*/ 2582778 h 3665538"/>
                <a:gd name="T78" fmla="*/ 1856740 w 3816350"/>
                <a:gd name="T79" fmla="*/ 2801747 h 3665538"/>
                <a:gd name="T80" fmla="*/ 2088516 w 3816350"/>
                <a:gd name="T81" fmla="*/ 2619751 h 3665538"/>
                <a:gd name="T82" fmla="*/ 2403793 w 3816350"/>
                <a:gd name="T83" fmla="*/ 2645568 h 3665538"/>
                <a:gd name="T84" fmla="*/ 1545273 w 3816350"/>
                <a:gd name="T85" fmla="*/ 2758080 h 3665538"/>
                <a:gd name="T86" fmla="*/ 2737140 w 3816350"/>
                <a:gd name="T87" fmla="*/ 2576196 h 3665538"/>
                <a:gd name="T88" fmla="*/ 3655103 w 3816350"/>
                <a:gd name="T89" fmla="*/ 2636838 h 3665538"/>
                <a:gd name="T90" fmla="*/ 2771738 w 3816350"/>
                <a:gd name="T91" fmla="*/ 2448243 h 3665538"/>
                <a:gd name="T92" fmla="*/ 2989478 w 3816350"/>
                <a:gd name="T93" fmla="*/ 2307907 h 3665538"/>
                <a:gd name="T94" fmla="*/ 2867591 w 3816350"/>
                <a:gd name="T95" fmla="*/ 2234247 h 3665538"/>
                <a:gd name="T96" fmla="*/ 3696043 w 3816350"/>
                <a:gd name="T97" fmla="*/ 2367598 h 3665538"/>
                <a:gd name="T98" fmla="*/ 3314856 w 3816350"/>
                <a:gd name="T99" fmla="*/ 1892183 h 3665538"/>
                <a:gd name="T100" fmla="*/ 2974884 w 3816350"/>
                <a:gd name="T101" fmla="*/ 2068371 h 3665538"/>
                <a:gd name="T102" fmla="*/ 3799844 w 3816350"/>
                <a:gd name="T103" fmla="*/ 2062969 h 3665538"/>
                <a:gd name="T104" fmla="*/ 2637789 w 3816350"/>
                <a:gd name="T105" fmla="*/ 2027696 h 3665538"/>
                <a:gd name="T106" fmla="*/ 3189458 w 3816350"/>
                <a:gd name="T107" fmla="*/ 1697313 h 3665538"/>
                <a:gd name="T108" fmla="*/ 3015840 w 3816350"/>
                <a:gd name="T109" fmla="*/ 1948969 h 3665538"/>
                <a:gd name="T110" fmla="*/ 3354189 w 3816350"/>
                <a:gd name="T111" fmla="*/ 1860541 h 3665538"/>
                <a:gd name="T112" fmla="*/ 3468771 w 3816350"/>
                <a:gd name="T113" fmla="*/ 1695411 h 3665538"/>
                <a:gd name="T114" fmla="*/ 3173905 w 3816350"/>
                <a:gd name="T115" fmla="*/ 2035495 h 3665538"/>
                <a:gd name="T116" fmla="*/ 3074241 w 3816350"/>
                <a:gd name="T117" fmla="*/ 1681466 h 3665538"/>
                <a:gd name="T118" fmla="*/ 3386120 w 3816350"/>
                <a:gd name="T119" fmla="*/ 1131189 h 3665538"/>
                <a:gd name="T120" fmla="*/ 254975 w 3816350"/>
                <a:gd name="T121" fmla="*/ 2785759 h 3665538"/>
                <a:gd name="T122" fmla="*/ 1131353 w 3816350"/>
                <a:gd name="T123" fmla="*/ 1377803 h 3665538"/>
                <a:gd name="T124" fmla="*/ 2508155 w 3816350"/>
                <a:gd name="T125" fmla="*/ 314537 h 3665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6350" h="3665538">
                  <a:moveTo>
                    <a:pt x="1892592" y="3532067"/>
                  </a:moveTo>
                  <a:lnTo>
                    <a:pt x="1892592" y="3635348"/>
                  </a:lnTo>
                  <a:lnTo>
                    <a:pt x="1913877" y="3636302"/>
                  </a:lnTo>
                  <a:lnTo>
                    <a:pt x="1935480" y="3636302"/>
                  </a:lnTo>
                  <a:lnTo>
                    <a:pt x="1965343" y="3635666"/>
                  </a:lnTo>
                  <a:lnTo>
                    <a:pt x="1965343" y="3532385"/>
                  </a:lnTo>
                  <a:lnTo>
                    <a:pt x="1935480" y="3532703"/>
                  </a:lnTo>
                  <a:lnTo>
                    <a:pt x="1913877" y="3532703"/>
                  </a:lnTo>
                  <a:lnTo>
                    <a:pt x="1892592" y="3532067"/>
                  </a:lnTo>
                  <a:close/>
                  <a:moveTo>
                    <a:pt x="665284" y="3532067"/>
                  </a:moveTo>
                  <a:lnTo>
                    <a:pt x="665284" y="3635348"/>
                  </a:lnTo>
                  <a:lnTo>
                    <a:pt x="686575" y="3636302"/>
                  </a:lnTo>
                  <a:lnTo>
                    <a:pt x="708185" y="3636302"/>
                  </a:lnTo>
                  <a:lnTo>
                    <a:pt x="738374" y="3635666"/>
                  </a:lnTo>
                  <a:lnTo>
                    <a:pt x="738374" y="3532385"/>
                  </a:lnTo>
                  <a:lnTo>
                    <a:pt x="708185" y="3532703"/>
                  </a:lnTo>
                  <a:lnTo>
                    <a:pt x="686575" y="3532703"/>
                  </a:lnTo>
                  <a:lnTo>
                    <a:pt x="665284" y="3532067"/>
                  </a:lnTo>
                  <a:close/>
                  <a:moveTo>
                    <a:pt x="1746773" y="3519356"/>
                  </a:moveTo>
                  <a:lnTo>
                    <a:pt x="1746773" y="3623272"/>
                  </a:lnTo>
                  <a:lnTo>
                    <a:pt x="1764563" y="3625497"/>
                  </a:lnTo>
                  <a:lnTo>
                    <a:pt x="1782671" y="3628039"/>
                  </a:lnTo>
                  <a:lnTo>
                    <a:pt x="1800780" y="3629628"/>
                  </a:lnTo>
                  <a:lnTo>
                    <a:pt x="1819841" y="3631535"/>
                  </a:lnTo>
                  <a:lnTo>
                    <a:pt x="1819841" y="3527618"/>
                  </a:lnTo>
                  <a:lnTo>
                    <a:pt x="1800780" y="3526029"/>
                  </a:lnTo>
                  <a:lnTo>
                    <a:pt x="1782671" y="3524123"/>
                  </a:lnTo>
                  <a:lnTo>
                    <a:pt x="1764563" y="3521580"/>
                  </a:lnTo>
                  <a:lnTo>
                    <a:pt x="1746773" y="3519356"/>
                  </a:lnTo>
                  <a:close/>
                  <a:moveTo>
                    <a:pt x="519421" y="3519356"/>
                  </a:moveTo>
                  <a:lnTo>
                    <a:pt x="519421" y="3623272"/>
                  </a:lnTo>
                  <a:lnTo>
                    <a:pt x="537217" y="3625497"/>
                  </a:lnTo>
                  <a:lnTo>
                    <a:pt x="555330" y="3628039"/>
                  </a:lnTo>
                  <a:lnTo>
                    <a:pt x="573762" y="3629946"/>
                  </a:lnTo>
                  <a:lnTo>
                    <a:pt x="592511" y="3631535"/>
                  </a:lnTo>
                  <a:lnTo>
                    <a:pt x="592511" y="3527618"/>
                  </a:lnTo>
                  <a:lnTo>
                    <a:pt x="573762" y="3526029"/>
                  </a:lnTo>
                  <a:lnTo>
                    <a:pt x="555330" y="3524123"/>
                  </a:lnTo>
                  <a:lnTo>
                    <a:pt x="537217" y="3521580"/>
                  </a:lnTo>
                  <a:lnTo>
                    <a:pt x="519421" y="3519356"/>
                  </a:lnTo>
                  <a:close/>
                  <a:moveTo>
                    <a:pt x="3151360" y="3517220"/>
                  </a:moveTo>
                  <a:lnTo>
                    <a:pt x="3151360" y="3632118"/>
                  </a:lnTo>
                  <a:lnTo>
                    <a:pt x="3174848" y="3632755"/>
                  </a:lnTo>
                  <a:lnTo>
                    <a:pt x="3198972" y="3633073"/>
                  </a:lnTo>
                  <a:lnTo>
                    <a:pt x="3231983" y="3632755"/>
                  </a:lnTo>
                  <a:lnTo>
                    <a:pt x="3231983" y="3517539"/>
                  </a:lnTo>
                  <a:lnTo>
                    <a:pt x="3198972" y="3517857"/>
                  </a:lnTo>
                  <a:lnTo>
                    <a:pt x="3174848" y="3517539"/>
                  </a:lnTo>
                  <a:lnTo>
                    <a:pt x="3151360" y="3517220"/>
                  </a:lnTo>
                  <a:close/>
                  <a:moveTo>
                    <a:pt x="2989478" y="3502580"/>
                  </a:moveTo>
                  <a:lnTo>
                    <a:pt x="2989478" y="3618432"/>
                  </a:lnTo>
                  <a:lnTo>
                    <a:pt x="3009158" y="3620979"/>
                  </a:lnTo>
                  <a:lnTo>
                    <a:pt x="3029472" y="3623525"/>
                  </a:lnTo>
                  <a:lnTo>
                    <a:pt x="3049469" y="3625753"/>
                  </a:lnTo>
                  <a:lnTo>
                    <a:pt x="3070419" y="3627344"/>
                  </a:lnTo>
                  <a:lnTo>
                    <a:pt x="3070419" y="3512446"/>
                  </a:lnTo>
                  <a:lnTo>
                    <a:pt x="3049469" y="3510537"/>
                  </a:lnTo>
                  <a:lnTo>
                    <a:pt x="3029472" y="3507990"/>
                  </a:lnTo>
                  <a:lnTo>
                    <a:pt x="3009158" y="3505763"/>
                  </a:lnTo>
                  <a:lnTo>
                    <a:pt x="2989478" y="3502580"/>
                  </a:lnTo>
                  <a:close/>
                  <a:moveTo>
                    <a:pt x="1600953" y="3486306"/>
                  </a:moveTo>
                  <a:lnTo>
                    <a:pt x="1600953" y="3591494"/>
                  </a:lnTo>
                  <a:lnTo>
                    <a:pt x="1618744" y="3596578"/>
                  </a:lnTo>
                  <a:lnTo>
                    <a:pt x="1636217" y="3601345"/>
                  </a:lnTo>
                  <a:lnTo>
                    <a:pt x="1654960" y="3606112"/>
                  </a:lnTo>
                  <a:lnTo>
                    <a:pt x="1673704" y="3610243"/>
                  </a:lnTo>
                  <a:lnTo>
                    <a:pt x="1673704" y="3506009"/>
                  </a:lnTo>
                  <a:lnTo>
                    <a:pt x="1654960" y="3501242"/>
                  </a:lnTo>
                  <a:lnTo>
                    <a:pt x="1636217" y="3496475"/>
                  </a:lnTo>
                  <a:lnTo>
                    <a:pt x="1618108" y="3491708"/>
                  </a:lnTo>
                  <a:lnTo>
                    <a:pt x="1600953" y="3486306"/>
                  </a:lnTo>
                  <a:close/>
                  <a:moveTo>
                    <a:pt x="373875" y="3486306"/>
                  </a:moveTo>
                  <a:lnTo>
                    <a:pt x="373875" y="3591494"/>
                  </a:lnTo>
                  <a:lnTo>
                    <a:pt x="391353" y="3596578"/>
                  </a:lnTo>
                  <a:lnTo>
                    <a:pt x="409149" y="3601345"/>
                  </a:lnTo>
                  <a:lnTo>
                    <a:pt x="427581" y="3606112"/>
                  </a:lnTo>
                  <a:lnTo>
                    <a:pt x="446648" y="3610243"/>
                  </a:lnTo>
                  <a:lnTo>
                    <a:pt x="446648" y="3506009"/>
                  </a:lnTo>
                  <a:lnTo>
                    <a:pt x="427581" y="3501242"/>
                  </a:lnTo>
                  <a:lnTo>
                    <a:pt x="409149" y="3496475"/>
                  </a:lnTo>
                  <a:lnTo>
                    <a:pt x="390718" y="3491708"/>
                  </a:lnTo>
                  <a:lnTo>
                    <a:pt x="373875" y="3486306"/>
                  </a:lnTo>
                  <a:close/>
                  <a:moveTo>
                    <a:pt x="2827597" y="3465978"/>
                  </a:moveTo>
                  <a:lnTo>
                    <a:pt x="2827597" y="3583104"/>
                  </a:lnTo>
                  <a:lnTo>
                    <a:pt x="2846959" y="3589151"/>
                  </a:lnTo>
                  <a:lnTo>
                    <a:pt x="2866956" y="3594243"/>
                  </a:lnTo>
                  <a:lnTo>
                    <a:pt x="2887588" y="3599336"/>
                  </a:lnTo>
                  <a:lnTo>
                    <a:pt x="2908220" y="3604110"/>
                  </a:lnTo>
                  <a:lnTo>
                    <a:pt x="2908220" y="3487939"/>
                  </a:lnTo>
                  <a:lnTo>
                    <a:pt x="2887588" y="3482847"/>
                  </a:lnTo>
                  <a:lnTo>
                    <a:pt x="2866956" y="3477436"/>
                  </a:lnTo>
                  <a:lnTo>
                    <a:pt x="2846959" y="3472025"/>
                  </a:lnTo>
                  <a:lnTo>
                    <a:pt x="2827597" y="3465978"/>
                  </a:lnTo>
                  <a:close/>
                  <a:moveTo>
                    <a:pt x="2402802" y="3447218"/>
                  </a:moveTo>
                  <a:lnTo>
                    <a:pt x="2397719" y="3450714"/>
                  </a:lnTo>
                  <a:lnTo>
                    <a:pt x="2391365" y="3453891"/>
                  </a:lnTo>
                  <a:lnTo>
                    <a:pt x="2383740" y="3457387"/>
                  </a:lnTo>
                  <a:lnTo>
                    <a:pt x="2376433" y="3460565"/>
                  </a:lnTo>
                  <a:lnTo>
                    <a:pt x="2347841" y="3472005"/>
                  </a:lnTo>
                  <a:lnTo>
                    <a:pt x="2347841" y="3562893"/>
                  </a:lnTo>
                  <a:lnTo>
                    <a:pt x="2355784" y="3558761"/>
                  </a:lnTo>
                  <a:lnTo>
                    <a:pt x="2363408" y="3554630"/>
                  </a:lnTo>
                  <a:lnTo>
                    <a:pt x="2371033" y="3550181"/>
                  </a:lnTo>
                  <a:lnTo>
                    <a:pt x="2378340" y="3545414"/>
                  </a:lnTo>
                  <a:lnTo>
                    <a:pt x="2385329" y="3540648"/>
                  </a:lnTo>
                  <a:lnTo>
                    <a:pt x="2391683" y="3535881"/>
                  </a:lnTo>
                  <a:lnTo>
                    <a:pt x="2397719" y="3531114"/>
                  </a:lnTo>
                  <a:lnTo>
                    <a:pt x="2402802" y="3526983"/>
                  </a:lnTo>
                  <a:lnTo>
                    <a:pt x="2402802" y="3447218"/>
                  </a:lnTo>
                  <a:close/>
                  <a:moveTo>
                    <a:pt x="1175646" y="3447218"/>
                  </a:moveTo>
                  <a:lnTo>
                    <a:pt x="1170561" y="3450714"/>
                  </a:lnTo>
                  <a:lnTo>
                    <a:pt x="1164205" y="3453891"/>
                  </a:lnTo>
                  <a:lnTo>
                    <a:pt x="1156578" y="3457387"/>
                  </a:lnTo>
                  <a:lnTo>
                    <a:pt x="1149269" y="3460565"/>
                  </a:lnTo>
                  <a:lnTo>
                    <a:pt x="1120669" y="3472005"/>
                  </a:lnTo>
                  <a:lnTo>
                    <a:pt x="1120669" y="3562893"/>
                  </a:lnTo>
                  <a:lnTo>
                    <a:pt x="1128613" y="3558761"/>
                  </a:lnTo>
                  <a:lnTo>
                    <a:pt x="1136240" y="3554630"/>
                  </a:lnTo>
                  <a:lnTo>
                    <a:pt x="1144185" y="3550181"/>
                  </a:lnTo>
                  <a:lnTo>
                    <a:pt x="1151176" y="3545414"/>
                  </a:lnTo>
                  <a:lnTo>
                    <a:pt x="1158167" y="3540648"/>
                  </a:lnTo>
                  <a:lnTo>
                    <a:pt x="1164523" y="3535881"/>
                  </a:lnTo>
                  <a:lnTo>
                    <a:pt x="1170561" y="3531114"/>
                  </a:lnTo>
                  <a:lnTo>
                    <a:pt x="1175646" y="3526347"/>
                  </a:lnTo>
                  <a:lnTo>
                    <a:pt x="1175646" y="3447218"/>
                  </a:lnTo>
                  <a:close/>
                  <a:moveTo>
                    <a:pt x="3717945" y="3422692"/>
                  </a:moveTo>
                  <a:lnTo>
                    <a:pt x="3711914" y="3426193"/>
                  </a:lnTo>
                  <a:lnTo>
                    <a:pt x="3704931" y="3430013"/>
                  </a:lnTo>
                  <a:lnTo>
                    <a:pt x="3696678" y="3433832"/>
                  </a:lnTo>
                  <a:lnTo>
                    <a:pt x="3688425" y="3437651"/>
                  </a:lnTo>
                  <a:lnTo>
                    <a:pt x="3671285" y="3444335"/>
                  </a:lnTo>
                  <a:lnTo>
                    <a:pt x="3656684" y="3450064"/>
                  </a:lnTo>
                  <a:lnTo>
                    <a:pt x="3656684" y="3551276"/>
                  </a:lnTo>
                  <a:lnTo>
                    <a:pt x="3665254" y="3546820"/>
                  </a:lnTo>
                  <a:lnTo>
                    <a:pt x="3674142" y="3542046"/>
                  </a:lnTo>
                  <a:lnTo>
                    <a:pt x="3682394" y="3537272"/>
                  </a:lnTo>
                  <a:lnTo>
                    <a:pt x="3690647" y="3532179"/>
                  </a:lnTo>
                  <a:lnTo>
                    <a:pt x="3698582" y="3526769"/>
                  </a:lnTo>
                  <a:lnTo>
                    <a:pt x="3705566" y="3521358"/>
                  </a:lnTo>
                  <a:lnTo>
                    <a:pt x="3711914" y="3515947"/>
                  </a:lnTo>
                  <a:lnTo>
                    <a:pt x="3717945" y="3510855"/>
                  </a:lnTo>
                  <a:lnTo>
                    <a:pt x="3717945" y="3422692"/>
                  </a:lnTo>
                  <a:close/>
                  <a:moveTo>
                    <a:pt x="1455133" y="3410672"/>
                  </a:moveTo>
                  <a:lnTo>
                    <a:pt x="1455133" y="3516813"/>
                  </a:lnTo>
                  <a:lnTo>
                    <a:pt x="1457675" y="3519674"/>
                  </a:lnTo>
                  <a:lnTo>
                    <a:pt x="1460216" y="3522534"/>
                  </a:lnTo>
                  <a:lnTo>
                    <a:pt x="1466888" y="3528572"/>
                  </a:lnTo>
                  <a:lnTo>
                    <a:pt x="1475466" y="3534610"/>
                  </a:lnTo>
                  <a:lnTo>
                    <a:pt x="1484679" y="3540965"/>
                  </a:lnTo>
                  <a:lnTo>
                    <a:pt x="1495162" y="3547639"/>
                  </a:lnTo>
                  <a:lnTo>
                    <a:pt x="1505964" y="3553677"/>
                  </a:lnTo>
                  <a:lnTo>
                    <a:pt x="1517083" y="3559715"/>
                  </a:lnTo>
                  <a:lnTo>
                    <a:pt x="1528202" y="3564799"/>
                  </a:lnTo>
                  <a:lnTo>
                    <a:pt x="1528202" y="3457387"/>
                  </a:lnTo>
                  <a:lnTo>
                    <a:pt x="1517083" y="3452302"/>
                  </a:lnTo>
                  <a:lnTo>
                    <a:pt x="1506917" y="3446582"/>
                  </a:lnTo>
                  <a:lnTo>
                    <a:pt x="1497068" y="3441180"/>
                  </a:lnTo>
                  <a:lnTo>
                    <a:pt x="1487538" y="3435142"/>
                  </a:lnTo>
                  <a:lnTo>
                    <a:pt x="1478960" y="3429422"/>
                  </a:lnTo>
                  <a:lnTo>
                    <a:pt x="1470700" y="3423384"/>
                  </a:lnTo>
                  <a:lnTo>
                    <a:pt x="1462758" y="3417028"/>
                  </a:lnTo>
                  <a:lnTo>
                    <a:pt x="1455133" y="3410672"/>
                  </a:lnTo>
                  <a:close/>
                  <a:moveTo>
                    <a:pt x="227694" y="3410672"/>
                  </a:moveTo>
                  <a:lnTo>
                    <a:pt x="227694" y="3516813"/>
                  </a:lnTo>
                  <a:lnTo>
                    <a:pt x="230237" y="3519674"/>
                  </a:lnTo>
                  <a:lnTo>
                    <a:pt x="233097" y="3522534"/>
                  </a:lnTo>
                  <a:lnTo>
                    <a:pt x="239770" y="3528572"/>
                  </a:lnTo>
                  <a:lnTo>
                    <a:pt x="248033" y="3534610"/>
                  </a:lnTo>
                  <a:lnTo>
                    <a:pt x="257566" y="3540965"/>
                  </a:lnTo>
                  <a:lnTo>
                    <a:pt x="267735" y="3547639"/>
                  </a:lnTo>
                  <a:lnTo>
                    <a:pt x="278858" y="3553677"/>
                  </a:lnTo>
                  <a:lnTo>
                    <a:pt x="289662" y="3559715"/>
                  </a:lnTo>
                  <a:lnTo>
                    <a:pt x="300785" y="3564799"/>
                  </a:lnTo>
                  <a:lnTo>
                    <a:pt x="300785" y="3457387"/>
                  </a:lnTo>
                  <a:lnTo>
                    <a:pt x="289662" y="3452302"/>
                  </a:lnTo>
                  <a:lnTo>
                    <a:pt x="279493" y="3446582"/>
                  </a:lnTo>
                  <a:lnTo>
                    <a:pt x="269642" y="3441180"/>
                  </a:lnTo>
                  <a:lnTo>
                    <a:pt x="260108" y="3435142"/>
                  </a:lnTo>
                  <a:lnTo>
                    <a:pt x="251528" y="3429422"/>
                  </a:lnTo>
                  <a:lnTo>
                    <a:pt x="243266" y="3423384"/>
                  </a:lnTo>
                  <a:lnTo>
                    <a:pt x="235321" y="3417028"/>
                  </a:lnTo>
                  <a:lnTo>
                    <a:pt x="227694" y="3410672"/>
                  </a:lnTo>
                  <a:close/>
                  <a:moveTo>
                    <a:pt x="2665715" y="3381953"/>
                  </a:moveTo>
                  <a:lnTo>
                    <a:pt x="2665715" y="3500670"/>
                  </a:lnTo>
                  <a:lnTo>
                    <a:pt x="2668254" y="3503216"/>
                  </a:lnTo>
                  <a:lnTo>
                    <a:pt x="2671429" y="3506399"/>
                  </a:lnTo>
                  <a:lnTo>
                    <a:pt x="2678729" y="3512765"/>
                  </a:lnTo>
                  <a:lnTo>
                    <a:pt x="2687934" y="3519767"/>
                  </a:lnTo>
                  <a:lnTo>
                    <a:pt x="2698726" y="3527087"/>
                  </a:lnTo>
                  <a:lnTo>
                    <a:pt x="2710153" y="3534089"/>
                  </a:lnTo>
                  <a:lnTo>
                    <a:pt x="2722215" y="3541409"/>
                  </a:lnTo>
                  <a:lnTo>
                    <a:pt x="2734594" y="3547457"/>
                  </a:lnTo>
                  <a:lnTo>
                    <a:pt x="2746656" y="3553504"/>
                  </a:lnTo>
                  <a:lnTo>
                    <a:pt x="2746656" y="3434150"/>
                  </a:lnTo>
                  <a:lnTo>
                    <a:pt x="2734594" y="3428103"/>
                  </a:lnTo>
                  <a:lnTo>
                    <a:pt x="2723167" y="3422374"/>
                  </a:lnTo>
                  <a:lnTo>
                    <a:pt x="2712058" y="3416009"/>
                  </a:lnTo>
                  <a:lnTo>
                    <a:pt x="2701583" y="3409325"/>
                  </a:lnTo>
                  <a:lnTo>
                    <a:pt x="2691743" y="3402959"/>
                  </a:lnTo>
                  <a:lnTo>
                    <a:pt x="2682538" y="3396276"/>
                  </a:lnTo>
                  <a:lnTo>
                    <a:pt x="2673650" y="3388955"/>
                  </a:lnTo>
                  <a:lnTo>
                    <a:pt x="2665715" y="3381953"/>
                  </a:lnTo>
                  <a:close/>
                  <a:moveTo>
                    <a:pt x="1916773" y="3320218"/>
                  </a:moveTo>
                  <a:lnTo>
                    <a:pt x="1916773" y="3423312"/>
                  </a:lnTo>
                  <a:lnTo>
                    <a:pt x="1938033" y="3423629"/>
                  </a:lnTo>
                  <a:lnTo>
                    <a:pt x="1959928" y="3424263"/>
                  </a:lnTo>
                  <a:lnTo>
                    <a:pt x="1989755" y="3423629"/>
                  </a:lnTo>
                  <a:lnTo>
                    <a:pt x="1989755" y="3320535"/>
                  </a:lnTo>
                  <a:lnTo>
                    <a:pt x="1959293" y="3320852"/>
                  </a:lnTo>
                  <a:lnTo>
                    <a:pt x="1938033" y="3320852"/>
                  </a:lnTo>
                  <a:lnTo>
                    <a:pt x="1916773" y="3320218"/>
                  </a:lnTo>
                  <a:close/>
                  <a:moveTo>
                    <a:pt x="1404938" y="3314700"/>
                  </a:moveTo>
                  <a:lnTo>
                    <a:pt x="1408115" y="3320420"/>
                  </a:lnTo>
                  <a:lnTo>
                    <a:pt x="1411928" y="3325505"/>
                  </a:lnTo>
                  <a:lnTo>
                    <a:pt x="1415740" y="3330590"/>
                  </a:lnTo>
                  <a:lnTo>
                    <a:pt x="1419552" y="3335992"/>
                  </a:lnTo>
                  <a:lnTo>
                    <a:pt x="1424000" y="3340759"/>
                  </a:lnTo>
                  <a:lnTo>
                    <a:pt x="1428447" y="3346161"/>
                  </a:lnTo>
                  <a:lnTo>
                    <a:pt x="1438296" y="3356013"/>
                  </a:lnTo>
                  <a:lnTo>
                    <a:pt x="1448780" y="3365229"/>
                  </a:lnTo>
                  <a:lnTo>
                    <a:pt x="1460852" y="3374444"/>
                  </a:lnTo>
                  <a:lnTo>
                    <a:pt x="1472924" y="3383025"/>
                  </a:lnTo>
                  <a:lnTo>
                    <a:pt x="1486267" y="3391287"/>
                  </a:lnTo>
                  <a:lnTo>
                    <a:pt x="1500563" y="3399550"/>
                  </a:lnTo>
                  <a:lnTo>
                    <a:pt x="1515494" y="3407494"/>
                  </a:lnTo>
                  <a:lnTo>
                    <a:pt x="1531061" y="3415121"/>
                  </a:lnTo>
                  <a:lnTo>
                    <a:pt x="1547263" y="3422113"/>
                  </a:lnTo>
                  <a:lnTo>
                    <a:pt x="1564101" y="3428786"/>
                  </a:lnTo>
                  <a:lnTo>
                    <a:pt x="1581574" y="3435142"/>
                  </a:lnTo>
                  <a:lnTo>
                    <a:pt x="1599682" y="3441498"/>
                  </a:lnTo>
                  <a:lnTo>
                    <a:pt x="1618108" y="3447218"/>
                  </a:lnTo>
                  <a:lnTo>
                    <a:pt x="1637170" y="3452620"/>
                  </a:lnTo>
                  <a:lnTo>
                    <a:pt x="1656866" y="3457705"/>
                  </a:lnTo>
                  <a:lnTo>
                    <a:pt x="1676881" y="3462472"/>
                  </a:lnTo>
                  <a:lnTo>
                    <a:pt x="1697213" y="3466921"/>
                  </a:lnTo>
                  <a:lnTo>
                    <a:pt x="1718180" y="3471052"/>
                  </a:lnTo>
                  <a:lnTo>
                    <a:pt x="1738830" y="3474865"/>
                  </a:lnTo>
                  <a:lnTo>
                    <a:pt x="1760116" y="3478361"/>
                  </a:lnTo>
                  <a:lnTo>
                    <a:pt x="1782036" y="3480903"/>
                  </a:lnTo>
                  <a:lnTo>
                    <a:pt x="1803639" y="3483763"/>
                  </a:lnTo>
                  <a:lnTo>
                    <a:pt x="1825877" y="3486306"/>
                  </a:lnTo>
                  <a:lnTo>
                    <a:pt x="1847798" y="3488213"/>
                  </a:lnTo>
                  <a:lnTo>
                    <a:pt x="1870036" y="3489801"/>
                  </a:lnTo>
                  <a:lnTo>
                    <a:pt x="1891957" y="3490755"/>
                  </a:lnTo>
                  <a:lnTo>
                    <a:pt x="1914513" y="3492026"/>
                  </a:lnTo>
                  <a:lnTo>
                    <a:pt x="1936751" y="3492344"/>
                  </a:lnTo>
                  <a:lnTo>
                    <a:pt x="1959307" y="3492979"/>
                  </a:lnTo>
                  <a:lnTo>
                    <a:pt x="1978051" y="3492344"/>
                  </a:lnTo>
                  <a:lnTo>
                    <a:pt x="1996794" y="3492026"/>
                  </a:lnTo>
                  <a:lnTo>
                    <a:pt x="2015538" y="3491708"/>
                  </a:lnTo>
                  <a:lnTo>
                    <a:pt x="2034599" y="3490437"/>
                  </a:lnTo>
                  <a:lnTo>
                    <a:pt x="2053025" y="3489801"/>
                  </a:lnTo>
                  <a:lnTo>
                    <a:pt x="2071769" y="3488213"/>
                  </a:lnTo>
                  <a:lnTo>
                    <a:pt x="2090513" y="3486624"/>
                  </a:lnTo>
                  <a:lnTo>
                    <a:pt x="2108621" y="3484717"/>
                  </a:lnTo>
                  <a:lnTo>
                    <a:pt x="2127365" y="3482492"/>
                  </a:lnTo>
                  <a:lnTo>
                    <a:pt x="2145473" y="3480268"/>
                  </a:lnTo>
                  <a:lnTo>
                    <a:pt x="2163581" y="3477408"/>
                  </a:lnTo>
                  <a:lnTo>
                    <a:pt x="2181372" y="3474865"/>
                  </a:lnTo>
                  <a:lnTo>
                    <a:pt x="2199163" y="3471688"/>
                  </a:lnTo>
                  <a:lnTo>
                    <a:pt x="2216318" y="3468510"/>
                  </a:lnTo>
                  <a:lnTo>
                    <a:pt x="2233473" y="3464696"/>
                  </a:lnTo>
                  <a:lnTo>
                    <a:pt x="2250311" y="3460883"/>
                  </a:lnTo>
                  <a:lnTo>
                    <a:pt x="2266830" y="3457069"/>
                  </a:lnTo>
                  <a:lnTo>
                    <a:pt x="2283668" y="3452620"/>
                  </a:lnTo>
                  <a:lnTo>
                    <a:pt x="2299235" y="3448171"/>
                  </a:lnTo>
                  <a:lnTo>
                    <a:pt x="2315119" y="3443404"/>
                  </a:lnTo>
                  <a:lnTo>
                    <a:pt x="2330051" y="3438320"/>
                  </a:lnTo>
                  <a:lnTo>
                    <a:pt x="2344982" y="3432917"/>
                  </a:lnTo>
                  <a:lnTo>
                    <a:pt x="2359278" y="3427833"/>
                  </a:lnTo>
                  <a:lnTo>
                    <a:pt x="2373574" y="3421795"/>
                  </a:lnTo>
                  <a:lnTo>
                    <a:pt x="2386917" y="3415757"/>
                  </a:lnTo>
                  <a:lnTo>
                    <a:pt x="2399942" y="3409719"/>
                  </a:lnTo>
                  <a:lnTo>
                    <a:pt x="2412650" y="3403363"/>
                  </a:lnTo>
                  <a:lnTo>
                    <a:pt x="2424722" y="3396690"/>
                  </a:lnTo>
                  <a:lnTo>
                    <a:pt x="2436159" y="3389380"/>
                  </a:lnTo>
                  <a:lnTo>
                    <a:pt x="2446961" y="3382389"/>
                  </a:lnTo>
                  <a:lnTo>
                    <a:pt x="2457444" y="3375080"/>
                  </a:lnTo>
                  <a:lnTo>
                    <a:pt x="2466975" y="3367453"/>
                  </a:lnTo>
                  <a:lnTo>
                    <a:pt x="2466975" y="3464378"/>
                  </a:lnTo>
                  <a:lnTo>
                    <a:pt x="2466657" y="3464696"/>
                  </a:lnTo>
                  <a:lnTo>
                    <a:pt x="2466340" y="3472641"/>
                  </a:lnTo>
                  <a:lnTo>
                    <a:pt x="2466022" y="3477408"/>
                  </a:lnTo>
                  <a:lnTo>
                    <a:pt x="2464751" y="3482492"/>
                  </a:lnTo>
                  <a:lnTo>
                    <a:pt x="2463480" y="3487895"/>
                  </a:lnTo>
                  <a:lnTo>
                    <a:pt x="2461892" y="3492344"/>
                  </a:lnTo>
                  <a:lnTo>
                    <a:pt x="2459986" y="3497111"/>
                  </a:lnTo>
                  <a:lnTo>
                    <a:pt x="2457444" y="3501877"/>
                  </a:lnTo>
                  <a:lnTo>
                    <a:pt x="2455220" y="3506962"/>
                  </a:lnTo>
                  <a:lnTo>
                    <a:pt x="2452361" y="3511729"/>
                  </a:lnTo>
                  <a:lnTo>
                    <a:pt x="2449184" y="3516178"/>
                  </a:lnTo>
                  <a:lnTo>
                    <a:pt x="2445690" y="3520945"/>
                  </a:lnTo>
                  <a:lnTo>
                    <a:pt x="2441878" y="3525712"/>
                  </a:lnTo>
                  <a:lnTo>
                    <a:pt x="2437748" y="3529843"/>
                  </a:lnTo>
                  <a:lnTo>
                    <a:pt x="2429170" y="3539059"/>
                  </a:lnTo>
                  <a:lnTo>
                    <a:pt x="2419322" y="3547639"/>
                  </a:lnTo>
                  <a:lnTo>
                    <a:pt x="2408202" y="3556537"/>
                  </a:lnTo>
                  <a:lnTo>
                    <a:pt x="2396130" y="3564799"/>
                  </a:lnTo>
                  <a:lnTo>
                    <a:pt x="2383423" y="3572744"/>
                  </a:lnTo>
                  <a:lnTo>
                    <a:pt x="2369127" y="3580689"/>
                  </a:lnTo>
                  <a:lnTo>
                    <a:pt x="2354195" y="3587998"/>
                  </a:lnTo>
                  <a:lnTo>
                    <a:pt x="2338311" y="3595625"/>
                  </a:lnTo>
                  <a:lnTo>
                    <a:pt x="2321791" y="3602298"/>
                  </a:lnTo>
                  <a:lnTo>
                    <a:pt x="2304636" y="3608972"/>
                  </a:lnTo>
                  <a:lnTo>
                    <a:pt x="2285892" y="3615328"/>
                  </a:lnTo>
                  <a:lnTo>
                    <a:pt x="2266830" y="3621683"/>
                  </a:lnTo>
                  <a:lnTo>
                    <a:pt x="2247134" y="3627086"/>
                  </a:lnTo>
                  <a:lnTo>
                    <a:pt x="2226802" y="3632806"/>
                  </a:lnTo>
                  <a:lnTo>
                    <a:pt x="2205516" y="3637255"/>
                  </a:lnTo>
                  <a:lnTo>
                    <a:pt x="2183278" y="3642022"/>
                  </a:lnTo>
                  <a:lnTo>
                    <a:pt x="2160722" y="3646471"/>
                  </a:lnTo>
                  <a:lnTo>
                    <a:pt x="2137848" y="3649967"/>
                  </a:lnTo>
                  <a:lnTo>
                    <a:pt x="2114340" y="3653462"/>
                  </a:lnTo>
                  <a:lnTo>
                    <a:pt x="2089877" y="3656640"/>
                  </a:lnTo>
                  <a:lnTo>
                    <a:pt x="2065415" y="3659182"/>
                  </a:lnTo>
                  <a:lnTo>
                    <a:pt x="2040000" y="3661407"/>
                  </a:lnTo>
                  <a:lnTo>
                    <a:pt x="2014267" y="3662996"/>
                  </a:lnTo>
                  <a:lnTo>
                    <a:pt x="1988217" y="3664267"/>
                  </a:lnTo>
                  <a:lnTo>
                    <a:pt x="1962166" y="3664903"/>
                  </a:lnTo>
                  <a:lnTo>
                    <a:pt x="1935480" y="3665538"/>
                  </a:lnTo>
                  <a:lnTo>
                    <a:pt x="1908159" y="3664903"/>
                  </a:lnTo>
                  <a:lnTo>
                    <a:pt x="1881155" y="3664267"/>
                  </a:lnTo>
                  <a:lnTo>
                    <a:pt x="1854469" y="3662996"/>
                  </a:lnTo>
                  <a:lnTo>
                    <a:pt x="1828419" y="3661089"/>
                  </a:lnTo>
                  <a:lnTo>
                    <a:pt x="1803004" y="3659182"/>
                  </a:lnTo>
                  <a:lnTo>
                    <a:pt x="1777588" y="3656322"/>
                  </a:lnTo>
                  <a:lnTo>
                    <a:pt x="1752809" y="3653145"/>
                  </a:lnTo>
                  <a:lnTo>
                    <a:pt x="1728664" y="3649649"/>
                  </a:lnTo>
                  <a:lnTo>
                    <a:pt x="1705155" y="3645835"/>
                  </a:lnTo>
                  <a:lnTo>
                    <a:pt x="1682282" y="3641069"/>
                  </a:lnTo>
                  <a:lnTo>
                    <a:pt x="1660043" y="3636302"/>
                  </a:lnTo>
                  <a:lnTo>
                    <a:pt x="1638440" y="3631217"/>
                  </a:lnTo>
                  <a:lnTo>
                    <a:pt x="1617791" y="3625497"/>
                  </a:lnTo>
                  <a:lnTo>
                    <a:pt x="1597776" y="3619777"/>
                  </a:lnTo>
                  <a:lnTo>
                    <a:pt x="1578397" y="3613421"/>
                  </a:lnTo>
                  <a:lnTo>
                    <a:pt x="1559653" y="3606747"/>
                  </a:lnTo>
                  <a:lnTo>
                    <a:pt x="1542498" y="3599438"/>
                  </a:lnTo>
                  <a:lnTo>
                    <a:pt x="1525343" y="3592447"/>
                  </a:lnTo>
                  <a:lnTo>
                    <a:pt x="1509776" y="3584820"/>
                  </a:lnTo>
                  <a:lnTo>
                    <a:pt x="1495162" y="3576875"/>
                  </a:lnTo>
                  <a:lnTo>
                    <a:pt x="1481184" y="3568613"/>
                  </a:lnTo>
                  <a:lnTo>
                    <a:pt x="1468159" y="3560350"/>
                  </a:lnTo>
                  <a:lnTo>
                    <a:pt x="1456404" y="3551770"/>
                  </a:lnTo>
                  <a:lnTo>
                    <a:pt x="1445603" y="3542554"/>
                  </a:lnTo>
                  <a:lnTo>
                    <a:pt x="1440837" y="3538423"/>
                  </a:lnTo>
                  <a:lnTo>
                    <a:pt x="1436390" y="3533656"/>
                  </a:lnTo>
                  <a:lnTo>
                    <a:pt x="1431942" y="3529207"/>
                  </a:lnTo>
                  <a:lnTo>
                    <a:pt x="1428130" y="3524440"/>
                  </a:lnTo>
                  <a:lnTo>
                    <a:pt x="1424318" y="3519674"/>
                  </a:lnTo>
                  <a:lnTo>
                    <a:pt x="1420823" y="3514907"/>
                  </a:lnTo>
                  <a:lnTo>
                    <a:pt x="1417646" y="3510140"/>
                  </a:lnTo>
                  <a:lnTo>
                    <a:pt x="1415105" y="3505055"/>
                  </a:lnTo>
                  <a:lnTo>
                    <a:pt x="1412563" y="3500288"/>
                  </a:lnTo>
                  <a:lnTo>
                    <a:pt x="1410339" y="3495204"/>
                  </a:lnTo>
                  <a:lnTo>
                    <a:pt x="1408115" y="3490437"/>
                  </a:lnTo>
                  <a:lnTo>
                    <a:pt x="1407162" y="3485352"/>
                  </a:lnTo>
                  <a:lnTo>
                    <a:pt x="1405892" y="3480268"/>
                  </a:lnTo>
                  <a:lnTo>
                    <a:pt x="1404621" y="3475183"/>
                  </a:lnTo>
                  <a:lnTo>
                    <a:pt x="1404303" y="3470099"/>
                  </a:lnTo>
                  <a:lnTo>
                    <a:pt x="1404303" y="3464696"/>
                  </a:lnTo>
                  <a:lnTo>
                    <a:pt x="1403350" y="3464696"/>
                  </a:lnTo>
                  <a:lnTo>
                    <a:pt x="1403350" y="3333132"/>
                  </a:lnTo>
                  <a:lnTo>
                    <a:pt x="1403350" y="3329318"/>
                  </a:lnTo>
                  <a:lnTo>
                    <a:pt x="1403985" y="3322327"/>
                  </a:lnTo>
                  <a:lnTo>
                    <a:pt x="1404938" y="3314700"/>
                  </a:lnTo>
                  <a:close/>
                  <a:moveTo>
                    <a:pt x="177802" y="3314700"/>
                  </a:moveTo>
                  <a:lnTo>
                    <a:pt x="180980" y="3320420"/>
                  </a:lnTo>
                  <a:lnTo>
                    <a:pt x="184476" y="3325505"/>
                  </a:lnTo>
                  <a:lnTo>
                    <a:pt x="188289" y="3330590"/>
                  </a:lnTo>
                  <a:lnTo>
                    <a:pt x="192420" y="3335992"/>
                  </a:lnTo>
                  <a:lnTo>
                    <a:pt x="196551" y="3340759"/>
                  </a:lnTo>
                  <a:lnTo>
                    <a:pt x="201000" y="3346161"/>
                  </a:lnTo>
                  <a:lnTo>
                    <a:pt x="210852" y="3356013"/>
                  </a:lnTo>
                  <a:lnTo>
                    <a:pt x="221656" y="3365229"/>
                  </a:lnTo>
                  <a:lnTo>
                    <a:pt x="233414" y="3374444"/>
                  </a:lnTo>
                  <a:lnTo>
                    <a:pt x="245490" y="3383025"/>
                  </a:lnTo>
                  <a:lnTo>
                    <a:pt x="259155" y="3391287"/>
                  </a:lnTo>
                  <a:lnTo>
                    <a:pt x="273138" y="3399550"/>
                  </a:lnTo>
                  <a:lnTo>
                    <a:pt x="288073" y="3407494"/>
                  </a:lnTo>
                  <a:lnTo>
                    <a:pt x="303645" y="3415121"/>
                  </a:lnTo>
                  <a:lnTo>
                    <a:pt x="319852" y="3422113"/>
                  </a:lnTo>
                  <a:lnTo>
                    <a:pt x="336694" y="3428786"/>
                  </a:lnTo>
                  <a:lnTo>
                    <a:pt x="354173" y="3435142"/>
                  </a:lnTo>
                  <a:lnTo>
                    <a:pt x="372286" y="3441498"/>
                  </a:lnTo>
                  <a:lnTo>
                    <a:pt x="390718" y="3447218"/>
                  </a:lnTo>
                  <a:lnTo>
                    <a:pt x="409785" y="3452620"/>
                  </a:lnTo>
                  <a:lnTo>
                    <a:pt x="429488" y="3457705"/>
                  </a:lnTo>
                  <a:lnTo>
                    <a:pt x="449826" y="3462472"/>
                  </a:lnTo>
                  <a:lnTo>
                    <a:pt x="469846" y="3466921"/>
                  </a:lnTo>
                  <a:lnTo>
                    <a:pt x="490820" y="3471052"/>
                  </a:lnTo>
                  <a:lnTo>
                    <a:pt x="511794" y="3474865"/>
                  </a:lnTo>
                  <a:lnTo>
                    <a:pt x="533085" y="3478361"/>
                  </a:lnTo>
                  <a:lnTo>
                    <a:pt x="554695" y="3480903"/>
                  </a:lnTo>
                  <a:lnTo>
                    <a:pt x="576304" y="3483763"/>
                  </a:lnTo>
                  <a:lnTo>
                    <a:pt x="598549" y="3486306"/>
                  </a:lnTo>
                  <a:lnTo>
                    <a:pt x="620476" y="3488213"/>
                  </a:lnTo>
                  <a:lnTo>
                    <a:pt x="642721" y="3489801"/>
                  </a:lnTo>
                  <a:lnTo>
                    <a:pt x="664966" y="3490755"/>
                  </a:lnTo>
                  <a:lnTo>
                    <a:pt x="687211" y="3492026"/>
                  </a:lnTo>
                  <a:lnTo>
                    <a:pt x="709456" y="3492344"/>
                  </a:lnTo>
                  <a:lnTo>
                    <a:pt x="732018" y="3492344"/>
                  </a:lnTo>
                  <a:lnTo>
                    <a:pt x="750768" y="3492344"/>
                  </a:lnTo>
                  <a:lnTo>
                    <a:pt x="769517" y="3492026"/>
                  </a:lnTo>
                  <a:lnTo>
                    <a:pt x="788266" y="3491708"/>
                  </a:lnTo>
                  <a:lnTo>
                    <a:pt x="807333" y="3490437"/>
                  </a:lnTo>
                  <a:lnTo>
                    <a:pt x="825765" y="3489801"/>
                  </a:lnTo>
                  <a:lnTo>
                    <a:pt x="844832" y="3488213"/>
                  </a:lnTo>
                  <a:lnTo>
                    <a:pt x="863263" y="3486624"/>
                  </a:lnTo>
                  <a:lnTo>
                    <a:pt x="881695" y="3484717"/>
                  </a:lnTo>
                  <a:lnTo>
                    <a:pt x="900126" y="3482492"/>
                  </a:lnTo>
                  <a:lnTo>
                    <a:pt x="918240" y="3480268"/>
                  </a:lnTo>
                  <a:lnTo>
                    <a:pt x="936354" y="3477408"/>
                  </a:lnTo>
                  <a:lnTo>
                    <a:pt x="954150" y="3474865"/>
                  </a:lnTo>
                  <a:lnTo>
                    <a:pt x="971946" y="3471688"/>
                  </a:lnTo>
                  <a:lnTo>
                    <a:pt x="989424" y="3468510"/>
                  </a:lnTo>
                  <a:lnTo>
                    <a:pt x="1006266" y="3464696"/>
                  </a:lnTo>
                  <a:lnTo>
                    <a:pt x="1023109" y="3460883"/>
                  </a:lnTo>
                  <a:lnTo>
                    <a:pt x="1039952" y="3457069"/>
                  </a:lnTo>
                  <a:lnTo>
                    <a:pt x="1056476" y="3452620"/>
                  </a:lnTo>
                  <a:lnTo>
                    <a:pt x="1072366" y="3448171"/>
                  </a:lnTo>
                  <a:lnTo>
                    <a:pt x="1087937" y="3443087"/>
                  </a:lnTo>
                  <a:lnTo>
                    <a:pt x="1102873" y="3438320"/>
                  </a:lnTo>
                  <a:lnTo>
                    <a:pt x="1118126" y="3432917"/>
                  </a:lnTo>
                  <a:lnTo>
                    <a:pt x="1132109" y="3427833"/>
                  </a:lnTo>
                  <a:lnTo>
                    <a:pt x="1146409" y="3421795"/>
                  </a:lnTo>
                  <a:lnTo>
                    <a:pt x="1159756" y="3415757"/>
                  </a:lnTo>
                  <a:lnTo>
                    <a:pt x="1172785" y="3409719"/>
                  </a:lnTo>
                  <a:lnTo>
                    <a:pt x="1185497" y="3403363"/>
                  </a:lnTo>
                  <a:lnTo>
                    <a:pt x="1197890" y="3396690"/>
                  </a:lnTo>
                  <a:lnTo>
                    <a:pt x="1209331" y="3389380"/>
                  </a:lnTo>
                  <a:lnTo>
                    <a:pt x="1219818" y="3382389"/>
                  </a:lnTo>
                  <a:lnTo>
                    <a:pt x="1230622" y="3375080"/>
                  </a:lnTo>
                  <a:lnTo>
                    <a:pt x="1239838" y="3367453"/>
                  </a:lnTo>
                  <a:lnTo>
                    <a:pt x="1239838" y="3464378"/>
                  </a:lnTo>
                  <a:lnTo>
                    <a:pt x="1239838" y="3464696"/>
                  </a:lnTo>
                  <a:lnTo>
                    <a:pt x="1239520" y="3468827"/>
                  </a:lnTo>
                  <a:lnTo>
                    <a:pt x="1239202" y="3472641"/>
                  </a:lnTo>
                  <a:lnTo>
                    <a:pt x="1238885" y="3477408"/>
                  </a:lnTo>
                  <a:lnTo>
                    <a:pt x="1237614" y="3482492"/>
                  </a:lnTo>
                  <a:lnTo>
                    <a:pt x="1236342" y="3487895"/>
                  </a:lnTo>
                  <a:lnTo>
                    <a:pt x="1234754" y="3492344"/>
                  </a:lnTo>
                  <a:lnTo>
                    <a:pt x="1232847" y="3497111"/>
                  </a:lnTo>
                  <a:lnTo>
                    <a:pt x="1230622" y="3501877"/>
                  </a:lnTo>
                  <a:lnTo>
                    <a:pt x="1228080" y="3506962"/>
                  </a:lnTo>
                  <a:lnTo>
                    <a:pt x="1225538" y="3511729"/>
                  </a:lnTo>
                  <a:lnTo>
                    <a:pt x="1222360" y="3516178"/>
                  </a:lnTo>
                  <a:lnTo>
                    <a:pt x="1218546" y="3520945"/>
                  </a:lnTo>
                  <a:lnTo>
                    <a:pt x="1214733" y="3525712"/>
                  </a:lnTo>
                  <a:lnTo>
                    <a:pt x="1210920" y="3529843"/>
                  </a:lnTo>
                  <a:lnTo>
                    <a:pt x="1202022" y="3539059"/>
                  </a:lnTo>
                  <a:lnTo>
                    <a:pt x="1192170" y="3547639"/>
                  </a:lnTo>
                  <a:lnTo>
                    <a:pt x="1181048" y="3556537"/>
                  </a:lnTo>
                  <a:lnTo>
                    <a:pt x="1169290" y="3564799"/>
                  </a:lnTo>
                  <a:lnTo>
                    <a:pt x="1156261" y="3572744"/>
                  </a:lnTo>
                  <a:lnTo>
                    <a:pt x="1141960" y="3580689"/>
                  </a:lnTo>
                  <a:lnTo>
                    <a:pt x="1127024" y="3587998"/>
                  </a:lnTo>
                  <a:lnTo>
                    <a:pt x="1111453" y="3595625"/>
                  </a:lnTo>
                  <a:lnTo>
                    <a:pt x="1094610" y="3602298"/>
                  </a:lnTo>
                  <a:lnTo>
                    <a:pt x="1077450" y="3608972"/>
                  </a:lnTo>
                  <a:lnTo>
                    <a:pt x="1058701" y="3615328"/>
                  </a:lnTo>
                  <a:lnTo>
                    <a:pt x="1039952" y="3621683"/>
                  </a:lnTo>
                  <a:lnTo>
                    <a:pt x="1020249" y="3627086"/>
                  </a:lnTo>
                  <a:lnTo>
                    <a:pt x="999593" y="3632806"/>
                  </a:lnTo>
                  <a:lnTo>
                    <a:pt x="978301" y="3637255"/>
                  </a:lnTo>
                  <a:lnTo>
                    <a:pt x="956056" y="3642022"/>
                  </a:lnTo>
                  <a:lnTo>
                    <a:pt x="933494" y="3646471"/>
                  </a:lnTo>
                  <a:lnTo>
                    <a:pt x="910613" y="3649967"/>
                  </a:lnTo>
                  <a:lnTo>
                    <a:pt x="887097" y="3653462"/>
                  </a:lnTo>
                  <a:lnTo>
                    <a:pt x="862946" y="3656640"/>
                  </a:lnTo>
                  <a:lnTo>
                    <a:pt x="838158" y="3659182"/>
                  </a:lnTo>
                  <a:lnTo>
                    <a:pt x="812736" y="3661407"/>
                  </a:lnTo>
                  <a:lnTo>
                    <a:pt x="787313" y="3662996"/>
                  </a:lnTo>
                  <a:lnTo>
                    <a:pt x="761572" y="3664267"/>
                  </a:lnTo>
                  <a:lnTo>
                    <a:pt x="735196" y="3664903"/>
                  </a:lnTo>
                  <a:lnTo>
                    <a:pt x="708185" y="3665538"/>
                  </a:lnTo>
                  <a:lnTo>
                    <a:pt x="680855" y="3664903"/>
                  </a:lnTo>
                  <a:lnTo>
                    <a:pt x="654161" y="3664267"/>
                  </a:lnTo>
                  <a:lnTo>
                    <a:pt x="627467" y="3662996"/>
                  </a:lnTo>
                  <a:lnTo>
                    <a:pt x="601409" y="3661089"/>
                  </a:lnTo>
                  <a:lnTo>
                    <a:pt x="575668" y="3659182"/>
                  </a:lnTo>
                  <a:lnTo>
                    <a:pt x="550246" y="3656322"/>
                  </a:lnTo>
                  <a:lnTo>
                    <a:pt x="525458" y="3653145"/>
                  </a:lnTo>
                  <a:lnTo>
                    <a:pt x="501307" y="3649649"/>
                  </a:lnTo>
                  <a:lnTo>
                    <a:pt x="478109" y="3645835"/>
                  </a:lnTo>
                  <a:lnTo>
                    <a:pt x="455228" y="3641069"/>
                  </a:lnTo>
                  <a:lnTo>
                    <a:pt x="432665" y="3636302"/>
                  </a:lnTo>
                  <a:lnTo>
                    <a:pt x="411374" y="3631217"/>
                  </a:lnTo>
                  <a:lnTo>
                    <a:pt x="390400" y="3625497"/>
                  </a:lnTo>
                  <a:lnTo>
                    <a:pt x="370380" y="3619777"/>
                  </a:lnTo>
                  <a:lnTo>
                    <a:pt x="350995" y="3613421"/>
                  </a:lnTo>
                  <a:lnTo>
                    <a:pt x="332563" y="3606747"/>
                  </a:lnTo>
                  <a:lnTo>
                    <a:pt x="315085" y="3599438"/>
                  </a:lnTo>
                  <a:lnTo>
                    <a:pt x="297925" y="3592447"/>
                  </a:lnTo>
                  <a:lnTo>
                    <a:pt x="282353" y="3584820"/>
                  </a:lnTo>
                  <a:lnTo>
                    <a:pt x="267735" y="3576875"/>
                  </a:lnTo>
                  <a:lnTo>
                    <a:pt x="253753" y="3568613"/>
                  </a:lnTo>
                  <a:lnTo>
                    <a:pt x="240724" y="3560350"/>
                  </a:lnTo>
                  <a:lnTo>
                    <a:pt x="229283" y="3551770"/>
                  </a:lnTo>
                  <a:lnTo>
                    <a:pt x="218796" y="3542872"/>
                  </a:lnTo>
                  <a:lnTo>
                    <a:pt x="213712" y="3538423"/>
                  </a:lnTo>
                  <a:lnTo>
                    <a:pt x="208945" y="3533656"/>
                  </a:lnTo>
                  <a:lnTo>
                    <a:pt x="204814" y="3529207"/>
                  </a:lnTo>
                  <a:lnTo>
                    <a:pt x="200683" y="3524440"/>
                  </a:lnTo>
                  <a:lnTo>
                    <a:pt x="196869" y="3519674"/>
                  </a:lnTo>
                  <a:lnTo>
                    <a:pt x="193374" y="3514907"/>
                  </a:lnTo>
                  <a:lnTo>
                    <a:pt x="190196" y="3510140"/>
                  </a:lnTo>
                  <a:lnTo>
                    <a:pt x="187653" y="3505055"/>
                  </a:lnTo>
                  <a:lnTo>
                    <a:pt x="185111" y="3500288"/>
                  </a:lnTo>
                  <a:lnTo>
                    <a:pt x="182887" y="3495204"/>
                  </a:lnTo>
                  <a:lnTo>
                    <a:pt x="181298" y="3490437"/>
                  </a:lnTo>
                  <a:lnTo>
                    <a:pt x="179709" y="3485352"/>
                  </a:lnTo>
                  <a:lnTo>
                    <a:pt x="178438" y="3480268"/>
                  </a:lnTo>
                  <a:lnTo>
                    <a:pt x="177802" y="3475183"/>
                  </a:lnTo>
                  <a:lnTo>
                    <a:pt x="176849" y="3470099"/>
                  </a:lnTo>
                  <a:lnTo>
                    <a:pt x="176849" y="3464696"/>
                  </a:lnTo>
                  <a:lnTo>
                    <a:pt x="176531" y="3464696"/>
                  </a:lnTo>
                  <a:lnTo>
                    <a:pt x="176531" y="3333132"/>
                  </a:lnTo>
                  <a:lnTo>
                    <a:pt x="176213" y="3329318"/>
                  </a:lnTo>
                  <a:lnTo>
                    <a:pt x="176531" y="3322327"/>
                  </a:lnTo>
                  <a:lnTo>
                    <a:pt x="177802" y="3314700"/>
                  </a:lnTo>
                  <a:close/>
                  <a:moveTo>
                    <a:pt x="1771445" y="3307529"/>
                  </a:moveTo>
                  <a:lnTo>
                    <a:pt x="1771445" y="3411258"/>
                  </a:lnTo>
                  <a:lnTo>
                    <a:pt x="1789215" y="3413478"/>
                  </a:lnTo>
                  <a:lnTo>
                    <a:pt x="1807301" y="3415698"/>
                  </a:lnTo>
                  <a:lnTo>
                    <a:pt x="1825388" y="3417285"/>
                  </a:lnTo>
                  <a:lnTo>
                    <a:pt x="1843792" y="3419505"/>
                  </a:lnTo>
                  <a:lnTo>
                    <a:pt x="1843792" y="3315777"/>
                  </a:lnTo>
                  <a:lnTo>
                    <a:pt x="1825388" y="3314191"/>
                  </a:lnTo>
                  <a:lnTo>
                    <a:pt x="1807301" y="3312287"/>
                  </a:lnTo>
                  <a:lnTo>
                    <a:pt x="1789215" y="3309750"/>
                  </a:lnTo>
                  <a:lnTo>
                    <a:pt x="1771445" y="3307529"/>
                  </a:lnTo>
                  <a:close/>
                  <a:moveTo>
                    <a:pt x="3178346" y="3281045"/>
                  </a:moveTo>
                  <a:lnTo>
                    <a:pt x="3178346" y="3395980"/>
                  </a:lnTo>
                  <a:lnTo>
                    <a:pt x="3201835" y="3396298"/>
                  </a:lnTo>
                  <a:lnTo>
                    <a:pt x="3225959" y="3396615"/>
                  </a:lnTo>
                  <a:lnTo>
                    <a:pt x="3258970" y="3396298"/>
                  </a:lnTo>
                  <a:lnTo>
                    <a:pt x="3258970" y="3281363"/>
                  </a:lnTo>
                  <a:lnTo>
                    <a:pt x="3225641" y="3281680"/>
                  </a:lnTo>
                  <a:lnTo>
                    <a:pt x="3201835" y="3281363"/>
                  </a:lnTo>
                  <a:lnTo>
                    <a:pt x="3178346" y="3281045"/>
                  </a:lnTo>
                  <a:close/>
                  <a:moveTo>
                    <a:pt x="2609850" y="3275012"/>
                  </a:moveTo>
                  <a:lnTo>
                    <a:pt x="2613342" y="3281059"/>
                  </a:lnTo>
                  <a:lnTo>
                    <a:pt x="2617468" y="3287107"/>
                  </a:lnTo>
                  <a:lnTo>
                    <a:pt x="2621594" y="3292836"/>
                  </a:lnTo>
                  <a:lnTo>
                    <a:pt x="2626038" y="3298883"/>
                  </a:lnTo>
                  <a:lnTo>
                    <a:pt x="2631117" y="3304294"/>
                  </a:lnTo>
                  <a:lnTo>
                    <a:pt x="2635878" y="3310023"/>
                  </a:lnTo>
                  <a:lnTo>
                    <a:pt x="2641274" y="3315433"/>
                  </a:lnTo>
                  <a:lnTo>
                    <a:pt x="2646988" y="3320844"/>
                  </a:lnTo>
                  <a:lnTo>
                    <a:pt x="2658732" y="3331347"/>
                  </a:lnTo>
                  <a:lnTo>
                    <a:pt x="2671746" y="3341532"/>
                  </a:lnTo>
                  <a:lnTo>
                    <a:pt x="2685712" y="3351080"/>
                  </a:lnTo>
                  <a:lnTo>
                    <a:pt x="2700631" y="3360629"/>
                  </a:lnTo>
                  <a:lnTo>
                    <a:pt x="2715867" y="3369540"/>
                  </a:lnTo>
                  <a:lnTo>
                    <a:pt x="2732372" y="3378452"/>
                  </a:lnTo>
                  <a:lnTo>
                    <a:pt x="2749830" y="3386727"/>
                  </a:lnTo>
                  <a:lnTo>
                    <a:pt x="2767923" y="3394684"/>
                  </a:lnTo>
                  <a:lnTo>
                    <a:pt x="2786650" y="3402004"/>
                  </a:lnTo>
                  <a:lnTo>
                    <a:pt x="2805695" y="3409325"/>
                  </a:lnTo>
                  <a:lnTo>
                    <a:pt x="2826009" y="3416327"/>
                  </a:lnTo>
                  <a:lnTo>
                    <a:pt x="2846959" y="3422692"/>
                  </a:lnTo>
                  <a:lnTo>
                    <a:pt x="2867591" y="3428421"/>
                  </a:lnTo>
                  <a:lnTo>
                    <a:pt x="2889492" y="3434469"/>
                  </a:lnTo>
                  <a:lnTo>
                    <a:pt x="2912029" y="3439561"/>
                  </a:lnTo>
                  <a:lnTo>
                    <a:pt x="2934248" y="3444654"/>
                  </a:lnTo>
                  <a:lnTo>
                    <a:pt x="2957102" y="3449109"/>
                  </a:lnTo>
                  <a:lnTo>
                    <a:pt x="2980908" y="3453565"/>
                  </a:lnTo>
                  <a:lnTo>
                    <a:pt x="3004396" y="3457066"/>
                  </a:lnTo>
                  <a:lnTo>
                    <a:pt x="3028203" y="3460567"/>
                  </a:lnTo>
                  <a:lnTo>
                    <a:pt x="3052644" y="3463432"/>
                  </a:lnTo>
                  <a:lnTo>
                    <a:pt x="3077084" y="3465978"/>
                  </a:lnTo>
                  <a:lnTo>
                    <a:pt x="3101525" y="3468206"/>
                  </a:lnTo>
                  <a:lnTo>
                    <a:pt x="3125966" y="3470116"/>
                  </a:lnTo>
                  <a:lnTo>
                    <a:pt x="3150725" y="3471389"/>
                  </a:lnTo>
                  <a:lnTo>
                    <a:pt x="3175800" y="3472344"/>
                  </a:lnTo>
                  <a:lnTo>
                    <a:pt x="3200559" y="3472980"/>
                  </a:lnTo>
                  <a:lnTo>
                    <a:pt x="3225317" y="3473298"/>
                  </a:lnTo>
                  <a:lnTo>
                    <a:pt x="3246266" y="3473298"/>
                  </a:lnTo>
                  <a:lnTo>
                    <a:pt x="3267216" y="3472344"/>
                  </a:lnTo>
                  <a:lnTo>
                    <a:pt x="3288165" y="3472025"/>
                  </a:lnTo>
                  <a:lnTo>
                    <a:pt x="3308797" y="3470752"/>
                  </a:lnTo>
                  <a:lnTo>
                    <a:pt x="3329429" y="3469797"/>
                  </a:lnTo>
                  <a:lnTo>
                    <a:pt x="3350378" y="3468206"/>
                  </a:lnTo>
                  <a:lnTo>
                    <a:pt x="3371010" y="3466615"/>
                  </a:lnTo>
                  <a:lnTo>
                    <a:pt x="3391325" y="3464068"/>
                  </a:lnTo>
                  <a:lnTo>
                    <a:pt x="3411957" y="3462159"/>
                  </a:lnTo>
                  <a:lnTo>
                    <a:pt x="3431954" y="3459294"/>
                  </a:lnTo>
                  <a:lnTo>
                    <a:pt x="3451951" y="3456748"/>
                  </a:lnTo>
                  <a:lnTo>
                    <a:pt x="3471948" y="3453565"/>
                  </a:lnTo>
                  <a:lnTo>
                    <a:pt x="3491628" y="3450064"/>
                  </a:lnTo>
                  <a:lnTo>
                    <a:pt x="3510990" y="3446245"/>
                  </a:lnTo>
                  <a:lnTo>
                    <a:pt x="3530035" y="3442107"/>
                  </a:lnTo>
                  <a:lnTo>
                    <a:pt x="3548763" y="3437970"/>
                  </a:lnTo>
                  <a:lnTo>
                    <a:pt x="3567173" y="3433196"/>
                  </a:lnTo>
                  <a:lnTo>
                    <a:pt x="3585265" y="3428421"/>
                  </a:lnTo>
                  <a:lnTo>
                    <a:pt x="3603041" y="3423329"/>
                  </a:lnTo>
                  <a:lnTo>
                    <a:pt x="3620498" y="3418237"/>
                  </a:lnTo>
                  <a:lnTo>
                    <a:pt x="3637004" y="3412826"/>
                  </a:lnTo>
                  <a:lnTo>
                    <a:pt x="3653510" y="3406779"/>
                  </a:lnTo>
                  <a:lnTo>
                    <a:pt x="3669698" y="3400731"/>
                  </a:lnTo>
                  <a:lnTo>
                    <a:pt x="3685251" y="3394048"/>
                  </a:lnTo>
                  <a:lnTo>
                    <a:pt x="3700170" y="3387682"/>
                  </a:lnTo>
                  <a:lnTo>
                    <a:pt x="3714770" y="3380680"/>
                  </a:lnTo>
                  <a:lnTo>
                    <a:pt x="3728419" y="3373678"/>
                  </a:lnTo>
                  <a:lnTo>
                    <a:pt x="3741751" y="3366039"/>
                  </a:lnTo>
                  <a:lnTo>
                    <a:pt x="3754765" y="3358719"/>
                  </a:lnTo>
                  <a:lnTo>
                    <a:pt x="3767144" y="3350762"/>
                  </a:lnTo>
                  <a:lnTo>
                    <a:pt x="3778571" y="3342487"/>
                  </a:lnTo>
                  <a:lnTo>
                    <a:pt x="3789363" y="3333575"/>
                  </a:lnTo>
                  <a:lnTo>
                    <a:pt x="3789363" y="3441471"/>
                  </a:lnTo>
                  <a:lnTo>
                    <a:pt x="3788728" y="3442107"/>
                  </a:lnTo>
                  <a:lnTo>
                    <a:pt x="3788411" y="3451019"/>
                  </a:lnTo>
                  <a:lnTo>
                    <a:pt x="3787776" y="3456748"/>
                  </a:lnTo>
                  <a:lnTo>
                    <a:pt x="3786506" y="3462159"/>
                  </a:lnTo>
                  <a:lnTo>
                    <a:pt x="3785237" y="3467569"/>
                  </a:lnTo>
                  <a:lnTo>
                    <a:pt x="3783332" y="3472980"/>
                  </a:lnTo>
                  <a:lnTo>
                    <a:pt x="3781428" y="3478391"/>
                  </a:lnTo>
                  <a:lnTo>
                    <a:pt x="3778571" y="3483801"/>
                  </a:lnTo>
                  <a:lnTo>
                    <a:pt x="3775714" y="3489212"/>
                  </a:lnTo>
                  <a:lnTo>
                    <a:pt x="3772540" y="3494305"/>
                  </a:lnTo>
                  <a:lnTo>
                    <a:pt x="3769048" y="3499715"/>
                  </a:lnTo>
                  <a:lnTo>
                    <a:pt x="3765557" y="3504808"/>
                  </a:lnTo>
                  <a:lnTo>
                    <a:pt x="3761113" y="3509900"/>
                  </a:lnTo>
                  <a:lnTo>
                    <a:pt x="3756987" y="3514674"/>
                  </a:lnTo>
                  <a:lnTo>
                    <a:pt x="3752226" y="3519767"/>
                  </a:lnTo>
                  <a:lnTo>
                    <a:pt x="3747147" y="3525177"/>
                  </a:lnTo>
                  <a:lnTo>
                    <a:pt x="3741433" y="3529633"/>
                  </a:lnTo>
                  <a:lnTo>
                    <a:pt x="3736037" y="3534407"/>
                  </a:lnTo>
                  <a:lnTo>
                    <a:pt x="3723658" y="3543956"/>
                  </a:lnTo>
                  <a:lnTo>
                    <a:pt x="3710327" y="3553504"/>
                  </a:lnTo>
                  <a:lnTo>
                    <a:pt x="3696043" y="3562097"/>
                  </a:lnTo>
                  <a:lnTo>
                    <a:pt x="3680490" y="3571009"/>
                  </a:lnTo>
                  <a:lnTo>
                    <a:pt x="3663667" y="3579603"/>
                  </a:lnTo>
                  <a:lnTo>
                    <a:pt x="3646526" y="3587560"/>
                  </a:lnTo>
                  <a:lnTo>
                    <a:pt x="3627799" y="3595516"/>
                  </a:lnTo>
                  <a:lnTo>
                    <a:pt x="3608754" y="3602837"/>
                  </a:lnTo>
                  <a:lnTo>
                    <a:pt x="3588122" y="3609521"/>
                  </a:lnTo>
                  <a:lnTo>
                    <a:pt x="3566855" y="3616523"/>
                  </a:lnTo>
                  <a:lnTo>
                    <a:pt x="3544636" y="3622570"/>
                  </a:lnTo>
                  <a:lnTo>
                    <a:pt x="3522417" y="3628935"/>
                  </a:lnTo>
                  <a:lnTo>
                    <a:pt x="3498611" y="3634664"/>
                  </a:lnTo>
                  <a:lnTo>
                    <a:pt x="3474170" y="3639757"/>
                  </a:lnTo>
                  <a:lnTo>
                    <a:pt x="3449412" y="3644213"/>
                  </a:lnTo>
                  <a:lnTo>
                    <a:pt x="3423701" y="3648350"/>
                  </a:lnTo>
                  <a:lnTo>
                    <a:pt x="3397356" y="3652488"/>
                  </a:lnTo>
                  <a:lnTo>
                    <a:pt x="3370376" y="3655671"/>
                  </a:lnTo>
                  <a:lnTo>
                    <a:pt x="3343395" y="3658853"/>
                  </a:lnTo>
                  <a:lnTo>
                    <a:pt x="3315146" y="3661081"/>
                  </a:lnTo>
                  <a:lnTo>
                    <a:pt x="3286896" y="3662673"/>
                  </a:lnTo>
                  <a:lnTo>
                    <a:pt x="3258011" y="3664264"/>
                  </a:lnTo>
                  <a:lnTo>
                    <a:pt x="3228491" y="3664901"/>
                  </a:lnTo>
                  <a:lnTo>
                    <a:pt x="3198972" y="3665537"/>
                  </a:lnTo>
                  <a:lnTo>
                    <a:pt x="3168500" y="3664901"/>
                  </a:lnTo>
                  <a:lnTo>
                    <a:pt x="3138663" y="3664264"/>
                  </a:lnTo>
                  <a:lnTo>
                    <a:pt x="3109143" y="3662673"/>
                  </a:lnTo>
                  <a:lnTo>
                    <a:pt x="3080259" y="3660763"/>
                  </a:lnTo>
                  <a:lnTo>
                    <a:pt x="3051374" y="3658217"/>
                  </a:lnTo>
                  <a:lnTo>
                    <a:pt x="3023441" y="3655034"/>
                  </a:lnTo>
                  <a:lnTo>
                    <a:pt x="2996144" y="3651533"/>
                  </a:lnTo>
                  <a:lnTo>
                    <a:pt x="2969481" y="3647714"/>
                  </a:lnTo>
                  <a:lnTo>
                    <a:pt x="2943453" y="3643258"/>
                  </a:lnTo>
                  <a:lnTo>
                    <a:pt x="2917742" y="3638165"/>
                  </a:lnTo>
                  <a:lnTo>
                    <a:pt x="2892984" y="3633073"/>
                  </a:lnTo>
                  <a:lnTo>
                    <a:pt x="2869178" y="3627026"/>
                  </a:lnTo>
                  <a:lnTo>
                    <a:pt x="2846007" y="3620660"/>
                  </a:lnTo>
                  <a:lnTo>
                    <a:pt x="2823470" y="3614295"/>
                  </a:lnTo>
                  <a:lnTo>
                    <a:pt x="2802203" y="3607293"/>
                  </a:lnTo>
                  <a:lnTo>
                    <a:pt x="2781889" y="3599654"/>
                  </a:lnTo>
                  <a:lnTo>
                    <a:pt x="2762527" y="3592334"/>
                  </a:lnTo>
                  <a:lnTo>
                    <a:pt x="2743799" y="3584059"/>
                  </a:lnTo>
                  <a:lnTo>
                    <a:pt x="2726024" y="3575783"/>
                  </a:lnTo>
                  <a:lnTo>
                    <a:pt x="2709518" y="3566872"/>
                  </a:lnTo>
                  <a:lnTo>
                    <a:pt x="2694600" y="3557960"/>
                  </a:lnTo>
                  <a:lnTo>
                    <a:pt x="2679999" y="3548412"/>
                  </a:lnTo>
                  <a:lnTo>
                    <a:pt x="2666985" y="3538863"/>
                  </a:lnTo>
                  <a:lnTo>
                    <a:pt x="2660954" y="3533771"/>
                  </a:lnTo>
                  <a:lnTo>
                    <a:pt x="2655240" y="3528997"/>
                  </a:lnTo>
                  <a:lnTo>
                    <a:pt x="2650162" y="3523904"/>
                  </a:lnTo>
                  <a:lnTo>
                    <a:pt x="2645083" y="3518812"/>
                  </a:lnTo>
                  <a:lnTo>
                    <a:pt x="2639687" y="3513719"/>
                  </a:lnTo>
                  <a:lnTo>
                    <a:pt x="2635561" y="3508309"/>
                  </a:lnTo>
                  <a:lnTo>
                    <a:pt x="2631434" y="3503216"/>
                  </a:lnTo>
                  <a:lnTo>
                    <a:pt x="2627625" y="3497806"/>
                  </a:lnTo>
                  <a:lnTo>
                    <a:pt x="2624134" y="3492713"/>
                  </a:lnTo>
                  <a:lnTo>
                    <a:pt x="2620960" y="3486984"/>
                  </a:lnTo>
                  <a:lnTo>
                    <a:pt x="2618103" y="3481574"/>
                  </a:lnTo>
                  <a:lnTo>
                    <a:pt x="2615881" y="3476163"/>
                  </a:lnTo>
                  <a:lnTo>
                    <a:pt x="2613659" y="3470434"/>
                  </a:lnTo>
                  <a:lnTo>
                    <a:pt x="2612072" y="3465023"/>
                  </a:lnTo>
                  <a:lnTo>
                    <a:pt x="2610485" y="3459294"/>
                  </a:lnTo>
                  <a:lnTo>
                    <a:pt x="2609850" y="3453565"/>
                  </a:lnTo>
                  <a:lnTo>
                    <a:pt x="2609215" y="3447836"/>
                  </a:lnTo>
                  <a:lnTo>
                    <a:pt x="2609215" y="3442107"/>
                  </a:lnTo>
                  <a:lnTo>
                    <a:pt x="2608580" y="3442426"/>
                  </a:lnTo>
                  <a:lnTo>
                    <a:pt x="2608580" y="3295700"/>
                  </a:lnTo>
                  <a:lnTo>
                    <a:pt x="2608263" y="3291881"/>
                  </a:lnTo>
                  <a:lnTo>
                    <a:pt x="2608580" y="3283287"/>
                  </a:lnTo>
                  <a:lnTo>
                    <a:pt x="2609850" y="3275012"/>
                  </a:lnTo>
                  <a:close/>
                  <a:moveTo>
                    <a:pt x="1625482" y="3274222"/>
                  </a:moveTo>
                  <a:lnTo>
                    <a:pt x="1625482" y="3379536"/>
                  </a:lnTo>
                  <a:lnTo>
                    <a:pt x="1642935" y="3384612"/>
                  </a:lnTo>
                  <a:lnTo>
                    <a:pt x="1661021" y="3389370"/>
                  </a:lnTo>
                  <a:lnTo>
                    <a:pt x="1679425" y="3394128"/>
                  </a:lnTo>
                  <a:lnTo>
                    <a:pt x="1698464" y="3398252"/>
                  </a:lnTo>
                  <a:lnTo>
                    <a:pt x="1698464" y="3294206"/>
                  </a:lnTo>
                  <a:lnTo>
                    <a:pt x="1679425" y="3289448"/>
                  </a:lnTo>
                  <a:lnTo>
                    <a:pt x="1661021" y="3284690"/>
                  </a:lnTo>
                  <a:lnTo>
                    <a:pt x="1642935" y="3279932"/>
                  </a:lnTo>
                  <a:lnTo>
                    <a:pt x="1625482" y="3274222"/>
                  </a:lnTo>
                  <a:close/>
                  <a:moveTo>
                    <a:pt x="3016148" y="3266758"/>
                  </a:moveTo>
                  <a:lnTo>
                    <a:pt x="3016148" y="3382010"/>
                  </a:lnTo>
                  <a:lnTo>
                    <a:pt x="3035827" y="3384868"/>
                  </a:lnTo>
                  <a:lnTo>
                    <a:pt x="3056142" y="3387090"/>
                  </a:lnTo>
                  <a:lnTo>
                    <a:pt x="3076456" y="3389630"/>
                  </a:lnTo>
                  <a:lnTo>
                    <a:pt x="3097406" y="3391535"/>
                  </a:lnTo>
                  <a:lnTo>
                    <a:pt x="3097406" y="3276283"/>
                  </a:lnTo>
                  <a:lnTo>
                    <a:pt x="3076456" y="3274378"/>
                  </a:lnTo>
                  <a:lnTo>
                    <a:pt x="3056142" y="3271838"/>
                  </a:lnTo>
                  <a:lnTo>
                    <a:pt x="3035827" y="3269615"/>
                  </a:lnTo>
                  <a:lnTo>
                    <a:pt x="3016148" y="3266758"/>
                  </a:lnTo>
                  <a:close/>
                  <a:moveTo>
                    <a:pt x="2854584" y="3230245"/>
                  </a:moveTo>
                  <a:lnTo>
                    <a:pt x="2854584" y="3347403"/>
                  </a:lnTo>
                  <a:lnTo>
                    <a:pt x="2873946" y="3352800"/>
                  </a:lnTo>
                  <a:lnTo>
                    <a:pt x="2893626" y="3357880"/>
                  </a:lnTo>
                  <a:lnTo>
                    <a:pt x="2914258" y="3362960"/>
                  </a:lnTo>
                  <a:lnTo>
                    <a:pt x="2935524" y="3367723"/>
                  </a:lnTo>
                  <a:lnTo>
                    <a:pt x="2935524" y="3251835"/>
                  </a:lnTo>
                  <a:lnTo>
                    <a:pt x="2914258" y="3246755"/>
                  </a:lnTo>
                  <a:lnTo>
                    <a:pt x="2893626" y="3241675"/>
                  </a:lnTo>
                  <a:lnTo>
                    <a:pt x="2873946" y="3235960"/>
                  </a:lnTo>
                  <a:lnTo>
                    <a:pt x="2854584" y="3230245"/>
                  </a:lnTo>
                  <a:close/>
                  <a:moveTo>
                    <a:pt x="1480154" y="3217441"/>
                  </a:moveTo>
                  <a:lnTo>
                    <a:pt x="1480154" y="3305626"/>
                  </a:lnTo>
                  <a:lnTo>
                    <a:pt x="1482375" y="3307847"/>
                  </a:lnTo>
                  <a:lnTo>
                    <a:pt x="1484914" y="3310701"/>
                  </a:lnTo>
                  <a:lnTo>
                    <a:pt x="1491895" y="3316411"/>
                  </a:lnTo>
                  <a:lnTo>
                    <a:pt x="1500145" y="3322755"/>
                  </a:lnTo>
                  <a:lnTo>
                    <a:pt x="1509664" y="3329100"/>
                  </a:lnTo>
                  <a:lnTo>
                    <a:pt x="1519818" y="3335444"/>
                  </a:lnTo>
                  <a:lnTo>
                    <a:pt x="1530924" y="3341788"/>
                  </a:lnTo>
                  <a:lnTo>
                    <a:pt x="1542030" y="3347498"/>
                  </a:lnTo>
                  <a:lnTo>
                    <a:pt x="1553136" y="3352891"/>
                  </a:lnTo>
                  <a:lnTo>
                    <a:pt x="1553136" y="3255189"/>
                  </a:lnTo>
                  <a:lnTo>
                    <a:pt x="1539174" y="3249797"/>
                  </a:lnTo>
                  <a:lnTo>
                    <a:pt x="1527116" y="3244721"/>
                  </a:lnTo>
                  <a:lnTo>
                    <a:pt x="1516010" y="3239646"/>
                  </a:lnTo>
                  <a:lnTo>
                    <a:pt x="1506174" y="3234888"/>
                  </a:lnTo>
                  <a:lnTo>
                    <a:pt x="1497924" y="3230130"/>
                  </a:lnTo>
                  <a:lnTo>
                    <a:pt x="1490626" y="3226006"/>
                  </a:lnTo>
                  <a:lnTo>
                    <a:pt x="1484914" y="3221565"/>
                  </a:lnTo>
                  <a:lnTo>
                    <a:pt x="1480154" y="3217441"/>
                  </a:lnTo>
                  <a:close/>
                  <a:moveTo>
                    <a:pt x="2426374" y="3213000"/>
                  </a:moveTo>
                  <a:lnTo>
                    <a:pt x="2420662" y="3217124"/>
                  </a:lnTo>
                  <a:lnTo>
                    <a:pt x="2413999" y="3221565"/>
                  </a:lnTo>
                  <a:lnTo>
                    <a:pt x="2406701" y="3226323"/>
                  </a:lnTo>
                  <a:lnTo>
                    <a:pt x="2399720" y="3230130"/>
                  </a:lnTo>
                  <a:lnTo>
                    <a:pt x="2392739" y="3234253"/>
                  </a:lnTo>
                  <a:lnTo>
                    <a:pt x="2385124" y="3237743"/>
                  </a:lnTo>
                  <a:lnTo>
                    <a:pt x="2378460" y="3240915"/>
                  </a:lnTo>
                  <a:lnTo>
                    <a:pt x="2371797" y="3243135"/>
                  </a:lnTo>
                  <a:lnTo>
                    <a:pt x="2371797" y="3350353"/>
                  </a:lnTo>
                  <a:lnTo>
                    <a:pt x="2379729" y="3346864"/>
                  </a:lnTo>
                  <a:lnTo>
                    <a:pt x="2387028" y="3342423"/>
                  </a:lnTo>
                  <a:lnTo>
                    <a:pt x="2394643" y="3338299"/>
                  </a:lnTo>
                  <a:lnTo>
                    <a:pt x="2401941" y="3333541"/>
                  </a:lnTo>
                  <a:lnTo>
                    <a:pt x="2409239" y="3328782"/>
                  </a:lnTo>
                  <a:lnTo>
                    <a:pt x="2415585" y="3324024"/>
                  </a:lnTo>
                  <a:lnTo>
                    <a:pt x="2421297" y="3319266"/>
                  </a:lnTo>
                  <a:lnTo>
                    <a:pt x="2426374" y="3314508"/>
                  </a:lnTo>
                  <a:lnTo>
                    <a:pt x="2426374" y="3213000"/>
                  </a:lnTo>
                  <a:close/>
                  <a:moveTo>
                    <a:pt x="2692385" y="3167062"/>
                  </a:moveTo>
                  <a:lnTo>
                    <a:pt x="2692385" y="3264535"/>
                  </a:lnTo>
                  <a:lnTo>
                    <a:pt x="2695241" y="3267393"/>
                  </a:lnTo>
                  <a:lnTo>
                    <a:pt x="2698098" y="3270250"/>
                  </a:lnTo>
                  <a:lnTo>
                    <a:pt x="2705399" y="3276600"/>
                  </a:lnTo>
                  <a:lnTo>
                    <a:pt x="2714921" y="3283903"/>
                  </a:lnTo>
                  <a:lnTo>
                    <a:pt x="2725078" y="3290888"/>
                  </a:lnTo>
                  <a:lnTo>
                    <a:pt x="2737140" y="3297873"/>
                  </a:lnTo>
                  <a:lnTo>
                    <a:pt x="2748884" y="3305175"/>
                  </a:lnTo>
                  <a:lnTo>
                    <a:pt x="2761581" y="3311525"/>
                  </a:lnTo>
                  <a:lnTo>
                    <a:pt x="2773325" y="3317240"/>
                  </a:lnTo>
                  <a:lnTo>
                    <a:pt x="2773325" y="3208337"/>
                  </a:lnTo>
                  <a:lnTo>
                    <a:pt x="2758407" y="3202940"/>
                  </a:lnTo>
                  <a:lnTo>
                    <a:pt x="2744441" y="3196907"/>
                  </a:lnTo>
                  <a:lnTo>
                    <a:pt x="2732379" y="3191510"/>
                  </a:lnTo>
                  <a:lnTo>
                    <a:pt x="2721269" y="3186430"/>
                  </a:lnTo>
                  <a:lnTo>
                    <a:pt x="2712064" y="3180715"/>
                  </a:lnTo>
                  <a:lnTo>
                    <a:pt x="2704446" y="3176270"/>
                  </a:lnTo>
                  <a:lnTo>
                    <a:pt x="2697781" y="3171507"/>
                  </a:lnTo>
                  <a:lnTo>
                    <a:pt x="2692385" y="3167062"/>
                  </a:lnTo>
                  <a:close/>
                  <a:moveTo>
                    <a:pt x="3744614" y="3161665"/>
                  </a:moveTo>
                  <a:lnTo>
                    <a:pt x="3737949" y="3166745"/>
                  </a:lnTo>
                  <a:lnTo>
                    <a:pt x="3730648" y="3171507"/>
                  </a:lnTo>
                  <a:lnTo>
                    <a:pt x="3722713" y="3176587"/>
                  </a:lnTo>
                  <a:lnTo>
                    <a:pt x="3715095" y="3180715"/>
                  </a:lnTo>
                  <a:lnTo>
                    <a:pt x="3706524" y="3185160"/>
                  </a:lnTo>
                  <a:lnTo>
                    <a:pt x="3698907" y="3189287"/>
                  </a:lnTo>
                  <a:lnTo>
                    <a:pt x="3691289" y="3192780"/>
                  </a:lnTo>
                  <a:lnTo>
                    <a:pt x="3683671" y="3195320"/>
                  </a:lnTo>
                  <a:lnTo>
                    <a:pt x="3683671" y="3315018"/>
                  </a:lnTo>
                  <a:lnTo>
                    <a:pt x="3692558" y="3310573"/>
                  </a:lnTo>
                  <a:lnTo>
                    <a:pt x="3701128" y="3305810"/>
                  </a:lnTo>
                  <a:lnTo>
                    <a:pt x="3709381" y="3301048"/>
                  </a:lnTo>
                  <a:lnTo>
                    <a:pt x="3717634" y="3295968"/>
                  </a:lnTo>
                  <a:lnTo>
                    <a:pt x="3725252" y="3290570"/>
                  </a:lnTo>
                  <a:lnTo>
                    <a:pt x="3732235" y="3285490"/>
                  </a:lnTo>
                  <a:lnTo>
                    <a:pt x="3738901" y="3279775"/>
                  </a:lnTo>
                  <a:lnTo>
                    <a:pt x="3744614" y="3275013"/>
                  </a:lnTo>
                  <a:lnTo>
                    <a:pt x="3744614" y="3161665"/>
                  </a:lnTo>
                  <a:close/>
                  <a:moveTo>
                    <a:pt x="771525" y="3136900"/>
                  </a:moveTo>
                  <a:lnTo>
                    <a:pt x="805634" y="3143476"/>
                  </a:lnTo>
                  <a:lnTo>
                    <a:pt x="812009" y="3145042"/>
                  </a:lnTo>
                  <a:lnTo>
                    <a:pt x="818066" y="3146921"/>
                  </a:lnTo>
                  <a:lnTo>
                    <a:pt x="823167" y="3148486"/>
                  </a:lnTo>
                  <a:lnTo>
                    <a:pt x="827311" y="3150365"/>
                  </a:lnTo>
                  <a:lnTo>
                    <a:pt x="831455" y="3152557"/>
                  </a:lnTo>
                  <a:lnTo>
                    <a:pt x="835280" y="3155062"/>
                  </a:lnTo>
                  <a:lnTo>
                    <a:pt x="842612" y="3160072"/>
                  </a:lnTo>
                  <a:lnTo>
                    <a:pt x="845162" y="3162890"/>
                  </a:lnTo>
                  <a:lnTo>
                    <a:pt x="847075" y="3165082"/>
                  </a:lnTo>
                  <a:lnTo>
                    <a:pt x="848669" y="3167587"/>
                  </a:lnTo>
                  <a:lnTo>
                    <a:pt x="849944" y="3170092"/>
                  </a:lnTo>
                  <a:lnTo>
                    <a:pt x="850900" y="3172597"/>
                  </a:lnTo>
                  <a:lnTo>
                    <a:pt x="850900" y="3175416"/>
                  </a:lnTo>
                  <a:lnTo>
                    <a:pt x="850262" y="3177608"/>
                  </a:lnTo>
                  <a:lnTo>
                    <a:pt x="849625" y="3180426"/>
                  </a:lnTo>
                  <a:lnTo>
                    <a:pt x="848031" y="3182618"/>
                  </a:lnTo>
                  <a:lnTo>
                    <a:pt x="846437" y="3185123"/>
                  </a:lnTo>
                  <a:lnTo>
                    <a:pt x="844206" y="3187315"/>
                  </a:lnTo>
                  <a:lnTo>
                    <a:pt x="841656" y="3189820"/>
                  </a:lnTo>
                  <a:lnTo>
                    <a:pt x="838468" y="3191699"/>
                  </a:lnTo>
                  <a:lnTo>
                    <a:pt x="834961" y="3193577"/>
                  </a:lnTo>
                  <a:lnTo>
                    <a:pt x="831136" y="3195143"/>
                  </a:lnTo>
                  <a:lnTo>
                    <a:pt x="826992" y="3197022"/>
                  </a:lnTo>
                  <a:lnTo>
                    <a:pt x="820935" y="3198587"/>
                  </a:lnTo>
                  <a:lnTo>
                    <a:pt x="815197" y="3200153"/>
                  </a:lnTo>
                  <a:lnTo>
                    <a:pt x="808503" y="3201719"/>
                  </a:lnTo>
                  <a:lnTo>
                    <a:pt x="801171" y="3202971"/>
                  </a:lnTo>
                  <a:lnTo>
                    <a:pt x="787145" y="3204537"/>
                  </a:lnTo>
                  <a:lnTo>
                    <a:pt x="771525" y="3205163"/>
                  </a:lnTo>
                  <a:lnTo>
                    <a:pt x="771525" y="3136900"/>
                  </a:lnTo>
                  <a:close/>
                  <a:moveTo>
                    <a:pt x="200025" y="3117850"/>
                  </a:moveTo>
                  <a:lnTo>
                    <a:pt x="200343" y="3123582"/>
                  </a:lnTo>
                  <a:lnTo>
                    <a:pt x="201296" y="3129631"/>
                  </a:lnTo>
                  <a:lnTo>
                    <a:pt x="202567" y="3135044"/>
                  </a:lnTo>
                  <a:lnTo>
                    <a:pt x="204155" y="3141094"/>
                  </a:lnTo>
                  <a:lnTo>
                    <a:pt x="206061" y="3146507"/>
                  </a:lnTo>
                  <a:lnTo>
                    <a:pt x="208285" y="3152238"/>
                  </a:lnTo>
                  <a:lnTo>
                    <a:pt x="211144" y="3157651"/>
                  </a:lnTo>
                  <a:lnTo>
                    <a:pt x="214321" y="3163064"/>
                  </a:lnTo>
                  <a:lnTo>
                    <a:pt x="217816" y="3168795"/>
                  </a:lnTo>
                  <a:lnTo>
                    <a:pt x="221310" y="3173890"/>
                  </a:lnTo>
                  <a:lnTo>
                    <a:pt x="225758" y="3179303"/>
                  </a:lnTo>
                  <a:lnTo>
                    <a:pt x="230206" y="3184715"/>
                  </a:lnTo>
                  <a:lnTo>
                    <a:pt x="235289" y="3189810"/>
                  </a:lnTo>
                  <a:lnTo>
                    <a:pt x="240372" y="3194904"/>
                  </a:lnTo>
                  <a:lnTo>
                    <a:pt x="245773" y="3199999"/>
                  </a:lnTo>
                  <a:lnTo>
                    <a:pt x="251809" y="3205093"/>
                  </a:lnTo>
                  <a:lnTo>
                    <a:pt x="251809" y="3304436"/>
                  </a:lnTo>
                  <a:lnTo>
                    <a:pt x="254032" y="3306983"/>
                  </a:lnTo>
                  <a:lnTo>
                    <a:pt x="256574" y="3309531"/>
                  </a:lnTo>
                  <a:lnTo>
                    <a:pt x="263563" y="3315580"/>
                  </a:lnTo>
                  <a:lnTo>
                    <a:pt x="271823" y="3321948"/>
                  </a:lnTo>
                  <a:lnTo>
                    <a:pt x="281354" y="3328317"/>
                  </a:lnTo>
                  <a:lnTo>
                    <a:pt x="291520" y="3335003"/>
                  </a:lnTo>
                  <a:lnTo>
                    <a:pt x="302639" y="3340734"/>
                  </a:lnTo>
                  <a:lnTo>
                    <a:pt x="313758" y="3346784"/>
                  </a:lnTo>
                  <a:lnTo>
                    <a:pt x="324877" y="3351879"/>
                  </a:lnTo>
                  <a:lnTo>
                    <a:pt x="324877" y="3249352"/>
                  </a:lnTo>
                  <a:lnTo>
                    <a:pt x="341715" y="3256994"/>
                  </a:lnTo>
                  <a:lnTo>
                    <a:pt x="359505" y="3263999"/>
                  </a:lnTo>
                  <a:lnTo>
                    <a:pt x="377931" y="3270685"/>
                  </a:lnTo>
                  <a:lnTo>
                    <a:pt x="397311" y="3277053"/>
                  </a:lnTo>
                  <a:lnTo>
                    <a:pt x="397311" y="3378943"/>
                  </a:lnTo>
                  <a:lnTo>
                    <a:pt x="414783" y="3384038"/>
                  </a:lnTo>
                  <a:lnTo>
                    <a:pt x="432892" y="3388814"/>
                  </a:lnTo>
                  <a:lnTo>
                    <a:pt x="451318" y="3393590"/>
                  </a:lnTo>
                  <a:lnTo>
                    <a:pt x="470379" y="3397729"/>
                  </a:lnTo>
                  <a:lnTo>
                    <a:pt x="470379" y="3296476"/>
                  </a:lnTo>
                  <a:lnTo>
                    <a:pt x="488170" y="3300615"/>
                  </a:lnTo>
                  <a:lnTo>
                    <a:pt x="506278" y="3303799"/>
                  </a:lnTo>
                  <a:lnTo>
                    <a:pt x="524386" y="3306983"/>
                  </a:lnTo>
                  <a:lnTo>
                    <a:pt x="543448" y="3309849"/>
                  </a:lnTo>
                  <a:lnTo>
                    <a:pt x="543448" y="3410465"/>
                  </a:lnTo>
                  <a:lnTo>
                    <a:pt x="561238" y="3412694"/>
                  </a:lnTo>
                  <a:lnTo>
                    <a:pt x="579347" y="3415241"/>
                  </a:lnTo>
                  <a:lnTo>
                    <a:pt x="597455" y="3417152"/>
                  </a:lnTo>
                  <a:lnTo>
                    <a:pt x="615881" y="3418744"/>
                  </a:lnTo>
                  <a:lnTo>
                    <a:pt x="615881" y="3318446"/>
                  </a:lnTo>
                  <a:lnTo>
                    <a:pt x="634307" y="3320038"/>
                  </a:lnTo>
                  <a:lnTo>
                    <a:pt x="652415" y="3320993"/>
                  </a:lnTo>
                  <a:lnTo>
                    <a:pt x="670524" y="3321948"/>
                  </a:lnTo>
                  <a:lnTo>
                    <a:pt x="688950" y="3322585"/>
                  </a:lnTo>
                  <a:lnTo>
                    <a:pt x="688950" y="3422883"/>
                  </a:lnTo>
                  <a:lnTo>
                    <a:pt x="710235" y="3423520"/>
                  </a:lnTo>
                  <a:lnTo>
                    <a:pt x="732155" y="3423520"/>
                  </a:lnTo>
                  <a:lnTo>
                    <a:pt x="762018" y="3423201"/>
                  </a:lnTo>
                  <a:lnTo>
                    <a:pt x="762018" y="3322904"/>
                  </a:lnTo>
                  <a:lnTo>
                    <a:pt x="790928" y="3321948"/>
                  </a:lnTo>
                  <a:lnTo>
                    <a:pt x="818884" y="3320675"/>
                  </a:lnTo>
                  <a:lnTo>
                    <a:pt x="846524" y="3318446"/>
                  </a:lnTo>
                  <a:lnTo>
                    <a:pt x="873845" y="3315899"/>
                  </a:lnTo>
                  <a:lnTo>
                    <a:pt x="900531" y="3312715"/>
                  </a:lnTo>
                  <a:lnTo>
                    <a:pt x="926581" y="3309212"/>
                  </a:lnTo>
                  <a:lnTo>
                    <a:pt x="951996" y="3304755"/>
                  </a:lnTo>
                  <a:lnTo>
                    <a:pt x="976776" y="3299978"/>
                  </a:lnTo>
                  <a:lnTo>
                    <a:pt x="1000921" y="3294884"/>
                  </a:lnTo>
                  <a:lnTo>
                    <a:pt x="1023794" y="3289471"/>
                  </a:lnTo>
                  <a:lnTo>
                    <a:pt x="1046350" y="3283421"/>
                  </a:lnTo>
                  <a:lnTo>
                    <a:pt x="1067953" y="3277053"/>
                  </a:lnTo>
                  <a:lnTo>
                    <a:pt x="1088285" y="3270048"/>
                  </a:lnTo>
                  <a:lnTo>
                    <a:pt x="1108300" y="3263043"/>
                  </a:lnTo>
                  <a:lnTo>
                    <a:pt x="1126726" y="3255083"/>
                  </a:lnTo>
                  <a:lnTo>
                    <a:pt x="1144516" y="3247123"/>
                  </a:lnTo>
                  <a:lnTo>
                    <a:pt x="1144516" y="3349968"/>
                  </a:lnTo>
                  <a:lnTo>
                    <a:pt x="1152459" y="3346147"/>
                  </a:lnTo>
                  <a:lnTo>
                    <a:pt x="1159766" y="3342008"/>
                  </a:lnTo>
                  <a:lnTo>
                    <a:pt x="1167390" y="3337232"/>
                  </a:lnTo>
                  <a:lnTo>
                    <a:pt x="1175015" y="3332456"/>
                  </a:lnTo>
                  <a:lnTo>
                    <a:pt x="1182004" y="3327680"/>
                  </a:lnTo>
                  <a:lnTo>
                    <a:pt x="1188358" y="3322904"/>
                  </a:lnTo>
                  <a:lnTo>
                    <a:pt x="1194076" y="3318446"/>
                  </a:lnTo>
                  <a:lnTo>
                    <a:pt x="1199477" y="3313988"/>
                  </a:lnTo>
                  <a:lnTo>
                    <a:pt x="1199477" y="3215601"/>
                  </a:lnTo>
                  <a:lnTo>
                    <a:pt x="1206784" y="3209870"/>
                  </a:lnTo>
                  <a:lnTo>
                    <a:pt x="1213455" y="3204457"/>
                  </a:lnTo>
                  <a:lnTo>
                    <a:pt x="1220126" y="3198725"/>
                  </a:lnTo>
                  <a:lnTo>
                    <a:pt x="1226163" y="3192994"/>
                  </a:lnTo>
                  <a:lnTo>
                    <a:pt x="1232199" y="3186944"/>
                  </a:lnTo>
                  <a:lnTo>
                    <a:pt x="1237282" y="3181531"/>
                  </a:lnTo>
                  <a:lnTo>
                    <a:pt x="1242047" y="3175163"/>
                  </a:lnTo>
                  <a:lnTo>
                    <a:pt x="1246177" y="3169114"/>
                  </a:lnTo>
                  <a:lnTo>
                    <a:pt x="1250307" y="3162745"/>
                  </a:lnTo>
                  <a:lnTo>
                    <a:pt x="1253802" y="3157014"/>
                  </a:lnTo>
                  <a:lnTo>
                    <a:pt x="1256661" y="3150646"/>
                  </a:lnTo>
                  <a:lnTo>
                    <a:pt x="1258885" y="3144278"/>
                  </a:lnTo>
                  <a:lnTo>
                    <a:pt x="1260791" y="3137910"/>
                  </a:lnTo>
                  <a:lnTo>
                    <a:pt x="1262379" y="3131223"/>
                  </a:lnTo>
                  <a:lnTo>
                    <a:pt x="1263332" y="3124855"/>
                  </a:lnTo>
                  <a:lnTo>
                    <a:pt x="1263650" y="3118169"/>
                  </a:lnTo>
                  <a:lnTo>
                    <a:pt x="1263650" y="3251581"/>
                  </a:lnTo>
                  <a:lnTo>
                    <a:pt x="1263332" y="3251899"/>
                  </a:lnTo>
                  <a:lnTo>
                    <a:pt x="1263332" y="3255720"/>
                  </a:lnTo>
                  <a:lnTo>
                    <a:pt x="1263015" y="3259859"/>
                  </a:lnTo>
                  <a:lnTo>
                    <a:pt x="1262379" y="3264635"/>
                  </a:lnTo>
                  <a:lnTo>
                    <a:pt x="1261426" y="3269730"/>
                  </a:lnTo>
                  <a:lnTo>
                    <a:pt x="1260155" y="3274506"/>
                  </a:lnTo>
                  <a:lnTo>
                    <a:pt x="1258567" y="3279600"/>
                  </a:lnTo>
                  <a:lnTo>
                    <a:pt x="1256661" y="3284377"/>
                  </a:lnTo>
                  <a:lnTo>
                    <a:pt x="1254119" y="3289153"/>
                  </a:lnTo>
                  <a:lnTo>
                    <a:pt x="1251896" y="3294247"/>
                  </a:lnTo>
                  <a:lnTo>
                    <a:pt x="1248719" y="3299023"/>
                  </a:lnTo>
                  <a:lnTo>
                    <a:pt x="1245542" y="3303162"/>
                  </a:lnTo>
                  <a:lnTo>
                    <a:pt x="1242365" y="3307939"/>
                  </a:lnTo>
                  <a:lnTo>
                    <a:pt x="1238552" y="3312715"/>
                  </a:lnTo>
                  <a:lnTo>
                    <a:pt x="1234423" y="3317172"/>
                  </a:lnTo>
                  <a:lnTo>
                    <a:pt x="1225845" y="3326088"/>
                  </a:lnTo>
                  <a:lnTo>
                    <a:pt x="1215997" y="3335003"/>
                  </a:lnTo>
                  <a:lnTo>
                    <a:pt x="1204877" y="3343600"/>
                  </a:lnTo>
                  <a:lnTo>
                    <a:pt x="1192488" y="3351879"/>
                  </a:lnTo>
                  <a:lnTo>
                    <a:pt x="1179462" y="3360157"/>
                  </a:lnTo>
                  <a:lnTo>
                    <a:pt x="1165802" y="3367799"/>
                  </a:lnTo>
                  <a:lnTo>
                    <a:pt x="1150870" y="3375122"/>
                  </a:lnTo>
                  <a:lnTo>
                    <a:pt x="1134986" y="3382764"/>
                  </a:lnTo>
                  <a:lnTo>
                    <a:pt x="1118466" y="3389769"/>
                  </a:lnTo>
                  <a:lnTo>
                    <a:pt x="1100993" y="3396137"/>
                  </a:lnTo>
                  <a:lnTo>
                    <a:pt x="1082567" y="3402824"/>
                  </a:lnTo>
                  <a:lnTo>
                    <a:pt x="1063506" y="3408873"/>
                  </a:lnTo>
                  <a:lnTo>
                    <a:pt x="1043491" y="3414286"/>
                  </a:lnTo>
                  <a:lnTo>
                    <a:pt x="1022841" y="3420017"/>
                  </a:lnTo>
                  <a:lnTo>
                    <a:pt x="1001874" y="3424794"/>
                  </a:lnTo>
                  <a:lnTo>
                    <a:pt x="979953" y="3429570"/>
                  </a:lnTo>
                  <a:lnTo>
                    <a:pt x="957397" y="3433709"/>
                  </a:lnTo>
                  <a:lnTo>
                    <a:pt x="934524" y="3437848"/>
                  </a:lnTo>
                  <a:lnTo>
                    <a:pt x="910697" y="3441032"/>
                  </a:lnTo>
                  <a:lnTo>
                    <a:pt x="886235" y="3444216"/>
                  </a:lnTo>
                  <a:lnTo>
                    <a:pt x="861773" y="3446764"/>
                  </a:lnTo>
                  <a:lnTo>
                    <a:pt x="836675" y="3448992"/>
                  </a:lnTo>
                  <a:lnTo>
                    <a:pt x="810942" y="3450584"/>
                  </a:lnTo>
                  <a:lnTo>
                    <a:pt x="784892" y="3451540"/>
                  </a:lnTo>
                  <a:lnTo>
                    <a:pt x="758841" y="3452495"/>
                  </a:lnTo>
                  <a:lnTo>
                    <a:pt x="732155" y="3452813"/>
                  </a:lnTo>
                  <a:lnTo>
                    <a:pt x="704834" y="3452495"/>
                  </a:lnTo>
                  <a:lnTo>
                    <a:pt x="677513" y="3451540"/>
                  </a:lnTo>
                  <a:lnTo>
                    <a:pt x="651145" y="3450584"/>
                  </a:lnTo>
                  <a:lnTo>
                    <a:pt x="625094" y="3448356"/>
                  </a:lnTo>
                  <a:lnTo>
                    <a:pt x="599361" y="3446445"/>
                  </a:lnTo>
                  <a:lnTo>
                    <a:pt x="574264" y="3443579"/>
                  </a:lnTo>
                  <a:lnTo>
                    <a:pt x="549484" y="3440395"/>
                  </a:lnTo>
                  <a:lnTo>
                    <a:pt x="525339" y="3436893"/>
                  </a:lnTo>
                  <a:lnTo>
                    <a:pt x="501513" y="3433072"/>
                  </a:lnTo>
                  <a:lnTo>
                    <a:pt x="478639" y="3428296"/>
                  </a:lnTo>
                  <a:lnTo>
                    <a:pt x="456718" y="3423520"/>
                  </a:lnTo>
                  <a:lnTo>
                    <a:pt x="434798" y="3418425"/>
                  </a:lnTo>
                  <a:lnTo>
                    <a:pt x="413830" y="3412694"/>
                  </a:lnTo>
                  <a:lnTo>
                    <a:pt x="394134" y="3406963"/>
                  </a:lnTo>
                  <a:lnTo>
                    <a:pt x="374755" y="3400595"/>
                  </a:lnTo>
                  <a:lnTo>
                    <a:pt x="356329" y="3393908"/>
                  </a:lnTo>
                  <a:lnTo>
                    <a:pt x="338538" y="3386585"/>
                  </a:lnTo>
                  <a:lnTo>
                    <a:pt x="322018" y="3379580"/>
                  </a:lnTo>
                  <a:lnTo>
                    <a:pt x="306134" y="3372257"/>
                  </a:lnTo>
                  <a:lnTo>
                    <a:pt x="291520" y="3364296"/>
                  </a:lnTo>
                  <a:lnTo>
                    <a:pt x="277542" y="3356018"/>
                  </a:lnTo>
                  <a:lnTo>
                    <a:pt x="264834" y="3347421"/>
                  </a:lnTo>
                  <a:lnTo>
                    <a:pt x="253079" y="3338824"/>
                  </a:lnTo>
                  <a:lnTo>
                    <a:pt x="242278" y="3330227"/>
                  </a:lnTo>
                  <a:lnTo>
                    <a:pt x="237513" y="3325451"/>
                  </a:lnTo>
                  <a:lnTo>
                    <a:pt x="232747" y="3320675"/>
                  </a:lnTo>
                  <a:lnTo>
                    <a:pt x="228617" y="3316217"/>
                  </a:lnTo>
                  <a:lnTo>
                    <a:pt x="224487" y="3311441"/>
                  </a:lnTo>
                  <a:lnTo>
                    <a:pt x="220993" y="3306983"/>
                  </a:lnTo>
                  <a:lnTo>
                    <a:pt x="217498" y="3302207"/>
                  </a:lnTo>
                  <a:lnTo>
                    <a:pt x="214321" y="3297431"/>
                  </a:lnTo>
                  <a:lnTo>
                    <a:pt x="211462" y="3292337"/>
                  </a:lnTo>
                  <a:lnTo>
                    <a:pt x="208921" y="3287561"/>
                  </a:lnTo>
                  <a:lnTo>
                    <a:pt x="206697" y="3282148"/>
                  </a:lnTo>
                  <a:lnTo>
                    <a:pt x="204791" y="3277690"/>
                  </a:lnTo>
                  <a:lnTo>
                    <a:pt x="203202" y="3272277"/>
                  </a:lnTo>
                  <a:lnTo>
                    <a:pt x="201931" y="3267183"/>
                  </a:lnTo>
                  <a:lnTo>
                    <a:pt x="201296" y="3262088"/>
                  </a:lnTo>
                  <a:lnTo>
                    <a:pt x="200978" y="3256994"/>
                  </a:lnTo>
                  <a:lnTo>
                    <a:pt x="200343" y="3251899"/>
                  </a:lnTo>
                  <a:lnTo>
                    <a:pt x="200025" y="3251899"/>
                  </a:lnTo>
                  <a:lnTo>
                    <a:pt x="200025" y="3117850"/>
                  </a:lnTo>
                  <a:close/>
                  <a:moveTo>
                    <a:pt x="1263332" y="3111818"/>
                  </a:moveTo>
                  <a:lnTo>
                    <a:pt x="1263650" y="3117533"/>
                  </a:lnTo>
                  <a:lnTo>
                    <a:pt x="1263332" y="3119438"/>
                  </a:lnTo>
                  <a:lnTo>
                    <a:pt x="1263332" y="3116263"/>
                  </a:lnTo>
                  <a:lnTo>
                    <a:pt x="1263332" y="3111818"/>
                  </a:lnTo>
                  <a:close/>
                  <a:moveTo>
                    <a:pt x="1263253" y="3110548"/>
                  </a:moveTo>
                  <a:lnTo>
                    <a:pt x="1263332" y="3111183"/>
                  </a:lnTo>
                  <a:lnTo>
                    <a:pt x="1263332" y="3111818"/>
                  </a:lnTo>
                  <a:lnTo>
                    <a:pt x="1263253" y="3110548"/>
                  </a:lnTo>
                  <a:close/>
                  <a:moveTo>
                    <a:pt x="1892592" y="3107220"/>
                  </a:moveTo>
                  <a:lnTo>
                    <a:pt x="1892592" y="3210034"/>
                  </a:lnTo>
                  <a:lnTo>
                    <a:pt x="1913877" y="3210983"/>
                  </a:lnTo>
                  <a:lnTo>
                    <a:pt x="1935480" y="3210983"/>
                  </a:lnTo>
                  <a:lnTo>
                    <a:pt x="1965343" y="3210667"/>
                  </a:lnTo>
                  <a:lnTo>
                    <a:pt x="1965343" y="3107537"/>
                  </a:lnTo>
                  <a:lnTo>
                    <a:pt x="1935480" y="3107853"/>
                  </a:lnTo>
                  <a:lnTo>
                    <a:pt x="1913877" y="3107853"/>
                  </a:lnTo>
                  <a:lnTo>
                    <a:pt x="1892592" y="3107220"/>
                  </a:lnTo>
                  <a:close/>
                  <a:moveTo>
                    <a:pt x="200819" y="3107046"/>
                  </a:moveTo>
                  <a:lnTo>
                    <a:pt x="200378" y="3110133"/>
                  </a:lnTo>
                  <a:lnTo>
                    <a:pt x="200025" y="3115072"/>
                  </a:lnTo>
                  <a:lnTo>
                    <a:pt x="200025" y="3110751"/>
                  </a:lnTo>
                  <a:lnTo>
                    <a:pt x="200819" y="3107046"/>
                  </a:lnTo>
                  <a:close/>
                  <a:moveTo>
                    <a:pt x="2489519" y="3103562"/>
                  </a:moveTo>
                  <a:lnTo>
                    <a:pt x="2490471" y="3109906"/>
                  </a:lnTo>
                  <a:lnTo>
                    <a:pt x="2490788" y="3116568"/>
                  </a:lnTo>
                  <a:lnTo>
                    <a:pt x="2490788" y="3252652"/>
                  </a:lnTo>
                  <a:lnTo>
                    <a:pt x="2490471" y="3252969"/>
                  </a:lnTo>
                  <a:lnTo>
                    <a:pt x="2489836" y="3260899"/>
                  </a:lnTo>
                  <a:lnTo>
                    <a:pt x="2489519" y="3265657"/>
                  </a:lnTo>
                  <a:lnTo>
                    <a:pt x="2488250" y="3270733"/>
                  </a:lnTo>
                  <a:lnTo>
                    <a:pt x="2487298" y="3275491"/>
                  </a:lnTo>
                  <a:lnTo>
                    <a:pt x="2485711" y="3280566"/>
                  </a:lnTo>
                  <a:lnTo>
                    <a:pt x="2483490" y="3285325"/>
                  </a:lnTo>
                  <a:lnTo>
                    <a:pt x="2481269" y="3290083"/>
                  </a:lnTo>
                  <a:lnTo>
                    <a:pt x="2479048" y="3294841"/>
                  </a:lnTo>
                  <a:lnTo>
                    <a:pt x="2475874" y="3299599"/>
                  </a:lnTo>
                  <a:lnTo>
                    <a:pt x="2472701" y="3304357"/>
                  </a:lnTo>
                  <a:lnTo>
                    <a:pt x="2469528" y="3309115"/>
                  </a:lnTo>
                  <a:lnTo>
                    <a:pt x="2465403" y="3313874"/>
                  </a:lnTo>
                  <a:lnTo>
                    <a:pt x="2461595" y="3317997"/>
                  </a:lnTo>
                  <a:lnTo>
                    <a:pt x="2453028" y="3327196"/>
                  </a:lnTo>
                  <a:lnTo>
                    <a:pt x="2443191" y="3335761"/>
                  </a:lnTo>
                  <a:lnTo>
                    <a:pt x="2432086" y="3344643"/>
                  </a:lnTo>
                  <a:lnTo>
                    <a:pt x="2419710" y="3352891"/>
                  </a:lnTo>
                  <a:lnTo>
                    <a:pt x="2406701" y="3360504"/>
                  </a:lnTo>
                  <a:lnTo>
                    <a:pt x="2393056" y="3368434"/>
                  </a:lnTo>
                  <a:lnTo>
                    <a:pt x="2378143" y="3376047"/>
                  </a:lnTo>
                  <a:lnTo>
                    <a:pt x="2362277" y="3383660"/>
                  </a:lnTo>
                  <a:lnTo>
                    <a:pt x="2345777" y="3390322"/>
                  </a:lnTo>
                  <a:lnTo>
                    <a:pt x="2328325" y="3396983"/>
                  </a:lnTo>
                  <a:lnTo>
                    <a:pt x="2309921" y="3403327"/>
                  </a:lnTo>
                  <a:lnTo>
                    <a:pt x="2290882" y="3409671"/>
                  </a:lnTo>
                  <a:lnTo>
                    <a:pt x="2270892" y="3415064"/>
                  </a:lnTo>
                  <a:lnTo>
                    <a:pt x="2250267" y="3420139"/>
                  </a:lnTo>
                  <a:lnTo>
                    <a:pt x="2229324" y="3425215"/>
                  </a:lnTo>
                  <a:lnTo>
                    <a:pt x="2207430" y="3429973"/>
                  </a:lnTo>
                  <a:lnTo>
                    <a:pt x="2184901" y="3434414"/>
                  </a:lnTo>
                  <a:lnTo>
                    <a:pt x="2162054" y="3437903"/>
                  </a:lnTo>
                  <a:lnTo>
                    <a:pt x="2138256" y="3441393"/>
                  </a:lnTo>
                  <a:lnTo>
                    <a:pt x="2113823" y="3444565"/>
                  </a:lnTo>
                  <a:lnTo>
                    <a:pt x="2089390" y="3447102"/>
                  </a:lnTo>
                  <a:lnTo>
                    <a:pt x="2064323" y="3449006"/>
                  </a:lnTo>
                  <a:lnTo>
                    <a:pt x="2038621" y="3450909"/>
                  </a:lnTo>
                  <a:lnTo>
                    <a:pt x="2012601" y="3452178"/>
                  </a:lnTo>
                  <a:lnTo>
                    <a:pt x="1986582" y="3452812"/>
                  </a:lnTo>
                  <a:lnTo>
                    <a:pt x="1959928" y="3452812"/>
                  </a:lnTo>
                  <a:lnTo>
                    <a:pt x="1932639" y="3452812"/>
                  </a:lnTo>
                  <a:lnTo>
                    <a:pt x="1905350" y="3452178"/>
                  </a:lnTo>
                  <a:lnTo>
                    <a:pt x="1879014" y="3450592"/>
                  </a:lnTo>
                  <a:lnTo>
                    <a:pt x="1852994" y="3449006"/>
                  </a:lnTo>
                  <a:lnTo>
                    <a:pt x="1827292" y="3446468"/>
                  </a:lnTo>
                  <a:lnTo>
                    <a:pt x="1802224" y="3443930"/>
                  </a:lnTo>
                  <a:lnTo>
                    <a:pt x="1777157" y="3441075"/>
                  </a:lnTo>
                  <a:lnTo>
                    <a:pt x="1753359" y="3437269"/>
                  </a:lnTo>
                  <a:lnTo>
                    <a:pt x="1729560" y="3433145"/>
                  </a:lnTo>
                  <a:lnTo>
                    <a:pt x="1706714" y="3428704"/>
                  </a:lnTo>
                  <a:lnTo>
                    <a:pt x="1684502" y="3424263"/>
                  </a:lnTo>
                  <a:lnTo>
                    <a:pt x="1662925" y="3418871"/>
                  </a:lnTo>
                  <a:lnTo>
                    <a:pt x="1641983" y="3413478"/>
                  </a:lnTo>
                  <a:lnTo>
                    <a:pt x="1622309" y="3407134"/>
                  </a:lnTo>
                  <a:lnTo>
                    <a:pt x="1602953" y="3400790"/>
                  </a:lnTo>
                  <a:lnTo>
                    <a:pt x="1584549" y="3394445"/>
                  </a:lnTo>
                  <a:lnTo>
                    <a:pt x="1566780" y="3387467"/>
                  </a:lnTo>
                  <a:lnTo>
                    <a:pt x="1550280" y="3380488"/>
                  </a:lnTo>
                  <a:lnTo>
                    <a:pt x="1534414" y="3372558"/>
                  </a:lnTo>
                  <a:lnTo>
                    <a:pt x="1519501" y="3364945"/>
                  </a:lnTo>
                  <a:lnTo>
                    <a:pt x="1505539" y="3356697"/>
                  </a:lnTo>
                  <a:lnTo>
                    <a:pt x="1493164" y="3348450"/>
                  </a:lnTo>
                  <a:lnTo>
                    <a:pt x="1481106" y="3339885"/>
                  </a:lnTo>
                  <a:lnTo>
                    <a:pt x="1470635" y="3330686"/>
                  </a:lnTo>
                  <a:lnTo>
                    <a:pt x="1465875" y="3326245"/>
                  </a:lnTo>
                  <a:lnTo>
                    <a:pt x="1461116" y="3321487"/>
                  </a:lnTo>
                  <a:lnTo>
                    <a:pt x="1456673" y="3317363"/>
                  </a:lnTo>
                  <a:lnTo>
                    <a:pt x="1452866" y="3312605"/>
                  </a:lnTo>
                  <a:lnTo>
                    <a:pt x="1449375" y="3307847"/>
                  </a:lnTo>
                  <a:lnTo>
                    <a:pt x="1445885" y="3303088"/>
                  </a:lnTo>
                  <a:lnTo>
                    <a:pt x="1442712" y="3298013"/>
                  </a:lnTo>
                  <a:lnTo>
                    <a:pt x="1439856" y="3293255"/>
                  </a:lnTo>
                  <a:lnTo>
                    <a:pt x="1437000" y="3288497"/>
                  </a:lnTo>
                  <a:lnTo>
                    <a:pt x="1435096" y="3283421"/>
                  </a:lnTo>
                  <a:lnTo>
                    <a:pt x="1433192" y="3278346"/>
                  </a:lnTo>
                  <a:lnTo>
                    <a:pt x="1431606" y="3273588"/>
                  </a:lnTo>
                  <a:lnTo>
                    <a:pt x="1430337" y="3268512"/>
                  </a:lnTo>
                  <a:lnTo>
                    <a:pt x="1429702" y="3263437"/>
                  </a:lnTo>
                  <a:lnTo>
                    <a:pt x="1429385" y="3258044"/>
                  </a:lnTo>
                  <a:lnTo>
                    <a:pt x="1428750" y="3252969"/>
                  </a:lnTo>
                  <a:lnTo>
                    <a:pt x="1428750" y="3155268"/>
                  </a:lnTo>
                  <a:lnTo>
                    <a:pt x="1438269" y="3162881"/>
                  </a:lnTo>
                  <a:lnTo>
                    <a:pt x="1449058" y="3170177"/>
                  </a:lnTo>
                  <a:lnTo>
                    <a:pt x="1459846" y="3177473"/>
                  </a:lnTo>
                  <a:lnTo>
                    <a:pt x="1471270" y="3184134"/>
                  </a:lnTo>
                  <a:lnTo>
                    <a:pt x="1483645" y="3190795"/>
                  </a:lnTo>
                  <a:lnTo>
                    <a:pt x="1496337" y="3197140"/>
                  </a:lnTo>
                  <a:lnTo>
                    <a:pt x="1509347" y="3203484"/>
                  </a:lnTo>
                  <a:lnTo>
                    <a:pt x="1522674" y="3209194"/>
                  </a:lnTo>
                  <a:lnTo>
                    <a:pt x="1536953" y="3215221"/>
                  </a:lnTo>
                  <a:lnTo>
                    <a:pt x="1550915" y="3220613"/>
                  </a:lnTo>
                  <a:lnTo>
                    <a:pt x="1566145" y="3226006"/>
                  </a:lnTo>
                  <a:lnTo>
                    <a:pt x="1581376" y="3231081"/>
                  </a:lnTo>
                  <a:lnTo>
                    <a:pt x="1597242" y="3235839"/>
                  </a:lnTo>
                  <a:lnTo>
                    <a:pt x="1612790" y="3240598"/>
                  </a:lnTo>
                  <a:lnTo>
                    <a:pt x="1628973" y="3244721"/>
                  </a:lnTo>
                  <a:lnTo>
                    <a:pt x="1646108" y="3248845"/>
                  </a:lnTo>
                  <a:lnTo>
                    <a:pt x="1662608" y="3252652"/>
                  </a:lnTo>
                  <a:lnTo>
                    <a:pt x="1680060" y="3256141"/>
                  </a:lnTo>
                  <a:lnTo>
                    <a:pt x="1697195" y="3259313"/>
                  </a:lnTo>
                  <a:lnTo>
                    <a:pt x="1714964" y="3262485"/>
                  </a:lnTo>
                  <a:lnTo>
                    <a:pt x="1732733" y="3265657"/>
                  </a:lnTo>
                  <a:lnTo>
                    <a:pt x="1750820" y="3268195"/>
                  </a:lnTo>
                  <a:lnTo>
                    <a:pt x="1768907" y="3270416"/>
                  </a:lnTo>
                  <a:lnTo>
                    <a:pt x="1786993" y="3272636"/>
                  </a:lnTo>
                  <a:lnTo>
                    <a:pt x="1805715" y="3274857"/>
                  </a:lnTo>
                  <a:lnTo>
                    <a:pt x="1824119" y="3276443"/>
                  </a:lnTo>
                  <a:lnTo>
                    <a:pt x="1842840" y="3277394"/>
                  </a:lnTo>
                  <a:lnTo>
                    <a:pt x="1861561" y="3278663"/>
                  </a:lnTo>
                  <a:lnTo>
                    <a:pt x="1880283" y="3279615"/>
                  </a:lnTo>
                  <a:lnTo>
                    <a:pt x="1898687" y="3280249"/>
                  </a:lnTo>
                  <a:lnTo>
                    <a:pt x="1917725" y="3280566"/>
                  </a:lnTo>
                  <a:lnTo>
                    <a:pt x="1936129" y="3280566"/>
                  </a:lnTo>
                  <a:lnTo>
                    <a:pt x="1958658" y="3280566"/>
                  </a:lnTo>
                  <a:lnTo>
                    <a:pt x="1981187" y="3280249"/>
                  </a:lnTo>
                  <a:lnTo>
                    <a:pt x="2003399" y="3278980"/>
                  </a:lnTo>
                  <a:lnTo>
                    <a:pt x="2025928" y="3278029"/>
                  </a:lnTo>
                  <a:lnTo>
                    <a:pt x="2048140" y="3276443"/>
                  </a:lnTo>
                  <a:lnTo>
                    <a:pt x="2070034" y="3274222"/>
                  </a:lnTo>
                  <a:lnTo>
                    <a:pt x="2092246" y="3272002"/>
                  </a:lnTo>
                  <a:lnTo>
                    <a:pt x="2114458" y="3269464"/>
                  </a:lnTo>
                  <a:lnTo>
                    <a:pt x="2135718" y="3266609"/>
                  </a:lnTo>
                  <a:lnTo>
                    <a:pt x="2157295" y="3263437"/>
                  </a:lnTo>
                  <a:lnTo>
                    <a:pt x="2178237" y="3259313"/>
                  </a:lnTo>
                  <a:lnTo>
                    <a:pt x="2198545" y="3255507"/>
                  </a:lnTo>
                  <a:lnTo>
                    <a:pt x="2219170" y="3251066"/>
                  </a:lnTo>
                  <a:lnTo>
                    <a:pt x="2239161" y="3246307"/>
                  </a:lnTo>
                  <a:lnTo>
                    <a:pt x="2258517" y="3241232"/>
                  </a:lnTo>
                  <a:lnTo>
                    <a:pt x="2277555" y="3235839"/>
                  </a:lnTo>
                  <a:lnTo>
                    <a:pt x="2295959" y="3230130"/>
                  </a:lnTo>
                  <a:lnTo>
                    <a:pt x="2314046" y="3223785"/>
                  </a:lnTo>
                  <a:lnTo>
                    <a:pt x="2331498" y="3217441"/>
                  </a:lnTo>
                  <a:lnTo>
                    <a:pt x="2348316" y="3210780"/>
                  </a:lnTo>
                  <a:lnTo>
                    <a:pt x="2364498" y="3203801"/>
                  </a:lnTo>
                  <a:lnTo>
                    <a:pt x="2380047" y="3196188"/>
                  </a:lnTo>
                  <a:lnTo>
                    <a:pt x="2394643" y="3188575"/>
                  </a:lnTo>
                  <a:lnTo>
                    <a:pt x="2408605" y="3180645"/>
                  </a:lnTo>
                  <a:lnTo>
                    <a:pt x="2422249" y="3171763"/>
                  </a:lnTo>
                  <a:lnTo>
                    <a:pt x="2434307" y="3163198"/>
                  </a:lnTo>
                  <a:lnTo>
                    <a:pt x="2445730" y="3153999"/>
                  </a:lnTo>
                  <a:lnTo>
                    <a:pt x="2456518" y="3144800"/>
                  </a:lnTo>
                  <a:lnTo>
                    <a:pt x="2466355" y="3134966"/>
                  </a:lnTo>
                  <a:lnTo>
                    <a:pt x="2471115" y="3129574"/>
                  </a:lnTo>
                  <a:lnTo>
                    <a:pt x="2474922" y="3124498"/>
                  </a:lnTo>
                  <a:lnTo>
                    <a:pt x="2479365" y="3119423"/>
                  </a:lnTo>
                  <a:lnTo>
                    <a:pt x="2482855" y="3114347"/>
                  </a:lnTo>
                  <a:lnTo>
                    <a:pt x="2486346" y="3108955"/>
                  </a:lnTo>
                  <a:lnTo>
                    <a:pt x="2489519" y="3103562"/>
                  </a:lnTo>
                  <a:close/>
                  <a:moveTo>
                    <a:pt x="201789" y="3100564"/>
                  </a:moveTo>
                  <a:lnTo>
                    <a:pt x="201084" y="3105812"/>
                  </a:lnTo>
                  <a:lnTo>
                    <a:pt x="200819" y="3107046"/>
                  </a:lnTo>
                  <a:lnTo>
                    <a:pt x="201084" y="3105194"/>
                  </a:lnTo>
                  <a:lnTo>
                    <a:pt x="201789" y="3100564"/>
                  </a:lnTo>
                  <a:close/>
                  <a:moveTo>
                    <a:pt x="1260475" y="3095625"/>
                  </a:moveTo>
                  <a:lnTo>
                    <a:pt x="1262062" y="3101340"/>
                  </a:lnTo>
                  <a:lnTo>
                    <a:pt x="1263015" y="3106738"/>
                  </a:lnTo>
                  <a:lnTo>
                    <a:pt x="1263253" y="3110548"/>
                  </a:lnTo>
                  <a:lnTo>
                    <a:pt x="1262698" y="3106103"/>
                  </a:lnTo>
                  <a:lnTo>
                    <a:pt x="1261745" y="3100705"/>
                  </a:lnTo>
                  <a:lnTo>
                    <a:pt x="1260475" y="3095625"/>
                  </a:lnTo>
                  <a:close/>
                  <a:moveTo>
                    <a:pt x="1746773" y="3094566"/>
                  </a:moveTo>
                  <a:lnTo>
                    <a:pt x="1746773" y="3198013"/>
                  </a:lnTo>
                  <a:lnTo>
                    <a:pt x="1764563" y="3200227"/>
                  </a:lnTo>
                  <a:lnTo>
                    <a:pt x="1782671" y="3202758"/>
                  </a:lnTo>
                  <a:lnTo>
                    <a:pt x="1800780" y="3204656"/>
                  </a:lnTo>
                  <a:lnTo>
                    <a:pt x="1819841" y="3206238"/>
                  </a:lnTo>
                  <a:lnTo>
                    <a:pt x="1819841" y="3102791"/>
                  </a:lnTo>
                  <a:lnTo>
                    <a:pt x="1800780" y="3101210"/>
                  </a:lnTo>
                  <a:lnTo>
                    <a:pt x="1782671" y="3099312"/>
                  </a:lnTo>
                  <a:lnTo>
                    <a:pt x="1764563" y="3097097"/>
                  </a:lnTo>
                  <a:lnTo>
                    <a:pt x="1746773" y="3094566"/>
                  </a:lnTo>
                  <a:close/>
                  <a:moveTo>
                    <a:pt x="1600953" y="3061666"/>
                  </a:moveTo>
                  <a:lnTo>
                    <a:pt x="1600953" y="3166378"/>
                  </a:lnTo>
                  <a:lnTo>
                    <a:pt x="1618744" y="3171756"/>
                  </a:lnTo>
                  <a:lnTo>
                    <a:pt x="1636217" y="3176501"/>
                  </a:lnTo>
                  <a:lnTo>
                    <a:pt x="1654960" y="3180930"/>
                  </a:lnTo>
                  <a:lnTo>
                    <a:pt x="1673704" y="3185042"/>
                  </a:lnTo>
                  <a:lnTo>
                    <a:pt x="1673704" y="3080963"/>
                  </a:lnTo>
                  <a:lnTo>
                    <a:pt x="1654960" y="3076534"/>
                  </a:lnTo>
                  <a:lnTo>
                    <a:pt x="1636217" y="3071789"/>
                  </a:lnTo>
                  <a:lnTo>
                    <a:pt x="1618108" y="3066728"/>
                  </a:lnTo>
                  <a:lnTo>
                    <a:pt x="1600953" y="3061666"/>
                  </a:lnTo>
                  <a:close/>
                  <a:moveTo>
                    <a:pt x="3151360" y="3046095"/>
                  </a:moveTo>
                  <a:lnTo>
                    <a:pt x="3151360" y="3160713"/>
                  </a:lnTo>
                  <a:lnTo>
                    <a:pt x="3174848" y="3161665"/>
                  </a:lnTo>
                  <a:lnTo>
                    <a:pt x="3198972" y="3161665"/>
                  </a:lnTo>
                  <a:lnTo>
                    <a:pt x="3231983" y="3161348"/>
                  </a:lnTo>
                  <a:lnTo>
                    <a:pt x="3231983" y="3046413"/>
                  </a:lnTo>
                  <a:lnTo>
                    <a:pt x="3198972" y="3046730"/>
                  </a:lnTo>
                  <a:lnTo>
                    <a:pt x="3174848" y="3046413"/>
                  </a:lnTo>
                  <a:lnTo>
                    <a:pt x="3151360" y="3046095"/>
                  </a:lnTo>
                  <a:close/>
                  <a:moveTo>
                    <a:pt x="3815080" y="3040062"/>
                  </a:moveTo>
                  <a:lnTo>
                    <a:pt x="3816033" y="3047365"/>
                  </a:lnTo>
                  <a:lnTo>
                    <a:pt x="3816350" y="3054985"/>
                  </a:lnTo>
                  <a:lnTo>
                    <a:pt x="3816350" y="3206115"/>
                  </a:lnTo>
                  <a:lnTo>
                    <a:pt x="3816033" y="3206432"/>
                  </a:lnTo>
                  <a:lnTo>
                    <a:pt x="3815398" y="3214687"/>
                  </a:lnTo>
                  <a:lnTo>
                    <a:pt x="3814763" y="3220720"/>
                  </a:lnTo>
                  <a:lnTo>
                    <a:pt x="3813493" y="3226117"/>
                  </a:lnTo>
                  <a:lnTo>
                    <a:pt x="3811906" y="3231197"/>
                  </a:lnTo>
                  <a:lnTo>
                    <a:pt x="3810319" y="3236912"/>
                  </a:lnTo>
                  <a:lnTo>
                    <a:pt x="3808097" y="3242310"/>
                  </a:lnTo>
                  <a:lnTo>
                    <a:pt x="3805558" y="3248025"/>
                  </a:lnTo>
                  <a:lnTo>
                    <a:pt x="3803019" y="3253105"/>
                  </a:lnTo>
                  <a:lnTo>
                    <a:pt x="3799844" y="3258185"/>
                  </a:lnTo>
                  <a:lnTo>
                    <a:pt x="3796036" y="3263583"/>
                  </a:lnTo>
                  <a:lnTo>
                    <a:pt x="3792226" y="3268663"/>
                  </a:lnTo>
                  <a:lnTo>
                    <a:pt x="3788418" y="3274060"/>
                  </a:lnTo>
                  <a:lnTo>
                    <a:pt x="3783974" y="3278823"/>
                  </a:lnTo>
                  <a:lnTo>
                    <a:pt x="3779212" y="3283903"/>
                  </a:lnTo>
                  <a:lnTo>
                    <a:pt x="3774134" y="3288983"/>
                  </a:lnTo>
                  <a:lnTo>
                    <a:pt x="3768420" y="3293745"/>
                  </a:lnTo>
                  <a:lnTo>
                    <a:pt x="3763024" y="3298508"/>
                  </a:lnTo>
                  <a:lnTo>
                    <a:pt x="3750963" y="3307715"/>
                  </a:lnTo>
                  <a:lnTo>
                    <a:pt x="3737314" y="3317240"/>
                  </a:lnTo>
                  <a:lnTo>
                    <a:pt x="3722713" y="3326448"/>
                  </a:lnTo>
                  <a:lnTo>
                    <a:pt x="3707477" y="3335020"/>
                  </a:lnTo>
                  <a:lnTo>
                    <a:pt x="3690971" y="3343275"/>
                  </a:lnTo>
                  <a:lnTo>
                    <a:pt x="3673513" y="3351213"/>
                  </a:lnTo>
                  <a:lnTo>
                    <a:pt x="3655103" y="3359150"/>
                  </a:lnTo>
                  <a:lnTo>
                    <a:pt x="3635424" y="3366770"/>
                  </a:lnTo>
                  <a:lnTo>
                    <a:pt x="3615109" y="3373755"/>
                  </a:lnTo>
                  <a:lnTo>
                    <a:pt x="3593842" y="3380423"/>
                  </a:lnTo>
                  <a:lnTo>
                    <a:pt x="3571941" y="3386773"/>
                  </a:lnTo>
                  <a:lnTo>
                    <a:pt x="3549087" y="3392805"/>
                  </a:lnTo>
                  <a:lnTo>
                    <a:pt x="3525281" y="3398203"/>
                  </a:lnTo>
                  <a:lnTo>
                    <a:pt x="3501157" y="3403283"/>
                  </a:lnTo>
                  <a:lnTo>
                    <a:pt x="3476082" y="3408045"/>
                  </a:lnTo>
                  <a:lnTo>
                    <a:pt x="3450371" y="3411855"/>
                  </a:lnTo>
                  <a:lnTo>
                    <a:pt x="3424343" y="3415983"/>
                  </a:lnTo>
                  <a:lnTo>
                    <a:pt x="3397680" y="3419475"/>
                  </a:lnTo>
                  <a:lnTo>
                    <a:pt x="3370065" y="3422333"/>
                  </a:lnTo>
                  <a:lnTo>
                    <a:pt x="3341815" y="3424555"/>
                  </a:lnTo>
                  <a:lnTo>
                    <a:pt x="3313565" y="3426460"/>
                  </a:lnTo>
                  <a:lnTo>
                    <a:pt x="3284680" y="3427730"/>
                  </a:lnTo>
                  <a:lnTo>
                    <a:pt x="3255478" y="3428683"/>
                  </a:lnTo>
                  <a:lnTo>
                    <a:pt x="3225959" y="3429000"/>
                  </a:lnTo>
                  <a:lnTo>
                    <a:pt x="3195487" y="3428683"/>
                  </a:lnTo>
                  <a:lnTo>
                    <a:pt x="3165650" y="3427730"/>
                  </a:lnTo>
                  <a:lnTo>
                    <a:pt x="3136130" y="3426143"/>
                  </a:lnTo>
                  <a:lnTo>
                    <a:pt x="3106928" y="3424238"/>
                  </a:lnTo>
                  <a:lnTo>
                    <a:pt x="3078678" y="3422015"/>
                  </a:lnTo>
                  <a:lnTo>
                    <a:pt x="3050428" y="3418840"/>
                  </a:lnTo>
                  <a:lnTo>
                    <a:pt x="3022813" y="3415030"/>
                  </a:lnTo>
                  <a:lnTo>
                    <a:pt x="2996150" y="3411220"/>
                  </a:lnTo>
                  <a:lnTo>
                    <a:pt x="2970122" y="3406775"/>
                  </a:lnTo>
                  <a:lnTo>
                    <a:pt x="2944729" y="3402013"/>
                  </a:lnTo>
                  <a:lnTo>
                    <a:pt x="2919971" y="3396615"/>
                  </a:lnTo>
                  <a:lnTo>
                    <a:pt x="2895847" y="3390583"/>
                  </a:lnTo>
                  <a:lnTo>
                    <a:pt x="2872994" y="3384868"/>
                  </a:lnTo>
                  <a:lnTo>
                    <a:pt x="2850775" y="3378200"/>
                  </a:lnTo>
                  <a:lnTo>
                    <a:pt x="2829190" y="3370898"/>
                  </a:lnTo>
                  <a:lnTo>
                    <a:pt x="2808876" y="3363595"/>
                  </a:lnTo>
                  <a:lnTo>
                    <a:pt x="2789196" y="3355975"/>
                  </a:lnTo>
                  <a:lnTo>
                    <a:pt x="2770469" y="3347720"/>
                  </a:lnTo>
                  <a:lnTo>
                    <a:pt x="2753328" y="3339465"/>
                  </a:lnTo>
                  <a:lnTo>
                    <a:pt x="2736823" y="3330893"/>
                  </a:lnTo>
                  <a:lnTo>
                    <a:pt x="2721269" y="3321685"/>
                  </a:lnTo>
                  <a:lnTo>
                    <a:pt x="2706986" y="3312160"/>
                  </a:lnTo>
                  <a:lnTo>
                    <a:pt x="2693972" y="3302635"/>
                  </a:lnTo>
                  <a:lnTo>
                    <a:pt x="2688258" y="3297873"/>
                  </a:lnTo>
                  <a:lnTo>
                    <a:pt x="2682227" y="3292793"/>
                  </a:lnTo>
                  <a:lnTo>
                    <a:pt x="2676831" y="3287713"/>
                  </a:lnTo>
                  <a:lnTo>
                    <a:pt x="2671753" y="3282950"/>
                  </a:lnTo>
                  <a:lnTo>
                    <a:pt x="2666991" y="3277870"/>
                  </a:lnTo>
                  <a:lnTo>
                    <a:pt x="2662548" y="3272473"/>
                  </a:lnTo>
                  <a:lnTo>
                    <a:pt x="2658104" y="3267393"/>
                  </a:lnTo>
                  <a:lnTo>
                    <a:pt x="2654612" y="3261995"/>
                  </a:lnTo>
                  <a:lnTo>
                    <a:pt x="2651121" y="3256598"/>
                  </a:lnTo>
                  <a:lnTo>
                    <a:pt x="2647947" y="3251200"/>
                  </a:lnTo>
                  <a:lnTo>
                    <a:pt x="2645090" y="3245485"/>
                  </a:lnTo>
                  <a:lnTo>
                    <a:pt x="2642868" y="3240405"/>
                  </a:lnTo>
                  <a:lnTo>
                    <a:pt x="2640329" y="3234372"/>
                  </a:lnTo>
                  <a:lnTo>
                    <a:pt x="2638742" y="3228975"/>
                  </a:lnTo>
                  <a:lnTo>
                    <a:pt x="2637789" y="3223577"/>
                  </a:lnTo>
                  <a:lnTo>
                    <a:pt x="2636520" y="3217862"/>
                  </a:lnTo>
                  <a:lnTo>
                    <a:pt x="2636202" y="3212147"/>
                  </a:lnTo>
                  <a:lnTo>
                    <a:pt x="2635885" y="3206432"/>
                  </a:lnTo>
                  <a:lnTo>
                    <a:pt x="2635250" y="3206432"/>
                  </a:lnTo>
                  <a:lnTo>
                    <a:pt x="2635250" y="3097530"/>
                  </a:lnTo>
                  <a:lnTo>
                    <a:pt x="2646360" y="3105785"/>
                  </a:lnTo>
                  <a:lnTo>
                    <a:pt x="2657786" y="3114040"/>
                  </a:lnTo>
                  <a:lnTo>
                    <a:pt x="2670166" y="3121977"/>
                  </a:lnTo>
                  <a:lnTo>
                    <a:pt x="2683180" y="3129597"/>
                  </a:lnTo>
                  <a:lnTo>
                    <a:pt x="2696511" y="3136900"/>
                  </a:lnTo>
                  <a:lnTo>
                    <a:pt x="2710160" y="3144202"/>
                  </a:lnTo>
                  <a:lnTo>
                    <a:pt x="2724761" y="3151187"/>
                  </a:lnTo>
                  <a:lnTo>
                    <a:pt x="2740314" y="3157855"/>
                  </a:lnTo>
                  <a:lnTo>
                    <a:pt x="2755550" y="3164205"/>
                  </a:lnTo>
                  <a:lnTo>
                    <a:pt x="2771738" y="3170237"/>
                  </a:lnTo>
                  <a:lnTo>
                    <a:pt x="2788244" y="3176270"/>
                  </a:lnTo>
                  <a:lnTo>
                    <a:pt x="2805384" y="3181985"/>
                  </a:lnTo>
                  <a:lnTo>
                    <a:pt x="2822525" y="3187065"/>
                  </a:lnTo>
                  <a:lnTo>
                    <a:pt x="2840300" y="3192145"/>
                  </a:lnTo>
                  <a:lnTo>
                    <a:pt x="2858393" y="3196907"/>
                  </a:lnTo>
                  <a:lnTo>
                    <a:pt x="2877120" y="3201670"/>
                  </a:lnTo>
                  <a:lnTo>
                    <a:pt x="2895530" y="3205797"/>
                  </a:lnTo>
                  <a:lnTo>
                    <a:pt x="2914892" y="3209925"/>
                  </a:lnTo>
                  <a:lnTo>
                    <a:pt x="2934255" y="3213735"/>
                  </a:lnTo>
                  <a:lnTo>
                    <a:pt x="2953617" y="3217227"/>
                  </a:lnTo>
                  <a:lnTo>
                    <a:pt x="2973614" y="3220402"/>
                  </a:lnTo>
                  <a:lnTo>
                    <a:pt x="2993294" y="3222942"/>
                  </a:lnTo>
                  <a:lnTo>
                    <a:pt x="3013926" y="3225800"/>
                  </a:lnTo>
                  <a:lnTo>
                    <a:pt x="3033923" y="3228340"/>
                  </a:lnTo>
                  <a:lnTo>
                    <a:pt x="3054555" y="3230245"/>
                  </a:lnTo>
                  <a:lnTo>
                    <a:pt x="3074869" y="3232150"/>
                  </a:lnTo>
                  <a:lnTo>
                    <a:pt x="3095819" y="3233737"/>
                  </a:lnTo>
                  <a:lnTo>
                    <a:pt x="3116451" y="3235007"/>
                  </a:lnTo>
                  <a:lnTo>
                    <a:pt x="3137400" y="3235960"/>
                  </a:lnTo>
                  <a:lnTo>
                    <a:pt x="3158032" y="3236595"/>
                  </a:lnTo>
                  <a:lnTo>
                    <a:pt x="3178981" y="3237230"/>
                  </a:lnTo>
                  <a:lnTo>
                    <a:pt x="3199613" y="3237230"/>
                  </a:lnTo>
                  <a:lnTo>
                    <a:pt x="3224372" y="3236912"/>
                  </a:lnTo>
                  <a:lnTo>
                    <a:pt x="3249765" y="3236595"/>
                  </a:lnTo>
                  <a:lnTo>
                    <a:pt x="3274523" y="3235325"/>
                  </a:lnTo>
                  <a:lnTo>
                    <a:pt x="3299282" y="3234055"/>
                  </a:lnTo>
                  <a:lnTo>
                    <a:pt x="3324040" y="3232150"/>
                  </a:lnTo>
                  <a:lnTo>
                    <a:pt x="3348481" y="3230245"/>
                  </a:lnTo>
                  <a:lnTo>
                    <a:pt x="3372922" y="3227387"/>
                  </a:lnTo>
                  <a:lnTo>
                    <a:pt x="3397680" y="3224530"/>
                  </a:lnTo>
                  <a:lnTo>
                    <a:pt x="3421486" y="3221355"/>
                  </a:lnTo>
                  <a:lnTo>
                    <a:pt x="3445292" y="3217545"/>
                  </a:lnTo>
                  <a:lnTo>
                    <a:pt x="3468464" y="3213735"/>
                  </a:lnTo>
                  <a:lnTo>
                    <a:pt x="3491635" y="3208972"/>
                  </a:lnTo>
                  <a:lnTo>
                    <a:pt x="3514171" y="3204210"/>
                  </a:lnTo>
                  <a:lnTo>
                    <a:pt x="3536390" y="3199130"/>
                  </a:lnTo>
                  <a:lnTo>
                    <a:pt x="3557974" y="3193097"/>
                  </a:lnTo>
                  <a:lnTo>
                    <a:pt x="3579241" y="3187065"/>
                  </a:lnTo>
                  <a:lnTo>
                    <a:pt x="3599873" y="3180715"/>
                  </a:lnTo>
                  <a:lnTo>
                    <a:pt x="3619870" y="3174047"/>
                  </a:lnTo>
                  <a:lnTo>
                    <a:pt x="3639233" y="3167062"/>
                  </a:lnTo>
                  <a:lnTo>
                    <a:pt x="3657643" y="3159442"/>
                  </a:lnTo>
                  <a:lnTo>
                    <a:pt x="3676053" y="3151505"/>
                  </a:lnTo>
                  <a:lnTo>
                    <a:pt x="3692876" y="3143250"/>
                  </a:lnTo>
                  <a:lnTo>
                    <a:pt x="3709381" y="3134677"/>
                  </a:lnTo>
                  <a:lnTo>
                    <a:pt x="3724935" y="3125470"/>
                  </a:lnTo>
                  <a:lnTo>
                    <a:pt x="3739853" y="3116262"/>
                  </a:lnTo>
                  <a:lnTo>
                    <a:pt x="3753502" y="3106420"/>
                  </a:lnTo>
                  <a:lnTo>
                    <a:pt x="3766198" y="3096577"/>
                  </a:lnTo>
                  <a:lnTo>
                    <a:pt x="3772547" y="3090862"/>
                  </a:lnTo>
                  <a:lnTo>
                    <a:pt x="3777943" y="3085782"/>
                  </a:lnTo>
                  <a:lnTo>
                    <a:pt x="3783656" y="3080385"/>
                  </a:lnTo>
                  <a:lnTo>
                    <a:pt x="3789052" y="3074670"/>
                  </a:lnTo>
                  <a:lnTo>
                    <a:pt x="3793814" y="3069272"/>
                  </a:lnTo>
                  <a:lnTo>
                    <a:pt x="3798575" y="3063557"/>
                  </a:lnTo>
                  <a:lnTo>
                    <a:pt x="3803336" y="3057842"/>
                  </a:lnTo>
                  <a:lnTo>
                    <a:pt x="3807145" y="3051810"/>
                  </a:lnTo>
                  <a:lnTo>
                    <a:pt x="3811271" y="3045777"/>
                  </a:lnTo>
                  <a:lnTo>
                    <a:pt x="3815080" y="3040062"/>
                  </a:lnTo>
                  <a:close/>
                  <a:moveTo>
                    <a:pt x="2989478" y="3031808"/>
                  </a:moveTo>
                  <a:lnTo>
                    <a:pt x="2989478" y="3147378"/>
                  </a:lnTo>
                  <a:lnTo>
                    <a:pt x="3009158" y="3149918"/>
                  </a:lnTo>
                  <a:lnTo>
                    <a:pt x="3029472" y="3152140"/>
                  </a:lnTo>
                  <a:lnTo>
                    <a:pt x="3049469" y="3154363"/>
                  </a:lnTo>
                  <a:lnTo>
                    <a:pt x="3070419" y="3155950"/>
                  </a:lnTo>
                  <a:lnTo>
                    <a:pt x="3070419" y="3041333"/>
                  </a:lnTo>
                  <a:lnTo>
                    <a:pt x="3049469" y="3039428"/>
                  </a:lnTo>
                  <a:lnTo>
                    <a:pt x="3029472" y="3036888"/>
                  </a:lnTo>
                  <a:lnTo>
                    <a:pt x="3009158" y="3034665"/>
                  </a:lnTo>
                  <a:lnTo>
                    <a:pt x="2989478" y="3031808"/>
                  </a:lnTo>
                  <a:close/>
                  <a:moveTo>
                    <a:pt x="2402802" y="3022755"/>
                  </a:moveTo>
                  <a:lnTo>
                    <a:pt x="2397719" y="3026235"/>
                  </a:lnTo>
                  <a:lnTo>
                    <a:pt x="2391365" y="3029398"/>
                  </a:lnTo>
                  <a:lnTo>
                    <a:pt x="2383740" y="3032878"/>
                  </a:lnTo>
                  <a:lnTo>
                    <a:pt x="2376433" y="3036042"/>
                  </a:lnTo>
                  <a:lnTo>
                    <a:pt x="2360867" y="3042369"/>
                  </a:lnTo>
                  <a:lnTo>
                    <a:pt x="2347841" y="3047114"/>
                  </a:lnTo>
                  <a:lnTo>
                    <a:pt x="2347841" y="3137274"/>
                  </a:lnTo>
                  <a:lnTo>
                    <a:pt x="2355784" y="3133794"/>
                  </a:lnTo>
                  <a:lnTo>
                    <a:pt x="2363408" y="3129681"/>
                  </a:lnTo>
                  <a:lnTo>
                    <a:pt x="2371033" y="3125252"/>
                  </a:lnTo>
                  <a:lnTo>
                    <a:pt x="2378340" y="3120507"/>
                  </a:lnTo>
                  <a:lnTo>
                    <a:pt x="2385329" y="3115762"/>
                  </a:lnTo>
                  <a:lnTo>
                    <a:pt x="2391683" y="3111017"/>
                  </a:lnTo>
                  <a:lnTo>
                    <a:pt x="2397719" y="3106271"/>
                  </a:lnTo>
                  <a:lnTo>
                    <a:pt x="2402802" y="3101526"/>
                  </a:lnTo>
                  <a:lnTo>
                    <a:pt x="2402802" y="3022755"/>
                  </a:lnTo>
                  <a:close/>
                  <a:moveTo>
                    <a:pt x="698500" y="3017837"/>
                  </a:moveTo>
                  <a:lnTo>
                    <a:pt x="698500" y="3086100"/>
                  </a:lnTo>
                  <a:lnTo>
                    <a:pt x="684586" y="3083595"/>
                  </a:lnTo>
                  <a:lnTo>
                    <a:pt x="667825" y="3079838"/>
                  </a:lnTo>
                  <a:lnTo>
                    <a:pt x="659920" y="3077959"/>
                  </a:lnTo>
                  <a:lnTo>
                    <a:pt x="652962" y="3076393"/>
                  </a:lnTo>
                  <a:lnTo>
                    <a:pt x="646321" y="3074201"/>
                  </a:lnTo>
                  <a:lnTo>
                    <a:pt x="640313" y="3071696"/>
                  </a:lnTo>
                  <a:lnTo>
                    <a:pt x="634305" y="3069191"/>
                  </a:lnTo>
                  <a:lnTo>
                    <a:pt x="629245" y="3065433"/>
                  </a:lnTo>
                  <a:lnTo>
                    <a:pt x="626082" y="3063555"/>
                  </a:lnTo>
                  <a:lnTo>
                    <a:pt x="623869" y="3061363"/>
                  </a:lnTo>
                  <a:lnTo>
                    <a:pt x="622288" y="3058545"/>
                  </a:lnTo>
                  <a:lnTo>
                    <a:pt x="620706" y="3056353"/>
                  </a:lnTo>
                  <a:lnTo>
                    <a:pt x="619441" y="3053534"/>
                  </a:lnTo>
                  <a:lnTo>
                    <a:pt x="619125" y="3051029"/>
                  </a:lnTo>
                  <a:lnTo>
                    <a:pt x="619125" y="3048524"/>
                  </a:lnTo>
                  <a:lnTo>
                    <a:pt x="619441" y="3046019"/>
                  </a:lnTo>
                  <a:lnTo>
                    <a:pt x="620390" y="3043514"/>
                  </a:lnTo>
                  <a:lnTo>
                    <a:pt x="621971" y="3041009"/>
                  </a:lnTo>
                  <a:lnTo>
                    <a:pt x="623553" y="3038817"/>
                  </a:lnTo>
                  <a:lnTo>
                    <a:pt x="625766" y="3036312"/>
                  </a:lnTo>
                  <a:lnTo>
                    <a:pt x="628296" y="3034433"/>
                  </a:lnTo>
                  <a:lnTo>
                    <a:pt x="631142" y="3032555"/>
                  </a:lnTo>
                  <a:lnTo>
                    <a:pt x="634937" y="3030676"/>
                  </a:lnTo>
                  <a:lnTo>
                    <a:pt x="638732" y="3029110"/>
                  </a:lnTo>
                  <a:lnTo>
                    <a:pt x="645057" y="3026605"/>
                  </a:lnTo>
                  <a:lnTo>
                    <a:pt x="651697" y="3024726"/>
                  </a:lnTo>
                  <a:lnTo>
                    <a:pt x="658655" y="3023161"/>
                  </a:lnTo>
                  <a:lnTo>
                    <a:pt x="666244" y="3021595"/>
                  </a:lnTo>
                  <a:lnTo>
                    <a:pt x="674150" y="3020342"/>
                  </a:lnTo>
                  <a:lnTo>
                    <a:pt x="682056" y="3019403"/>
                  </a:lnTo>
                  <a:lnTo>
                    <a:pt x="698500" y="3017837"/>
                  </a:lnTo>
                  <a:close/>
                  <a:moveTo>
                    <a:pt x="2827597" y="2994977"/>
                  </a:moveTo>
                  <a:lnTo>
                    <a:pt x="2827597" y="3112135"/>
                  </a:lnTo>
                  <a:lnTo>
                    <a:pt x="2846959" y="3117850"/>
                  </a:lnTo>
                  <a:lnTo>
                    <a:pt x="2866956" y="3123248"/>
                  </a:lnTo>
                  <a:lnTo>
                    <a:pt x="2887588" y="3128010"/>
                  </a:lnTo>
                  <a:lnTo>
                    <a:pt x="2908220" y="3132773"/>
                  </a:lnTo>
                  <a:lnTo>
                    <a:pt x="2908220" y="3016885"/>
                  </a:lnTo>
                  <a:lnTo>
                    <a:pt x="2887588" y="3011805"/>
                  </a:lnTo>
                  <a:lnTo>
                    <a:pt x="2866956" y="3006725"/>
                  </a:lnTo>
                  <a:lnTo>
                    <a:pt x="2846959" y="3001010"/>
                  </a:lnTo>
                  <a:lnTo>
                    <a:pt x="2827597" y="2994977"/>
                  </a:lnTo>
                  <a:close/>
                  <a:moveTo>
                    <a:pt x="1455133" y="2986375"/>
                  </a:moveTo>
                  <a:lnTo>
                    <a:pt x="1455133" y="3092352"/>
                  </a:lnTo>
                  <a:lnTo>
                    <a:pt x="1457675" y="3094883"/>
                  </a:lnTo>
                  <a:lnTo>
                    <a:pt x="1460216" y="3097730"/>
                  </a:lnTo>
                  <a:lnTo>
                    <a:pt x="1466888" y="3103741"/>
                  </a:lnTo>
                  <a:lnTo>
                    <a:pt x="1475466" y="3110068"/>
                  </a:lnTo>
                  <a:lnTo>
                    <a:pt x="1484679" y="3116078"/>
                  </a:lnTo>
                  <a:lnTo>
                    <a:pt x="1495162" y="3122405"/>
                  </a:lnTo>
                  <a:lnTo>
                    <a:pt x="1505964" y="3128732"/>
                  </a:lnTo>
                  <a:lnTo>
                    <a:pt x="1517083" y="3134743"/>
                  </a:lnTo>
                  <a:lnTo>
                    <a:pt x="1528202" y="3139804"/>
                  </a:lnTo>
                  <a:lnTo>
                    <a:pt x="1528202" y="3033195"/>
                  </a:lnTo>
                  <a:lnTo>
                    <a:pt x="1517083" y="3027817"/>
                  </a:lnTo>
                  <a:lnTo>
                    <a:pt x="1506917" y="3022122"/>
                  </a:lnTo>
                  <a:lnTo>
                    <a:pt x="1497068" y="3016428"/>
                  </a:lnTo>
                  <a:lnTo>
                    <a:pt x="1487538" y="3010734"/>
                  </a:lnTo>
                  <a:lnTo>
                    <a:pt x="1478960" y="3005039"/>
                  </a:lnTo>
                  <a:lnTo>
                    <a:pt x="1470700" y="2998712"/>
                  </a:lnTo>
                  <a:lnTo>
                    <a:pt x="1462758" y="2992702"/>
                  </a:lnTo>
                  <a:lnTo>
                    <a:pt x="1455133" y="2986375"/>
                  </a:lnTo>
                  <a:close/>
                  <a:moveTo>
                    <a:pt x="711352" y="2965750"/>
                  </a:moveTo>
                  <a:lnTo>
                    <a:pt x="709129" y="2966067"/>
                  </a:lnTo>
                  <a:lnTo>
                    <a:pt x="706270" y="2966384"/>
                  </a:lnTo>
                  <a:lnTo>
                    <a:pt x="704047" y="2966702"/>
                  </a:lnTo>
                  <a:lnTo>
                    <a:pt x="701824" y="2967653"/>
                  </a:lnTo>
                  <a:lnTo>
                    <a:pt x="700236" y="2968288"/>
                  </a:lnTo>
                  <a:lnTo>
                    <a:pt x="699283" y="2969556"/>
                  </a:lnTo>
                  <a:lnTo>
                    <a:pt x="698330" y="2970191"/>
                  </a:lnTo>
                  <a:lnTo>
                    <a:pt x="698012" y="2971459"/>
                  </a:lnTo>
                  <a:lnTo>
                    <a:pt x="698012" y="2990491"/>
                  </a:lnTo>
                  <a:lnTo>
                    <a:pt x="683085" y="2991760"/>
                  </a:lnTo>
                  <a:lnTo>
                    <a:pt x="667839" y="2993346"/>
                  </a:lnTo>
                  <a:lnTo>
                    <a:pt x="653865" y="2995249"/>
                  </a:lnTo>
                  <a:lnTo>
                    <a:pt x="639890" y="2997786"/>
                  </a:lnTo>
                  <a:lnTo>
                    <a:pt x="626550" y="3000641"/>
                  </a:lnTo>
                  <a:lnTo>
                    <a:pt x="613846" y="3004130"/>
                  </a:lnTo>
                  <a:lnTo>
                    <a:pt x="602094" y="3007619"/>
                  </a:lnTo>
                  <a:lnTo>
                    <a:pt x="590978" y="3012060"/>
                  </a:lnTo>
                  <a:lnTo>
                    <a:pt x="583673" y="3015549"/>
                  </a:lnTo>
                  <a:lnTo>
                    <a:pt x="576368" y="3019355"/>
                  </a:lnTo>
                  <a:lnTo>
                    <a:pt x="570015" y="3023162"/>
                  </a:lnTo>
                  <a:lnTo>
                    <a:pt x="564616" y="3026968"/>
                  </a:lnTo>
                  <a:lnTo>
                    <a:pt x="559852" y="3031092"/>
                  </a:lnTo>
                  <a:lnTo>
                    <a:pt x="556041" y="3035215"/>
                  </a:lnTo>
                  <a:lnTo>
                    <a:pt x="552865" y="3039656"/>
                  </a:lnTo>
                  <a:lnTo>
                    <a:pt x="550324" y="3044096"/>
                  </a:lnTo>
                  <a:lnTo>
                    <a:pt x="548736" y="3048854"/>
                  </a:lnTo>
                  <a:lnTo>
                    <a:pt x="547783" y="3052978"/>
                  </a:lnTo>
                  <a:lnTo>
                    <a:pt x="547783" y="3057736"/>
                  </a:lnTo>
                  <a:lnTo>
                    <a:pt x="548736" y="3062176"/>
                  </a:lnTo>
                  <a:lnTo>
                    <a:pt x="550324" y="3066617"/>
                  </a:lnTo>
                  <a:lnTo>
                    <a:pt x="552865" y="3070741"/>
                  </a:lnTo>
                  <a:lnTo>
                    <a:pt x="556358" y="3075181"/>
                  </a:lnTo>
                  <a:lnTo>
                    <a:pt x="560805" y="3079622"/>
                  </a:lnTo>
                  <a:lnTo>
                    <a:pt x="564934" y="3083111"/>
                  </a:lnTo>
                  <a:lnTo>
                    <a:pt x="570015" y="3086917"/>
                  </a:lnTo>
                  <a:lnTo>
                    <a:pt x="576050" y="3090089"/>
                  </a:lnTo>
                  <a:lnTo>
                    <a:pt x="582720" y="3093578"/>
                  </a:lnTo>
                  <a:lnTo>
                    <a:pt x="589390" y="3096433"/>
                  </a:lnTo>
                  <a:lnTo>
                    <a:pt x="597012" y="3099288"/>
                  </a:lnTo>
                  <a:lnTo>
                    <a:pt x="605270" y="3101825"/>
                  </a:lnTo>
                  <a:lnTo>
                    <a:pt x="613528" y="3104046"/>
                  </a:lnTo>
                  <a:lnTo>
                    <a:pt x="645607" y="3110707"/>
                  </a:lnTo>
                  <a:lnTo>
                    <a:pt x="698012" y="3121808"/>
                  </a:lnTo>
                  <a:lnTo>
                    <a:pt x="698012" y="3203010"/>
                  </a:lnTo>
                  <a:lnTo>
                    <a:pt x="684673" y="3201424"/>
                  </a:lnTo>
                  <a:lnTo>
                    <a:pt x="672286" y="3199203"/>
                  </a:lnTo>
                  <a:lnTo>
                    <a:pt x="657993" y="3196983"/>
                  </a:lnTo>
                  <a:lnTo>
                    <a:pt x="643066" y="3193494"/>
                  </a:lnTo>
                  <a:lnTo>
                    <a:pt x="629409" y="3189370"/>
                  </a:lnTo>
                  <a:lnTo>
                    <a:pt x="617022" y="3185247"/>
                  </a:lnTo>
                  <a:lnTo>
                    <a:pt x="613846" y="3183978"/>
                  </a:lnTo>
                  <a:lnTo>
                    <a:pt x="610670" y="3182709"/>
                  </a:lnTo>
                  <a:lnTo>
                    <a:pt x="608129" y="3181441"/>
                  </a:lnTo>
                  <a:lnTo>
                    <a:pt x="608446" y="3181441"/>
                  </a:lnTo>
                  <a:lnTo>
                    <a:pt x="608129" y="3181123"/>
                  </a:lnTo>
                  <a:lnTo>
                    <a:pt x="604317" y="3179220"/>
                  </a:lnTo>
                  <a:lnTo>
                    <a:pt x="602412" y="3177951"/>
                  </a:lnTo>
                  <a:lnTo>
                    <a:pt x="600506" y="3177000"/>
                  </a:lnTo>
                  <a:lnTo>
                    <a:pt x="595424" y="3175731"/>
                  </a:lnTo>
                  <a:lnTo>
                    <a:pt x="590343" y="3174780"/>
                  </a:lnTo>
                  <a:lnTo>
                    <a:pt x="584308" y="3174780"/>
                  </a:lnTo>
                  <a:lnTo>
                    <a:pt x="578273" y="3175414"/>
                  </a:lnTo>
                  <a:lnTo>
                    <a:pt x="572556" y="3176048"/>
                  </a:lnTo>
                  <a:lnTo>
                    <a:pt x="566522" y="3177634"/>
                  </a:lnTo>
                  <a:lnTo>
                    <a:pt x="560805" y="3179220"/>
                  </a:lnTo>
                  <a:lnTo>
                    <a:pt x="555405" y="3181123"/>
                  </a:lnTo>
                  <a:lnTo>
                    <a:pt x="551277" y="3183661"/>
                  </a:lnTo>
                  <a:lnTo>
                    <a:pt x="547148" y="3185881"/>
                  </a:lnTo>
                  <a:lnTo>
                    <a:pt x="544607" y="3188736"/>
                  </a:lnTo>
                  <a:lnTo>
                    <a:pt x="543336" y="3190005"/>
                  </a:lnTo>
                  <a:lnTo>
                    <a:pt x="542383" y="3190956"/>
                  </a:lnTo>
                  <a:lnTo>
                    <a:pt x="542066" y="3192542"/>
                  </a:lnTo>
                  <a:lnTo>
                    <a:pt x="542066" y="3193811"/>
                  </a:lnTo>
                  <a:lnTo>
                    <a:pt x="542066" y="3195080"/>
                  </a:lnTo>
                  <a:lnTo>
                    <a:pt x="543019" y="3196031"/>
                  </a:lnTo>
                  <a:lnTo>
                    <a:pt x="543654" y="3197300"/>
                  </a:lnTo>
                  <a:lnTo>
                    <a:pt x="545242" y="3198569"/>
                  </a:lnTo>
                  <a:lnTo>
                    <a:pt x="550959" y="3202058"/>
                  </a:lnTo>
                  <a:lnTo>
                    <a:pt x="557629" y="3205547"/>
                  </a:lnTo>
                  <a:lnTo>
                    <a:pt x="564299" y="3208719"/>
                  </a:lnTo>
                  <a:lnTo>
                    <a:pt x="572239" y="3211891"/>
                  </a:lnTo>
                  <a:lnTo>
                    <a:pt x="580497" y="3214746"/>
                  </a:lnTo>
                  <a:lnTo>
                    <a:pt x="589072" y="3216966"/>
                  </a:lnTo>
                  <a:lnTo>
                    <a:pt x="598600" y="3219821"/>
                  </a:lnTo>
                  <a:lnTo>
                    <a:pt x="608446" y="3221724"/>
                  </a:lnTo>
                  <a:lnTo>
                    <a:pt x="618610" y="3223627"/>
                  </a:lnTo>
                  <a:lnTo>
                    <a:pt x="629409" y="3225847"/>
                  </a:lnTo>
                  <a:lnTo>
                    <a:pt x="651324" y="3229019"/>
                  </a:lnTo>
                  <a:lnTo>
                    <a:pt x="674192" y="3230923"/>
                  </a:lnTo>
                  <a:lnTo>
                    <a:pt x="698012" y="3232509"/>
                  </a:lnTo>
                  <a:lnTo>
                    <a:pt x="698012" y="3251223"/>
                  </a:lnTo>
                  <a:lnTo>
                    <a:pt x="698330" y="3252492"/>
                  </a:lnTo>
                  <a:lnTo>
                    <a:pt x="699283" y="3253443"/>
                  </a:lnTo>
                  <a:lnTo>
                    <a:pt x="700236" y="3254395"/>
                  </a:lnTo>
                  <a:lnTo>
                    <a:pt x="701824" y="3255346"/>
                  </a:lnTo>
                  <a:lnTo>
                    <a:pt x="704047" y="3255981"/>
                  </a:lnTo>
                  <a:lnTo>
                    <a:pt x="706270" y="3256298"/>
                  </a:lnTo>
                  <a:lnTo>
                    <a:pt x="709129" y="3256932"/>
                  </a:lnTo>
                  <a:lnTo>
                    <a:pt x="711352" y="3257249"/>
                  </a:lnTo>
                  <a:lnTo>
                    <a:pt x="758358" y="3257249"/>
                  </a:lnTo>
                  <a:lnTo>
                    <a:pt x="760581" y="3256932"/>
                  </a:lnTo>
                  <a:lnTo>
                    <a:pt x="763440" y="3256298"/>
                  </a:lnTo>
                  <a:lnTo>
                    <a:pt x="765345" y="3255981"/>
                  </a:lnTo>
                  <a:lnTo>
                    <a:pt x="767886" y="3255346"/>
                  </a:lnTo>
                  <a:lnTo>
                    <a:pt x="769474" y="3254395"/>
                  </a:lnTo>
                  <a:lnTo>
                    <a:pt x="770427" y="3253443"/>
                  </a:lnTo>
                  <a:lnTo>
                    <a:pt x="771380" y="3252492"/>
                  </a:lnTo>
                  <a:lnTo>
                    <a:pt x="771698" y="3251223"/>
                  </a:lnTo>
                  <a:lnTo>
                    <a:pt x="771698" y="3231874"/>
                  </a:lnTo>
                  <a:lnTo>
                    <a:pt x="786308" y="3230923"/>
                  </a:lnTo>
                  <a:lnTo>
                    <a:pt x="800600" y="3229654"/>
                  </a:lnTo>
                  <a:lnTo>
                    <a:pt x="814257" y="3228068"/>
                  </a:lnTo>
                  <a:lnTo>
                    <a:pt x="827279" y="3226165"/>
                  </a:lnTo>
                  <a:lnTo>
                    <a:pt x="839984" y="3223627"/>
                  </a:lnTo>
                  <a:lnTo>
                    <a:pt x="851418" y="3221090"/>
                  </a:lnTo>
                  <a:lnTo>
                    <a:pt x="862534" y="3217918"/>
                  </a:lnTo>
                  <a:lnTo>
                    <a:pt x="872062" y="3214746"/>
                  </a:lnTo>
                  <a:lnTo>
                    <a:pt x="880002" y="3211257"/>
                  </a:lnTo>
                  <a:lnTo>
                    <a:pt x="886990" y="3208085"/>
                  </a:lnTo>
                  <a:lnTo>
                    <a:pt x="893660" y="3204278"/>
                  </a:lnTo>
                  <a:lnTo>
                    <a:pt x="899694" y="3200472"/>
                  </a:lnTo>
                  <a:lnTo>
                    <a:pt x="904776" y="3196666"/>
                  </a:lnTo>
                  <a:lnTo>
                    <a:pt x="909540" y="3192542"/>
                  </a:lnTo>
                  <a:lnTo>
                    <a:pt x="913352" y="3188419"/>
                  </a:lnTo>
                  <a:lnTo>
                    <a:pt x="916528" y="3184295"/>
                  </a:lnTo>
                  <a:lnTo>
                    <a:pt x="919069" y="3179855"/>
                  </a:lnTo>
                  <a:lnTo>
                    <a:pt x="920657" y="3175414"/>
                  </a:lnTo>
                  <a:lnTo>
                    <a:pt x="921609" y="3170973"/>
                  </a:lnTo>
                  <a:lnTo>
                    <a:pt x="921927" y="3166533"/>
                  </a:lnTo>
                  <a:lnTo>
                    <a:pt x="921292" y="3161775"/>
                  </a:lnTo>
                  <a:lnTo>
                    <a:pt x="920021" y="3157651"/>
                  </a:lnTo>
                  <a:lnTo>
                    <a:pt x="917798" y="3153210"/>
                  </a:lnTo>
                  <a:lnTo>
                    <a:pt x="914622" y="3148453"/>
                  </a:lnTo>
                  <a:lnTo>
                    <a:pt x="912716" y="3146549"/>
                  </a:lnTo>
                  <a:lnTo>
                    <a:pt x="910493" y="3144012"/>
                  </a:lnTo>
                  <a:lnTo>
                    <a:pt x="905411" y="3139888"/>
                  </a:lnTo>
                  <a:lnTo>
                    <a:pt x="899059" y="3135765"/>
                  </a:lnTo>
                  <a:lnTo>
                    <a:pt x="892389" y="3132276"/>
                  </a:lnTo>
                  <a:lnTo>
                    <a:pt x="884449" y="3128787"/>
                  </a:lnTo>
                  <a:lnTo>
                    <a:pt x="876191" y="3125615"/>
                  </a:lnTo>
                  <a:lnTo>
                    <a:pt x="867298" y="3122443"/>
                  </a:lnTo>
                  <a:lnTo>
                    <a:pt x="857452" y="3119588"/>
                  </a:lnTo>
                  <a:lnTo>
                    <a:pt x="847606" y="3117051"/>
                  </a:lnTo>
                  <a:lnTo>
                    <a:pt x="836808" y="3114196"/>
                  </a:lnTo>
                  <a:lnTo>
                    <a:pt x="815528" y="3109438"/>
                  </a:lnTo>
                  <a:lnTo>
                    <a:pt x="793613" y="3104997"/>
                  </a:lnTo>
                  <a:lnTo>
                    <a:pt x="771698" y="3101191"/>
                  </a:lnTo>
                  <a:lnTo>
                    <a:pt x="771698" y="3019673"/>
                  </a:lnTo>
                  <a:lnTo>
                    <a:pt x="790754" y="3021893"/>
                  </a:lnTo>
                  <a:lnTo>
                    <a:pt x="797742" y="3023162"/>
                  </a:lnTo>
                  <a:lnTo>
                    <a:pt x="805047" y="3024748"/>
                  </a:lnTo>
                  <a:lnTo>
                    <a:pt x="819974" y="3028554"/>
                  </a:lnTo>
                  <a:lnTo>
                    <a:pt x="834584" y="3033312"/>
                  </a:lnTo>
                  <a:lnTo>
                    <a:pt x="846336" y="3037435"/>
                  </a:lnTo>
                  <a:lnTo>
                    <a:pt x="853006" y="3039973"/>
                  </a:lnTo>
                  <a:lnTo>
                    <a:pt x="855547" y="3041242"/>
                  </a:lnTo>
                  <a:lnTo>
                    <a:pt x="859358" y="3043779"/>
                  </a:lnTo>
                  <a:lnTo>
                    <a:pt x="861264" y="3044731"/>
                  </a:lnTo>
                  <a:lnTo>
                    <a:pt x="863169" y="3046000"/>
                  </a:lnTo>
                  <a:lnTo>
                    <a:pt x="867933" y="3047268"/>
                  </a:lnTo>
                  <a:lnTo>
                    <a:pt x="873650" y="3047903"/>
                  </a:lnTo>
                  <a:lnTo>
                    <a:pt x="879367" y="3048220"/>
                  </a:lnTo>
                  <a:lnTo>
                    <a:pt x="885402" y="3047586"/>
                  </a:lnTo>
                  <a:lnTo>
                    <a:pt x="891436" y="3046634"/>
                  </a:lnTo>
                  <a:lnTo>
                    <a:pt x="897153" y="3045682"/>
                  </a:lnTo>
                  <a:lnTo>
                    <a:pt x="902870" y="3043779"/>
                  </a:lnTo>
                  <a:lnTo>
                    <a:pt x="907952" y="3041559"/>
                  </a:lnTo>
                  <a:lnTo>
                    <a:pt x="912716" y="3039339"/>
                  </a:lnTo>
                  <a:lnTo>
                    <a:pt x="916528" y="3036801"/>
                  </a:lnTo>
                  <a:lnTo>
                    <a:pt x="919386" y="3034263"/>
                  </a:lnTo>
                  <a:lnTo>
                    <a:pt x="920657" y="3032995"/>
                  </a:lnTo>
                  <a:lnTo>
                    <a:pt x="921292" y="3031726"/>
                  </a:lnTo>
                  <a:lnTo>
                    <a:pt x="921609" y="3030140"/>
                  </a:lnTo>
                  <a:lnTo>
                    <a:pt x="921609" y="3029188"/>
                  </a:lnTo>
                  <a:lnTo>
                    <a:pt x="921292" y="3027920"/>
                  </a:lnTo>
                  <a:lnTo>
                    <a:pt x="920974" y="3026651"/>
                  </a:lnTo>
                  <a:lnTo>
                    <a:pt x="919704" y="3025382"/>
                  </a:lnTo>
                  <a:lnTo>
                    <a:pt x="918433" y="3024431"/>
                  </a:lnTo>
                  <a:lnTo>
                    <a:pt x="914304" y="3021576"/>
                  </a:lnTo>
                  <a:lnTo>
                    <a:pt x="909540" y="3018721"/>
                  </a:lnTo>
                  <a:lnTo>
                    <a:pt x="903823" y="3016501"/>
                  </a:lnTo>
                  <a:lnTo>
                    <a:pt x="898424" y="3013963"/>
                  </a:lnTo>
                  <a:lnTo>
                    <a:pt x="885402" y="3009205"/>
                  </a:lnTo>
                  <a:lnTo>
                    <a:pt x="871109" y="3005082"/>
                  </a:lnTo>
                  <a:lnTo>
                    <a:pt x="856182" y="3000958"/>
                  </a:lnTo>
                  <a:lnTo>
                    <a:pt x="840936" y="2997469"/>
                  </a:lnTo>
                  <a:lnTo>
                    <a:pt x="825374" y="2994614"/>
                  </a:lnTo>
                  <a:lnTo>
                    <a:pt x="810764" y="2992711"/>
                  </a:lnTo>
                  <a:lnTo>
                    <a:pt x="791389" y="2990808"/>
                  </a:lnTo>
                  <a:lnTo>
                    <a:pt x="771698" y="2989539"/>
                  </a:lnTo>
                  <a:lnTo>
                    <a:pt x="771698" y="2971459"/>
                  </a:lnTo>
                  <a:lnTo>
                    <a:pt x="771380" y="2970191"/>
                  </a:lnTo>
                  <a:lnTo>
                    <a:pt x="770427" y="2969556"/>
                  </a:lnTo>
                  <a:lnTo>
                    <a:pt x="769474" y="2968288"/>
                  </a:lnTo>
                  <a:lnTo>
                    <a:pt x="767886" y="2967653"/>
                  </a:lnTo>
                  <a:lnTo>
                    <a:pt x="765345" y="2966702"/>
                  </a:lnTo>
                  <a:lnTo>
                    <a:pt x="763440" y="2966384"/>
                  </a:lnTo>
                  <a:lnTo>
                    <a:pt x="760581" y="2966067"/>
                  </a:lnTo>
                  <a:lnTo>
                    <a:pt x="758358" y="2965750"/>
                  </a:lnTo>
                  <a:lnTo>
                    <a:pt x="711352" y="2965750"/>
                  </a:lnTo>
                  <a:close/>
                  <a:moveTo>
                    <a:pt x="3717945" y="2951797"/>
                  </a:moveTo>
                  <a:lnTo>
                    <a:pt x="3711914" y="2955607"/>
                  </a:lnTo>
                  <a:lnTo>
                    <a:pt x="3704931" y="2959100"/>
                  </a:lnTo>
                  <a:lnTo>
                    <a:pt x="3696678" y="2963227"/>
                  </a:lnTo>
                  <a:lnTo>
                    <a:pt x="3688425" y="2966720"/>
                  </a:lnTo>
                  <a:lnTo>
                    <a:pt x="3671285" y="2973387"/>
                  </a:lnTo>
                  <a:lnTo>
                    <a:pt x="3656684" y="2979102"/>
                  </a:lnTo>
                  <a:lnTo>
                    <a:pt x="3656684" y="3080068"/>
                  </a:lnTo>
                  <a:lnTo>
                    <a:pt x="3665254" y="3075623"/>
                  </a:lnTo>
                  <a:lnTo>
                    <a:pt x="3674142" y="3070860"/>
                  </a:lnTo>
                  <a:lnTo>
                    <a:pt x="3682394" y="3066098"/>
                  </a:lnTo>
                  <a:lnTo>
                    <a:pt x="3690647" y="3061018"/>
                  </a:lnTo>
                  <a:lnTo>
                    <a:pt x="3698582" y="3055620"/>
                  </a:lnTo>
                  <a:lnTo>
                    <a:pt x="3705566" y="3050223"/>
                  </a:lnTo>
                  <a:lnTo>
                    <a:pt x="3711914" y="3044825"/>
                  </a:lnTo>
                  <a:lnTo>
                    <a:pt x="3717945" y="3040063"/>
                  </a:lnTo>
                  <a:lnTo>
                    <a:pt x="3717945" y="2951797"/>
                  </a:lnTo>
                  <a:close/>
                  <a:moveTo>
                    <a:pt x="731996" y="2947987"/>
                  </a:moveTo>
                  <a:lnTo>
                    <a:pt x="755499" y="2948304"/>
                  </a:lnTo>
                  <a:lnTo>
                    <a:pt x="779003" y="2948939"/>
                  </a:lnTo>
                  <a:lnTo>
                    <a:pt x="801870" y="2949890"/>
                  </a:lnTo>
                  <a:lnTo>
                    <a:pt x="824103" y="2951476"/>
                  </a:lnTo>
                  <a:lnTo>
                    <a:pt x="846654" y="2953380"/>
                  </a:lnTo>
                  <a:lnTo>
                    <a:pt x="868569" y="2955283"/>
                  </a:lnTo>
                  <a:lnTo>
                    <a:pt x="889848" y="2958137"/>
                  </a:lnTo>
                  <a:lnTo>
                    <a:pt x="910493" y="2960992"/>
                  </a:lnTo>
                  <a:lnTo>
                    <a:pt x="930820" y="2964164"/>
                  </a:lnTo>
                  <a:lnTo>
                    <a:pt x="950512" y="2967970"/>
                  </a:lnTo>
                  <a:lnTo>
                    <a:pt x="969886" y="2971777"/>
                  </a:lnTo>
                  <a:lnTo>
                    <a:pt x="988308" y="2975900"/>
                  </a:lnTo>
                  <a:lnTo>
                    <a:pt x="1006411" y="2980658"/>
                  </a:lnTo>
                  <a:lnTo>
                    <a:pt x="1023880" y="2985416"/>
                  </a:lnTo>
                  <a:lnTo>
                    <a:pt x="1040396" y="2990491"/>
                  </a:lnTo>
                  <a:lnTo>
                    <a:pt x="1056594" y="2995883"/>
                  </a:lnTo>
                  <a:lnTo>
                    <a:pt x="1071521" y="3001593"/>
                  </a:lnTo>
                  <a:lnTo>
                    <a:pt x="1086131" y="3007302"/>
                  </a:lnTo>
                  <a:lnTo>
                    <a:pt x="1099471" y="3013646"/>
                  </a:lnTo>
                  <a:lnTo>
                    <a:pt x="1112493" y="3019990"/>
                  </a:lnTo>
                  <a:lnTo>
                    <a:pt x="1124562" y="3026651"/>
                  </a:lnTo>
                  <a:lnTo>
                    <a:pt x="1135678" y="3033629"/>
                  </a:lnTo>
                  <a:lnTo>
                    <a:pt x="1145842" y="3040925"/>
                  </a:lnTo>
                  <a:lnTo>
                    <a:pt x="1154735" y="3047903"/>
                  </a:lnTo>
                  <a:lnTo>
                    <a:pt x="1162993" y="3055515"/>
                  </a:lnTo>
                  <a:lnTo>
                    <a:pt x="1170298" y="3062811"/>
                  </a:lnTo>
                  <a:lnTo>
                    <a:pt x="1176650" y="3070741"/>
                  </a:lnTo>
                  <a:lnTo>
                    <a:pt x="1178873" y="3074864"/>
                  </a:lnTo>
                  <a:lnTo>
                    <a:pt x="1181732" y="3078670"/>
                  </a:lnTo>
                  <a:lnTo>
                    <a:pt x="1183638" y="3082794"/>
                  </a:lnTo>
                  <a:lnTo>
                    <a:pt x="1185543" y="3086600"/>
                  </a:lnTo>
                  <a:lnTo>
                    <a:pt x="1187131" y="3090406"/>
                  </a:lnTo>
                  <a:lnTo>
                    <a:pt x="1188402" y="3094847"/>
                  </a:lnTo>
                  <a:lnTo>
                    <a:pt x="1189672" y="3098653"/>
                  </a:lnTo>
                  <a:lnTo>
                    <a:pt x="1190307" y="3103094"/>
                  </a:lnTo>
                  <a:lnTo>
                    <a:pt x="1190625" y="3107535"/>
                  </a:lnTo>
                  <a:lnTo>
                    <a:pt x="1190625" y="3111341"/>
                  </a:lnTo>
                  <a:lnTo>
                    <a:pt x="1190625" y="3115782"/>
                  </a:lnTo>
                  <a:lnTo>
                    <a:pt x="1190307" y="3120223"/>
                  </a:lnTo>
                  <a:lnTo>
                    <a:pt x="1189672" y="3124029"/>
                  </a:lnTo>
                  <a:lnTo>
                    <a:pt x="1188402" y="3128470"/>
                  </a:lnTo>
                  <a:lnTo>
                    <a:pt x="1187131" y="3132276"/>
                  </a:lnTo>
                  <a:lnTo>
                    <a:pt x="1185543" y="3136399"/>
                  </a:lnTo>
                  <a:lnTo>
                    <a:pt x="1183638" y="3140523"/>
                  </a:lnTo>
                  <a:lnTo>
                    <a:pt x="1181732" y="3144646"/>
                  </a:lnTo>
                  <a:lnTo>
                    <a:pt x="1178873" y="3148453"/>
                  </a:lnTo>
                  <a:lnTo>
                    <a:pt x="1176650" y="3152259"/>
                  </a:lnTo>
                  <a:lnTo>
                    <a:pt x="1170298" y="3160189"/>
                  </a:lnTo>
                  <a:lnTo>
                    <a:pt x="1162993" y="3167801"/>
                  </a:lnTo>
                  <a:lnTo>
                    <a:pt x="1154735" y="3175414"/>
                  </a:lnTo>
                  <a:lnTo>
                    <a:pt x="1145842" y="3182392"/>
                  </a:lnTo>
                  <a:lnTo>
                    <a:pt x="1135678" y="3189370"/>
                  </a:lnTo>
                  <a:lnTo>
                    <a:pt x="1124562" y="3196031"/>
                  </a:lnTo>
                  <a:lnTo>
                    <a:pt x="1112493" y="3203010"/>
                  </a:lnTo>
                  <a:lnTo>
                    <a:pt x="1099471" y="3209671"/>
                  </a:lnTo>
                  <a:lnTo>
                    <a:pt x="1086131" y="3215380"/>
                  </a:lnTo>
                  <a:lnTo>
                    <a:pt x="1071521" y="3221407"/>
                  </a:lnTo>
                  <a:lnTo>
                    <a:pt x="1056594" y="3227433"/>
                  </a:lnTo>
                  <a:lnTo>
                    <a:pt x="1040396" y="3232509"/>
                  </a:lnTo>
                  <a:lnTo>
                    <a:pt x="1023880" y="3237584"/>
                  </a:lnTo>
                  <a:lnTo>
                    <a:pt x="1006411" y="3242659"/>
                  </a:lnTo>
                  <a:lnTo>
                    <a:pt x="988308" y="3247099"/>
                  </a:lnTo>
                  <a:lnTo>
                    <a:pt x="969886" y="3251223"/>
                  </a:lnTo>
                  <a:lnTo>
                    <a:pt x="950512" y="3255346"/>
                  </a:lnTo>
                  <a:lnTo>
                    <a:pt x="930820" y="3258835"/>
                  </a:lnTo>
                  <a:lnTo>
                    <a:pt x="910493" y="3262325"/>
                  </a:lnTo>
                  <a:lnTo>
                    <a:pt x="889848" y="3265179"/>
                  </a:lnTo>
                  <a:lnTo>
                    <a:pt x="868569" y="3268034"/>
                  </a:lnTo>
                  <a:lnTo>
                    <a:pt x="846654" y="3269937"/>
                  </a:lnTo>
                  <a:lnTo>
                    <a:pt x="824103" y="3271840"/>
                  </a:lnTo>
                  <a:lnTo>
                    <a:pt x="801870" y="3273426"/>
                  </a:lnTo>
                  <a:lnTo>
                    <a:pt x="779003" y="3274061"/>
                  </a:lnTo>
                  <a:lnTo>
                    <a:pt x="755499" y="3275012"/>
                  </a:lnTo>
                  <a:lnTo>
                    <a:pt x="731996" y="3275012"/>
                  </a:lnTo>
                  <a:lnTo>
                    <a:pt x="708176" y="3275012"/>
                  </a:lnTo>
                  <a:lnTo>
                    <a:pt x="684990" y="3274061"/>
                  </a:lnTo>
                  <a:lnTo>
                    <a:pt x="662122" y="3273426"/>
                  </a:lnTo>
                  <a:lnTo>
                    <a:pt x="639572" y="3271840"/>
                  </a:lnTo>
                  <a:lnTo>
                    <a:pt x="617022" y="3269937"/>
                  </a:lnTo>
                  <a:lnTo>
                    <a:pt x="595424" y="3268034"/>
                  </a:lnTo>
                  <a:lnTo>
                    <a:pt x="574144" y="3265179"/>
                  </a:lnTo>
                  <a:lnTo>
                    <a:pt x="553182" y="3262325"/>
                  </a:lnTo>
                  <a:lnTo>
                    <a:pt x="533173" y="3258835"/>
                  </a:lnTo>
                  <a:lnTo>
                    <a:pt x="513481" y="3255346"/>
                  </a:lnTo>
                  <a:lnTo>
                    <a:pt x="494107" y="3251223"/>
                  </a:lnTo>
                  <a:lnTo>
                    <a:pt x="475368" y="3247099"/>
                  </a:lnTo>
                  <a:lnTo>
                    <a:pt x="457264" y="3242659"/>
                  </a:lnTo>
                  <a:lnTo>
                    <a:pt x="439795" y="3237584"/>
                  </a:lnTo>
                  <a:lnTo>
                    <a:pt x="423280" y="3232509"/>
                  </a:lnTo>
                  <a:lnTo>
                    <a:pt x="407082" y="3227433"/>
                  </a:lnTo>
                  <a:lnTo>
                    <a:pt x="392154" y="3221407"/>
                  </a:lnTo>
                  <a:lnTo>
                    <a:pt x="377544" y="3215380"/>
                  </a:lnTo>
                  <a:lnTo>
                    <a:pt x="364204" y="3209671"/>
                  </a:lnTo>
                  <a:lnTo>
                    <a:pt x="351182" y="3203010"/>
                  </a:lnTo>
                  <a:lnTo>
                    <a:pt x="339431" y="3196031"/>
                  </a:lnTo>
                  <a:lnTo>
                    <a:pt x="328314" y="3189370"/>
                  </a:lnTo>
                  <a:lnTo>
                    <a:pt x="318151" y="3182392"/>
                  </a:lnTo>
                  <a:lnTo>
                    <a:pt x="308940" y="3175414"/>
                  </a:lnTo>
                  <a:lnTo>
                    <a:pt x="300682" y="3167801"/>
                  </a:lnTo>
                  <a:lnTo>
                    <a:pt x="293695" y="3160189"/>
                  </a:lnTo>
                  <a:lnTo>
                    <a:pt x="287343" y="3152259"/>
                  </a:lnTo>
                  <a:lnTo>
                    <a:pt x="284484" y="3148453"/>
                  </a:lnTo>
                  <a:lnTo>
                    <a:pt x="282261" y="3144646"/>
                  </a:lnTo>
                  <a:lnTo>
                    <a:pt x="280038" y="3140523"/>
                  </a:lnTo>
                  <a:lnTo>
                    <a:pt x="278132" y="3136399"/>
                  </a:lnTo>
                  <a:lnTo>
                    <a:pt x="276544" y="3132276"/>
                  </a:lnTo>
                  <a:lnTo>
                    <a:pt x="275274" y="3128470"/>
                  </a:lnTo>
                  <a:lnTo>
                    <a:pt x="274321" y="3124029"/>
                  </a:lnTo>
                  <a:lnTo>
                    <a:pt x="273368" y="3120223"/>
                  </a:lnTo>
                  <a:lnTo>
                    <a:pt x="273050" y="3115782"/>
                  </a:lnTo>
                  <a:lnTo>
                    <a:pt x="273050" y="3111341"/>
                  </a:lnTo>
                  <a:lnTo>
                    <a:pt x="273050" y="3107535"/>
                  </a:lnTo>
                  <a:lnTo>
                    <a:pt x="273368" y="3103094"/>
                  </a:lnTo>
                  <a:lnTo>
                    <a:pt x="274321" y="3098653"/>
                  </a:lnTo>
                  <a:lnTo>
                    <a:pt x="275274" y="3094847"/>
                  </a:lnTo>
                  <a:lnTo>
                    <a:pt x="276544" y="3090406"/>
                  </a:lnTo>
                  <a:lnTo>
                    <a:pt x="278132" y="3086600"/>
                  </a:lnTo>
                  <a:lnTo>
                    <a:pt x="280038" y="3082794"/>
                  </a:lnTo>
                  <a:lnTo>
                    <a:pt x="282261" y="3078670"/>
                  </a:lnTo>
                  <a:lnTo>
                    <a:pt x="284484" y="3074864"/>
                  </a:lnTo>
                  <a:lnTo>
                    <a:pt x="287343" y="3070741"/>
                  </a:lnTo>
                  <a:lnTo>
                    <a:pt x="293695" y="3062811"/>
                  </a:lnTo>
                  <a:lnTo>
                    <a:pt x="300682" y="3055515"/>
                  </a:lnTo>
                  <a:lnTo>
                    <a:pt x="308940" y="3047903"/>
                  </a:lnTo>
                  <a:lnTo>
                    <a:pt x="318151" y="3040925"/>
                  </a:lnTo>
                  <a:lnTo>
                    <a:pt x="328314" y="3033629"/>
                  </a:lnTo>
                  <a:lnTo>
                    <a:pt x="339431" y="3026651"/>
                  </a:lnTo>
                  <a:lnTo>
                    <a:pt x="351182" y="3019990"/>
                  </a:lnTo>
                  <a:lnTo>
                    <a:pt x="364204" y="3013646"/>
                  </a:lnTo>
                  <a:lnTo>
                    <a:pt x="377544" y="3007302"/>
                  </a:lnTo>
                  <a:lnTo>
                    <a:pt x="392154" y="3001593"/>
                  </a:lnTo>
                  <a:lnTo>
                    <a:pt x="407082" y="2995883"/>
                  </a:lnTo>
                  <a:lnTo>
                    <a:pt x="423280" y="2990491"/>
                  </a:lnTo>
                  <a:lnTo>
                    <a:pt x="439795" y="2985416"/>
                  </a:lnTo>
                  <a:lnTo>
                    <a:pt x="457264" y="2980658"/>
                  </a:lnTo>
                  <a:lnTo>
                    <a:pt x="475368" y="2975900"/>
                  </a:lnTo>
                  <a:lnTo>
                    <a:pt x="494107" y="2971777"/>
                  </a:lnTo>
                  <a:lnTo>
                    <a:pt x="513481" y="2967970"/>
                  </a:lnTo>
                  <a:lnTo>
                    <a:pt x="533173" y="2964164"/>
                  </a:lnTo>
                  <a:lnTo>
                    <a:pt x="553182" y="2960992"/>
                  </a:lnTo>
                  <a:lnTo>
                    <a:pt x="574144" y="2958137"/>
                  </a:lnTo>
                  <a:lnTo>
                    <a:pt x="595424" y="2955283"/>
                  </a:lnTo>
                  <a:lnTo>
                    <a:pt x="617022" y="2953380"/>
                  </a:lnTo>
                  <a:lnTo>
                    <a:pt x="639572" y="2951476"/>
                  </a:lnTo>
                  <a:lnTo>
                    <a:pt x="662122" y="2949890"/>
                  </a:lnTo>
                  <a:lnTo>
                    <a:pt x="684990" y="2948939"/>
                  </a:lnTo>
                  <a:lnTo>
                    <a:pt x="708176" y="2948304"/>
                  </a:lnTo>
                  <a:lnTo>
                    <a:pt x="731996" y="2947987"/>
                  </a:lnTo>
                  <a:close/>
                  <a:moveTo>
                    <a:pt x="2665715" y="2911157"/>
                  </a:moveTo>
                  <a:lnTo>
                    <a:pt x="2665715" y="3029585"/>
                  </a:lnTo>
                  <a:lnTo>
                    <a:pt x="2668254" y="3032125"/>
                  </a:lnTo>
                  <a:lnTo>
                    <a:pt x="2671429" y="3035300"/>
                  </a:lnTo>
                  <a:lnTo>
                    <a:pt x="2678729" y="3041650"/>
                  </a:lnTo>
                  <a:lnTo>
                    <a:pt x="2687934" y="3048635"/>
                  </a:lnTo>
                  <a:lnTo>
                    <a:pt x="2698726" y="3055938"/>
                  </a:lnTo>
                  <a:lnTo>
                    <a:pt x="2710153" y="3063240"/>
                  </a:lnTo>
                  <a:lnTo>
                    <a:pt x="2722215" y="3070225"/>
                  </a:lnTo>
                  <a:lnTo>
                    <a:pt x="2734594" y="3076258"/>
                  </a:lnTo>
                  <a:lnTo>
                    <a:pt x="2746656" y="3082290"/>
                  </a:lnTo>
                  <a:lnTo>
                    <a:pt x="2746656" y="2963227"/>
                  </a:lnTo>
                  <a:lnTo>
                    <a:pt x="2734594" y="2957195"/>
                  </a:lnTo>
                  <a:lnTo>
                    <a:pt x="2723167" y="2951480"/>
                  </a:lnTo>
                  <a:lnTo>
                    <a:pt x="2712058" y="2945130"/>
                  </a:lnTo>
                  <a:lnTo>
                    <a:pt x="2701583" y="2938462"/>
                  </a:lnTo>
                  <a:lnTo>
                    <a:pt x="2691743" y="2932112"/>
                  </a:lnTo>
                  <a:lnTo>
                    <a:pt x="2682538" y="2925445"/>
                  </a:lnTo>
                  <a:lnTo>
                    <a:pt x="2673650" y="2918142"/>
                  </a:lnTo>
                  <a:lnTo>
                    <a:pt x="2665715" y="2911157"/>
                  </a:lnTo>
                  <a:close/>
                  <a:moveTo>
                    <a:pt x="1404938" y="2890837"/>
                  </a:moveTo>
                  <a:lnTo>
                    <a:pt x="1408115" y="2896532"/>
                  </a:lnTo>
                  <a:lnTo>
                    <a:pt x="1411928" y="2901593"/>
                  </a:lnTo>
                  <a:lnTo>
                    <a:pt x="1415740" y="2906655"/>
                  </a:lnTo>
                  <a:lnTo>
                    <a:pt x="1419552" y="2911716"/>
                  </a:lnTo>
                  <a:lnTo>
                    <a:pt x="1424000" y="2916778"/>
                  </a:lnTo>
                  <a:lnTo>
                    <a:pt x="1428447" y="2922156"/>
                  </a:lnTo>
                  <a:lnTo>
                    <a:pt x="1438296" y="2931963"/>
                  </a:lnTo>
                  <a:lnTo>
                    <a:pt x="1448780" y="2941453"/>
                  </a:lnTo>
                  <a:lnTo>
                    <a:pt x="1460852" y="2950311"/>
                  </a:lnTo>
                  <a:lnTo>
                    <a:pt x="1472924" y="2958852"/>
                  </a:lnTo>
                  <a:lnTo>
                    <a:pt x="1486267" y="2967394"/>
                  </a:lnTo>
                  <a:lnTo>
                    <a:pt x="1500563" y="2975619"/>
                  </a:lnTo>
                  <a:lnTo>
                    <a:pt x="1515494" y="2983211"/>
                  </a:lnTo>
                  <a:lnTo>
                    <a:pt x="1531061" y="2990487"/>
                  </a:lnTo>
                  <a:lnTo>
                    <a:pt x="1547263" y="2997763"/>
                  </a:lnTo>
                  <a:lnTo>
                    <a:pt x="1564101" y="3004723"/>
                  </a:lnTo>
                  <a:lnTo>
                    <a:pt x="1581574" y="3010734"/>
                  </a:lnTo>
                  <a:lnTo>
                    <a:pt x="1599682" y="3017061"/>
                  </a:lnTo>
                  <a:lnTo>
                    <a:pt x="1618108" y="3022755"/>
                  </a:lnTo>
                  <a:lnTo>
                    <a:pt x="1637170" y="3028133"/>
                  </a:lnTo>
                  <a:lnTo>
                    <a:pt x="1656866" y="3033195"/>
                  </a:lnTo>
                  <a:lnTo>
                    <a:pt x="1676881" y="3037940"/>
                  </a:lnTo>
                  <a:lnTo>
                    <a:pt x="1697213" y="3042369"/>
                  </a:lnTo>
                  <a:lnTo>
                    <a:pt x="1718180" y="3046481"/>
                  </a:lnTo>
                  <a:lnTo>
                    <a:pt x="1738830" y="3050277"/>
                  </a:lnTo>
                  <a:lnTo>
                    <a:pt x="1760116" y="3053757"/>
                  </a:lnTo>
                  <a:lnTo>
                    <a:pt x="1782036" y="3056604"/>
                  </a:lnTo>
                  <a:lnTo>
                    <a:pt x="1803639" y="3059135"/>
                  </a:lnTo>
                  <a:lnTo>
                    <a:pt x="1825877" y="3061666"/>
                  </a:lnTo>
                  <a:lnTo>
                    <a:pt x="1847798" y="3063564"/>
                  </a:lnTo>
                  <a:lnTo>
                    <a:pt x="1870036" y="3065146"/>
                  </a:lnTo>
                  <a:lnTo>
                    <a:pt x="1891957" y="3066411"/>
                  </a:lnTo>
                  <a:lnTo>
                    <a:pt x="1914513" y="3067360"/>
                  </a:lnTo>
                  <a:lnTo>
                    <a:pt x="1936751" y="3067993"/>
                  </a:lnTo>
                  <a:lnTo>
                    <a:pt x="1959307" y="3067993"/>
                  </a:lnTo>
                  <a:lnTo>
                    <a:pt x="1978051" y="3067993"/>
                  </a:lnTo>
                  <a:lnTo>
                    <a:pt x="1996794" y="3067360"/>
                  </a:lnTo>
                  <a:lnTo>
                    <a:pt x="2015538" y="3067044"/>
                  </a:lnTo>
                  <a:lnTo>
                    <a:pt x="2034599" y="3065779"/>
                  </a:lnTo>
                  <a:lnTo>
                    <a:pt x="2053025" y="3064830"/>
                  </a:lnTo>
                  <a:lnTo>
                    <a:pt x="2071769" y="3063564"/>
                  </a:lnTo>
                  <a:lnTo>
                    <a:pt x="2090513" y="3061982"/>
                  </a:lnTo>
                  <a:lnTo>
                    <a:pt x="2108621" y="3060084"/>
                  </a:lnTo>
                  <a:lnTo>
                    <a:pt x="2127365" y="3058186"/>
                  </a:lnTo>
                  <a:lnTo>
                    <a:pt x="2145473" y="3055655"/>
                  </a:lnTo>
                  <a:lnTo>
                    <a:pt x="2163581" y="3052808"/>
                  </a:lnTo>
                  <a:lnTo>
                    <a:pt x="2181372" y="3050277"/>
                  </a:lnTo>
                  <a:lnTo>
                    <a:pt x="2199163" y="3047114"/>
                  </a:lnTo>
                  <a:lnTo>
                    <a:pt x="2216318" y="3043950"/>
                  </a:lnTo>
                  <a:lnTo>
                    <a:pt x="2233473" y="3040471"/>
                  </a:lnTo>
                  <a:lnTo>
                    <a:pt x="2250311" y="3036358"/>
                  </a:lnTo>
                  <a:lnTo>
                    <a:pt x="2266830" y="3032562"/>
                  </a:lnTo>
                  <a:lnTo>
                    <a:pt x="2283668" y="3028133"/>
                  </a:lnTo>
                  <a:lnTo>
                    <a:pt x="2299235" y="3023704"/>
                  </a:lnTo>
                  <a:lnTo>
                    <a:pt x="2315119" y="3018642"/>
                  </a:lnTo>
                  <a:lnTo>
                    <a:pt x="2330051" y="3013897"/>
                  </a:lnTo>
                  <a:lnTo>
                    <a:pt x="2344982" y="3008519"/>
                  </a:lnTo>
                  <a:lnTo>
                    <a:pt x="2359278" y="3003141"/>
                  </a:lnTo>
                  <a:lnTo>
                    <a:pt x="2373574" y="2997447"/>
                  </a:lnTo>
                  <a:lnTo>
                    <a:pt x="2386917" y="2991753"/>
                  </a:lnTo>
                  <a:lnTo>
                    <a:pt x="2399942" y="2985426"/>
                  </a:lnTo>
                  <a:lnTo>
                    <a:pt x="2412650" y="2979099"/>
                  </a:lnTo>
                  <a:lnTo>
                    <a:pt x="2424722" y="2972455"/>
                  </a:lnTo>
                  <a:lnTo>
                    <a:pt x="2436159" y="2965179"/>
                  </a:lnTo>
                  <a:lnTo>
                    <a:pt x="2446961" y="2958220"/>
                  </a:lnTo>
                  <a:lnTo>
                    <a:pt x="2457444" y="2950627"/>
                  </a:lnTo>
                  <a:lnTo>
                    <a:pt x="2466975" y="2943351"/>
                  </a:lnTo>
                  <a:lnTo>
                    <a:pt x="2466975" y="3039838"/>
                  </a:lnTo>
                  <a:lnTo>
                    <a:pt x="2466657" y="3040471"/>
                  </a:lnTo>
                  <a:lnTo>
                    <a:pt x="2466340" y="3048063"/>
                  </a:lnTo>
                  <a:lnTo>
                    <a:pt x="2466022" y="3052808"/>
                  </a:lnTo>
                  <a:lnTo>
                    <a:pt x="2464751" y="3058186"/>
                  </a:lnTo>
                  <a:lnTo>
                    <a:pt x="2463480" y="3062615"/>
                  </a:lnTo>
                  <a:lnTo>
                    <a:pt x="2461892" y="3067993"/>
                  </a:lnTo>
                  <a:lnTo>
                    <a:pt x="2459986" y="3072422"/>
                  </a:lnTo>
                  <a:lnTo>
                    <a:pt x="2457444" y="3077167"/>
                  </a:lnTo>
                  <a:lnTo>
                    <a:pt x="2455220" y="3081912"/>
                  </a:lnTo>
                  <a:lnTo>
                    <a:pt x="2452361" y="3086658"/>
                  </a:lnTo>
                  <a:lnTo>
                    <a:pt x="2449184" y="3091403"/>
                  </a:lnTo>
                  <a:lnTo>
                    <a:pt x="2445690" y="3096148"/>
                  </a:lnTo>
                  <a:lnTo>
                    <a:pt x="2441878" y="3100893"/>
                  </a:lnTo>
                  <a:lnTo>
                    <a:pt x="2437748" y="3105322"/>
                  </a:lnTo>
                  <a:lnTo>
                    <a:pt x="2429170" y="3114180"/>
                  </a:lnTo>
                  <a:lnTo>
                    <a:pt x="2419322" y="3123038"/>
                  </a:lnTo>
                  <a:lnTo>
                    <a:pt x="2408202" y="3131579"/>
                  </a:lnTo>
                  <a:lnTo>
                    <a:pt x="2396130" y="3139804"/>
                  </a:lnTo>
                  <a:lnTo>
                    <a:pt x="2383423" y="3147713"/>
                  </a:lnTo>
                  <a:lnTo>
                    <a:pt x="2369127" y="3155622"/>
                  </a:lnTo>
                  <a:lnTo>
                    <a:pt x="2354195" y="3162898"/>
                  </a:lnTo>
                  <a:lnTo>
                    <a:pt x="2338311" y="3170490"/>
                  </a:lnTo>
                  <a:lnTo>
                    <a:pt x="2321791" y="3177134"/>
                  </a:lnTo>
                  <a:lnTo>
                    <a:pt x="2304636" y="3183777"/>
                  </a:lnTo>
                  <a:lnTo>
                    <a:pt x="2285892" y="3190104"/>
                  </a:lnTo>
                  <a:lnTo>
                    <a:pt x="2266830" y="3196431"/>
                  </a:lnTo>
                  <a:lnTo>
                    <a:pt x="2247134" y="3201809"/>
                  </a:lnTo>
                  <a:lnTo>
                    <a:pt x="2226802" y="3207503"/>
                  </a:lnTo>
                  <a:lnTo>
                    <a:pt x="2205516" y="3212248"/>
                  </a:lnTo>
                  <a:lnTo>
                    <a:pt x="2183278" y="3216677"/>
                  </a:lnTo>
                  <a:lnTo>
                    <a:pt x="2160722" y="3221106"/>
                  </a:lnTo>
                  <a:lnTo>
                    <a:pt x="2137848" y="3224586"/>
                  </a:lnTo>
                  <a:lnTo>
                    <a:pt x="2114340" y="3228382"/>
                  </a:lnTo>
                  <a:lnTo>
                    <a:pt x="2089877" y="3231229"/>
                  </a:lnTo>
                  <a:lnTo>
                    <a:pt x="2065415" y="3233760"/>
                  </a:lnTo>
                  <a:lnTo>
                    <a:pt x="2040000" y="3235975"/>
                  </a:lnTo>
                  <a:lnTo>
                    <a:pt x="2014267" y="3237556"/>
                  </a:lnTo>
                  <a:lnTo>
                    <a:pt x="1988217" y="3238822"/>
                  </a:lnTo>
                  <a:lnTo>
                    <a:pt x="1962166" y="3239771"/>
                  </a:lnTo>
                  <a:lnTo>
                    <a:pt x="1935480" y="3240087"/>
                  </a:lnTo>
                  <a:lnTo>
                    <a:pt x="1908159" y="3239771"/>
                  </a:lnTo>
                  <a:lnTo>
                    <a:pt x="1881155" y="3238822"/>
                  </a:lnTo>
                  <a:lnTo>
                    <a:pt x="1854469" y="3237556"/>
                  </a:lnTo>
                  <a:lnTo>
                    <a:pt x="1828419" y="3235658"/>
                  </a:lnTo>
                  <a:lnTo>
                    <a:pt x="1803004" y="3233760"/>
                  </a:lnTo>
                  <a:lnTo>
                    <a:pt x="1777588" y="3230913"/>
                  </a:lnTo>
                  <a:lnTo>
                    <a:pt x="1752809" y="3227750"/>
                  </a:lnTo>
                  <a:lnTo>
                    <a:pt x="1728664" y="3224270"/>
                  </a:lnTo>
                  <a:lnTo>
                    <a:pt x="1705155" y="3220474"/>
                  </a:lnTo>
                  <a:lnTo>
                    <a:pt x="1682282" y="3215728"/>
                  </a:lnTo>
                  <a:lnTo>
                    <a:pt x="1660043" y="3210983"/>
                  </a:lnTo>
                  <a:lnTo>
                    <a:pt x="1638440" y="3205921"/>
                  </a:lnTo>
                  <a:lnTo>
                    <a:pt x="1617791" y="3200227"/>
                  </a:lnTo>
                  <a:lnTo>
                    <a:pt x="1597776" y="3194533"/>
                  </a:lnTo>
                  <a:lnTo>
                    <a:pt x="1578397" y="3188206"/>
                  </a:lnTo>
                  <a:lnTo>
                    <a:pt x="1559653" y="3181563"/>
                  </a:lnTo>
                  <a:lnTo>
                    <a:pt x="1542498" y="3174287"/>
                  </a:lnTo>
                  <a:lnTo>
                    <a:pt x="1525343" y="3167327"/>
                  </a:lnTo>
                  <a:lnTo>
                    <a:pt x="1509776" y="3159734"/>
                  </a:lnTo>
                  <a:lnTo>
                    <a:pt x="1495162" y="3151826"/>
                  </a:lnTo>
                  <a:lnTo>
                    <a:pt x="1481184" y="3143601"/>
                  </a:lnTo>
                  <a:lnTo>
                    <a:pt x="1468159" y="3135376"/>
                  </a:lnTo>
                  <a:lnTo>
                    <a:pt x="1456404" y="3126834"/>
                  </a:lnTo>
                  <a:lnTo>
                    <a:pt x="1445603" y="3117660"/>
                  </a:lnTo>
                  <a:lnTo>
                    <a:pt x="1440837" y="3113547"/>
                  </a:lnTo>
                  <a:lnTo>
                    <a:pt x="1436390" y="3108802"/>
                  </a:lnTo>
                  <a:lnTo>
                    <a:pt x="1431942" y="3104373"/>
                  </a:lnTo>
                  <a:lnTo>
                    <a:pt x="1428130" y="3099628"/>
                  </a:lnTo>
                  <a:lnTo>
                    <a:pt x="1424318" y="3094883"/>
                  </a:lnTo>
                  <a:lnTo>
                    <a:pt x="1420823" y="3090138"/>
                  </a:lnTo>
                  <a:lnTo>
                    <a:pt x="1417646" y="3085392"/>
                  </a:lnTo>
                  <a:lnTo>
                    <a:pt x="1415105" y="3080331"/>
                  </a:lnTo>
                  <a:lnTo>
                    <a:pt x="1412563" y="3075585"/>
                  </a:lnTo>
                  <a:lnTo>
                    <a:pt x="1410339" y="3070524"/>
                  </a:lnTo>
                  <a:lnTo>
                    <a:pt x="1408115" y="3065779"/>
                  </a:lnTo>
                  <a:lnTo>
                    <a:pt x="1407162" y="3060717"/>
                  </a:lnTo>
                  <a:lnTo>
                    <a:pt x="1405892" y="3055655"/>
                  </a:lnTo>
                  <a:lnTo>
                    <a:pt x="1404621" y="3050594"/>
                  </a:lnTo>
                  <a:lnTo>
                    <a:pt x="1404303" y="3045532"/>
                  </a:lnTo>
                  <a:lnTo>
                    <a:pt x="1404303" y="3040471"/>
                  </a:lnTo>
                  <a:lnTo>
                    <a:pt x="1403350" y="3040471"/>
                  </a:lnTo>
                  <a:lnTo>
                    <a:pt x="1403350" y="2909186"/>
                  </a:lnTo>
                  <a:lnTo>
                    <a:pt x="1403350" y="2905389"/>
                  </a:lnTo>
                  <a:lnTo>
                    <a:pt x="1403985" y="2898113"/>
                  </a:lnTo>
                  <a:lnTo>
                    <a:pt x="1404938" y="2890837"/>
                  </a:lnTo>
                  <a:close/>
                  <a:moveTo>
                    <a:pt x="2609850" y="2805112"/>
                  </a:moveTo>
                  <a:lnTo>
                    <a:pt x="2613342" y="2810827"/>
                  </a:lnTo>
                  <a:lnTo>
                    <a:pt x="2617468" y="2816860"/>
                  </a:lnTo>
                  <a:lnTo>
                    <a:pt x="2621594" y="2822257"/>
                  </a:lnTo>
                  <a:lnTo>
                    <a:pt x="2626038" y="2828290"/>
                  </a:lnTo>
                  <a:lnTo>
                    <a:pt x="2631117" y="2833687"/>
                  </a:lnTo>
                  <a:lnTo>
                    <a:pt x="2635878" y="2839402"/>
                  </a:lnTo>
                  <a:lnTo>
                    <a:pt x="2641274" y="2844800"/>
                  </a:lnTo>
                  <a:lnTo>
                    <a:pt x="2646988" y="2850515"/>
                  </a:lnTo>
                  <a:lnTo>
                    <a:pt x="2658732" y="2860675"/>
                  </a:lnTo>
                  <a:lnTo>
                    <a:pt x="2671746" y="2870835"/>
                  </a:lnTo>
                  <a:lnTo>
                    <a:pt x="2685712" y="2880677"/>
                  </a:lnTo>
                  <a:lnTo>
                    <a:pt x="2700631" y="2889885"/>
                  </a:lnTo>
                  <a:lnTo>
                    <a:pt x="2715867" y="2898775"/>
                  </a:lnTo>
                  <a:lnTo>
                    <a:pt x="2732372" y="2907665"/>
                  </a:lnTo>
                  <a:lnTo>
                    <a:pt x="2749830" y="2915920"/>
                  </a:lnTo>
                  <a:lnTo>
                    <a:pt x="2767923" y="2923857"/>
                  </a:lnTo>
                  <a:lnTo>
                    <a:pt x="2786650" y="2931160"/>
                  </a:lnTo>
                  <a:lnTo>
                    <a:pt x="2805695" y="2938780"/>
                  </a:lnTo>
                  <a:lnTo>
                    <a:pt x="2826009" y="2945447"/>
                  </a:lnTo>
                  <a:lnTo>
                    <a:pt x="2846959" y="2951797"/>
                  </a:lnTo>
                  <a:lnTo>
                    <a:pt x="2867591" y="2957512"/>
                  </a:lnTo>
                  <a:lnTo>
                    <a:pt x="2889492" y="2963545"/>
                  </a:lnTo>
                  <a:lnTo>
                    <a:pt x="2912029" y="2968625"/>
                  </a:lnTo>
                  <a:lnTo>
                    <a:pt x="2934248" y="2973705"/>
                  </a:lnTo>
                  <a:lnTo>
                    <a:pt x="2957102" y="2978150"/>
                  </a:lnTo>
                  <a:lnTo>
                    <a:pt x="2980908" y="2982595"/>
                  </a:lnTo>
                  <a:lnTo>
                    <a:pt x="3004396" y="2986087"/>
                  </a:lnTo>
                  <a:lnTo>
                    <a:pt x="3028203" y="2989580"/>
                  </a:lnTo>
                  <a:lnTo>
                    <a:pt x="3052644" y="2992437"/>
                  </a:lnTo>
                  <a:lnTo>
                    <a:pt x="3077084" y="2994977"/>
                  </a:lnTo>
                  <a:lnTo>
                    <a:pt x="3101525" y="2997200"/>
                  </a:lnTo>
                  <a:lnTo>
                    <a:pt x="3125966" y="2999105"/>
                  </a:lnTo>
                  <a:lnTo>
                    <a:pt x="3150725" y="3000375"/>
                  </a:lnTo>
                  <a:lnTo>
                    <a:pt x="3175800" y="3001327"/>
                  </a:lnTo>
                  <a:lnTo>
                    <a:pt x="3200559" y="3001962"/>
                  </a:lnTo>
                  <a:lnTo>
                    <a:pt x="3225317" y="3002280"/>
                  </a:lnTo>
                  <a:lnTo>
                    <a:pt x="3246266" y="3002280"/>
                  </a:lnTo>
                  <a:lnTo>
                    <a:pt x="3267216" y="3001962"/>
                  </a:lnTo>
                  <a:lnTo>
                    <a:pt x="3288165" y="3001010"/>
                  </a:lnTo>
                  <a:lnTo>
                    <a:pt x="3308797" y="2999740"/>
                  </a:lnTo>
                  <a:lnTo>
                    <a:pt x="3329429" y="2998787"/>
                  </a:lnTo>
                  <a:lnTo>
                    <a:pt x="3350378" y="2997200"/>
                  </a:lnTo>
                  <a:lnTo>
                    <a:pt x="3371010" y="2995612"/>
                  </a:lnTo>
                  <a:lnTo>
                    <a:pt x="3391325" y="2993707"/>
                  </a:lnTo>
                  <a:lnTo>
                    <a:pt x="3411957" y="2991167"/>
                  </a:lnTo>
                  <a:lnTo>
                    <a:pt x="3431954" y="2988310"/>
                  </a:lnTo>
                  <a:lnTo>
                    <a:pt x="3451951" y="2985770"/>
                  </a:lnTo>
                  <a:lnTo>
                    <a:pt x="3471948" y="2982595"/>
                  </a:lnTo>
                  <a:lnTo>
                    <a:pt x="3491628" y="2979102"/>
                  </a:lnTo>
                  <a:lnTo>
                    <a:pt x="3510990" y="2975292"/>
                  </a:lnTo>
                  <a:lnTo>
                    <a:pt x="3530035" y="2971482"/>
                  </a:lnTo>
                  <a:lnTo>
                    <a:pt x="3548763" y="2967037"/>
                  </a:lnTo>
                  <a:lnTo>
                    <a:pt x="3567173" y="2962275"/>
                  </a:lnTo>
                  <a:lnTo>
                    <a:pt x="3585265" y="2957512"/>
                  </a:lnTo>
                  <a:lnTo>
                    <a:pt x="3603041" y="2953067"/>
                  </a:lnTo>
                  <a:lnTo>
                    <a:pt x="3620498" y="2947352"/>
                  </a:lnTo>
                  <a:lnTo>
                    <a:pt x="3637004" y="2941955"/>
                  </a:lnTo>
                  <a:lnTo>
                    <a:pt x="3653510" y="2935922"/>
                  </a:lnTo>
                  <a:lnTo>
                    <a:pt x="3669698" y="2929890"/>
                  </a:lnTo>
                  <a:lnTo>
                    <a:pt x="3685251" y="2923857"/>
                  </a:lnTo>
                  <a:lnTo>
                    <a:pt x="3700170" y="2916872"/>
                  </a:lnTo>
                  <a:lnTo>
                    <a:pt x="3714770" y="2909887"/>
                  </a:lnTo>
                  <a:lnTo>
                    <a:pt x="3728419" y="2902902"/>
                  </a:lnTo>
                  <a:lnTo>
                    <a:pt x="3741751" y="2895282"/>
                  </a:lnTo>
                  <a:lnTo>
                    <a:pt x="3754765" y="2887980"/>
                  </a:lnTo>
                  <a:lnTo>
                    <a:pt x="3767144" y="2880042"/>
                  </a:lnTo>
                  <a:lnTo>
                    <a:pt x="3778571" y="2871787"/>
                  </a:lnTo>
                  <a:lnTo>
                    <a:pt x="3789363" y="2863532"/>
                  </a:lnTo>
                  <a:lnTo>
                    <a:pt x="3789363" y="2971165"/>
                  </a:lnTo>
                  <a:lnTo>
                    <a:pt x="3788728" y="2971482"/>
                  </a:lnTo>
                  <a:lnTo>
                    <a:pt x="3788728" y="2975927"/>
                  </a:lnTo>
                  <a:lnTo>
                    <a:pt x="3788411" y="2980055"/>
                  </a:lnTo>
                  <a:lnTo>
                    <a:pt x="3787776" y="2985770"/>
                  </a:lnTo>
                  <a:lnTo>
                    <a:pt x="3786506" y="2991167"/>
                  </a:lnTo>
                  <a:lnTo>
                    <a:pt x="3785237" y="2996247"/>
                  </a:lnTo>
                  <a:lnTo>
                    <a:pt x="3783332" y="3001962"/>
                  </a:lnTo>
                  <a:lnTo>
                    <a:pt x="3781428" y="3007360"/>
                  </a:lnTo>
                  <a:lnTo>
                    <a:pt x="3778571" y="3012758"/>
                  </a:lnTo>
                  <a:lnTo>
                    <a:pt x="3775714" y="3018155"/>
                  </a:lnTo>
                  <a:lnTo>
                    <a:pt x="3772540" y="3023235"/>
                  </a:lnTo>
                  <a:lnTo>
                    <a:pt x="3769048" y="3028633"/>
                  </a:lnTo>
                  <a:lnTo>
                    <a:pt x="3765557" y="3033713"/>
                  </a:lnTo>
                  <a:lnTo>
                    <a:pt x="3761113" y="3038793"/>
                  </a:lnTo>
                  <a:lnTo>
                    <a:pt x="3756987" y="3043555"/>
                  </a:lnTo>
                  <a:lnTo>
                    <a:pt x="3752226" y="3048635"/>
                  </a:lnTo>
                  <a:lnTo>
                    <a:pt x="3747147" y="3054033"/>
                  </a:lnTo>
                  <a:lnTo>
                    <a:pt x="3741433" y="3058795"/>
                  </a:lnTo>
                  <a:lnTo>
                    <a:pt x="3736037" y="3063240"/>
                  </a:lnTo>
                  <a:lnTo>
                    <a:pt x="3723658" y="3072765"/>
                  </a:lnTo>
                  <a:lnTo>
                    <a:pt x="3710327" y="3082290"/>
                  </a:lnTo>
                  <a:lnTo>
                    <a:pt x="3696043" y="3090863"/>
                  </a:lnTo>
                  <a:lnTo>
                    <a:pt x="3680490" y="3099753"/>
                  </a:lnTo>
                  <a:lnTo>
                    <a:pt x="3663667" y="3108325"/>
                  </a:lnTo>
                  <a:lnTo>
                    <a:pt x="3646526" y="3116263"/>
                  </a:lnTo>
                  <a:lnTo>
                    <a:pt x="3627799" y="3124200"/>
                  </a:lnTo>
                  <a:lnTo>
                    <a:pt x="3608754" y="3131503"/>
                  </a:lnTo>
                  <a:lnTo>
                    <a:pt x="3588122" y="3138170"/>
                  </a:lnTo>
                  <a:lnTo>
                    <a:pt x="3566855" y="3145155"/>
                  </a:lnTo>
                  <a:lnTo>
                    <a:pt x="3544636" y="3151188"/>
                  </a:lnTo>
                  <a:lnTo>
                    <a:pt x="3522417" y="3157538"/>
                  </a:lnTo>
                  <a:lnTo>
                    <a:pt x="3498611" y="3163253"/>
                  </a:lnTo>
                  <a:lnTo>
                    <a:pt x="3474170" y="3168333"/>
                  </a:lnTo>
                  <a:lnTo>
                    <a:pt x="3449412" y="3172778"/>
                  </a:lnTo>
                  <a:lnTo>
                    <a:pt x="3423701" y="3176905"/>
                  </a:lnTo>
                  <a:lnTo>
                    <a:pt x="3397356" y="3181033"/>
                  </a:lnTo>
                  <a:lnTo>
                    <a:pt x="3370376" y="3184208"/>
                  </a:lnTo>
                  <a:lnTo>
                    <a:pt x="3343395" y="3187383"/>
                  </a:lnTo>
                  <a:lnTo>
                    <a:pt x="3315146" y="3189605"/>
                  </a:lnTo>
                  <a:lnTo>
                    <a:pt x="3286896" y="3191193"/>
                  </a:lnTo>
                  <a:lnTo>
                    <a:pt x="3258011" y="3192780"/>
                  </a:lnTo>
                  <a:lnTo>
                    <a:pt x="3228491" y="3193415"/>
                  </a:lnTo>
                  <a:lnTo>
                    <a:pt x="3198972" y="3194050"/>
                  </a:lnTo>
                  <a:lnTo>
                    <a:pt x="3168500" y="3193415"/>
                  </a:lnTo>
                  <a:lnTo>
                    <a:pt x="3138663" y="3192780"/>
                  </a:lnTo>
                  <a:lnTo>
                    <a:pt x="3109143" y="3191193"/>
                  </a:lnTo>
                  <a:lnTo>
                    <a:pt x="3080259" y="3189288"/>
                  </a:lnTo>
                  <a:lnTo>
                    <a:pt x="3051374" y="3186748"/>
                  </a:lnTo>
                  <a:lnTo>
                    <a:pt x="3023441" y="3183573"/>
                  </a:lnTo>
                  <a:lnTo>
                    <a:pt x="2996144" y="3180080"/>
                  </a:lnTo>
                  <a:lnTo>
                    <a:pt x="2969481" y="3176270"/>
                  </a:lnTo>
                  <a:lnTo>
                    <a:pt x="2943453" y="3171825"/>
                  </a:lnTo>
                  <a:lnTo>
                    <a:pt x="2917742" y="3167063"/>
                  </a:lnTo>
                  <a:lnTo>
                    <a:pt x="2892984" y="3161665"/>
                  </a:lnTo>
                  <a:lnTo>
                    <a:pt x="2869178" y="3155633"/>
                  </a:lnTo>
                  <a:lnTo>
                    <a:pt x="2846007" y="3149918"/>
                  </a:lnTo>
                  <a:lnTo>
                    <a:pt x="2823470" y="3142933"/>
                  </a:lnTo>
                  <a:lnTo>
                    <a:pt x="2802203" y="3135948"/>
                  </a:lnTo>
                  <a:lnTo>
                    <a:pt x="2781889" y="3128328"/>
                  </a:lnTo>
                  <a:lnTo>
                    <a:pt x="2762527" y="3121025"/>
                  </a:lnTo>
                  <a:lnTo>
                    <a:pt x="2743799" y="3112770"/>
                  </a:lnTo>
                  <a:lnTo>
                    <a:pt x="2726024" y="3104515"/>
                  </a:lnTo>
                  <a:lnTo>
                    <a:pt x="2709518" y="3095625"/>
                  </a:lnTo>
                  <a:lnTo>
                    <a:pt x="2694600" y="3086735"/>
                  </a:lnTo>
                  <a:lnTo>
                    <a:pt x="2679999" y="3077210"/>
                  </a:lnTo>
                  <a:lnTo>
                    <a:pt x="2666985" y="3067685"/>
                  </a:lnTo>
                  <a:lnTo>
                    <a:pt x="2660954" y="3062923"/>
                  </a:lnTo>
                  <a:lnTo>
                    <a:pt x="2655240" y="3057843"/>
                  </a:lnTo>
                  <a:lnTo>
                    <a:pt x="2650162" y="3052763"/>
                  </a:lnTo>
                  <a:lnTo>
                    <a:pt x="2645083" y="3048000"/>
                  </a:lnTo>
                  <a:lnTo>
                    <a:pt x="2639687" y="3042603"/>
                  </a:lnTo>
                  <a:lnTo>
                    <a:pt x="2635561" y="3037205"/>
                  </a:lnTo>
                  <a:lnTo>
                    <a:pt x="2631434" y="3032125"/>
                  </a:lnTo>
                  <a:lnTo>
                    <a:pt x="2627625" y="3027045"/>
                  </a:lnTo>
                  <a:lnTo>
                    <a:pt x="2624134" y="3021648"/>
                  </a:lnTo>
                  <a:lnTo>
                    <a:pt x="2620960" y="3015933"/>
                  </a:lnTo>
                  <a:lnTo>
                    <a:pt x="2618103" y="3010535"/>
                  </a:lnTo>
                  <a:lnTo>
                    <a:pt x="2615881" y="3005137"/>
                  </a:lnTo>
                  <a:lnTo>
                    <a:pt x="2613659" y="2999422"/>
                  </a:lnTo>
                  <a:lnTo>
                    <a:pt x="2612072" y="2994025"/>
                  </a:lnTo>
                  <a:lnTo>
                    <a:pt x="2610485" y="2988310"/>
                  </a:lnTo>
                  <a:lnTo>
                    <a:pt x="2609850" y="2982912"/>
                  </a:lnTo>
                  <a:lnTo>
                    <a:pt x="2609215" y="2976880"/>
                  </a:lnTo>
                  <a:lnTo>
                    <a:pt x="2609215" y="2971482"/>
                  </a:lnTo>
                  <a:lnTo>
                    <a:pt x="2608580" y="2971482"/>
                  </a:lnTo>
                  <a:lnTo>
                    <a:pt x="2608580" y="2825115"/>
                  </a:lnTo>
                  <a:lnTo>
                    <a:pt x="2608263" y="2821305"/>
                  </a:lnTo>
                  <a:lnTo>
                    <a:pt x="2608580" y="2812732"/>
                  </a:lnTo>
                  <a:lnTo>
                    <a:pt x="2609850" y="2805112"/>
                  </a:lnTo>
                  <a:close/>
                  <a:moveTo>
                    <a:pt x="3151360" y="2793804"/>
                  </a:moveTo>
                  <a:lnTo>
                    <a:pt x="3151360" y="2908645"/>
                  </a:lnTo>
                  <a:lnTo>
                    <a:pt x="3174848" y="2908962"/>
                  </a:lnTo>
                  <a:lnTo>
                    <a:pt x="3198972" y="2909280"/>
                  </a:lnTo>
                  <a:lnTo>
                    <a:pt x="3231983" y="2908962"/>
                  </a:lnTo>
                  <a:lnTo>
                    <a:pt x="3231983" y="2794121"/>
                  </a:lnTo>
                  <a:lnTo>
                    <a:pt x="3198972" y="2794755"/>
                  </a:lnTo>
                  <a:lnTo>
                    <a:pt x="3174848" y="2794121"/>
                  </a:lnTo>
                  <a:lnTo>
                    <a:pt x="3151360" y="2793804"/>
                  </a:lnTo>
                  <a:close/>
                  <a:moveTo>
                    <a:pt x="2989478" y="2779528"/>
                  </a:moveTo>
                  <a:lnTo>
                    <a:pt x="2989478" y="2894687"/>
                  </a:lnTo>
                  <a:lnTo>
                    <a:pt x="3009158" y="2897542"/>
                  </a:lnTo>
                  <a:lnTo>
                    <a:pt x="3029472" y="2899762"/>
                  </a:lnTo>
                  <a:lnTo>
                    <a:pt x="3049469" y="2902300"/>
                  </a:lnTo>
                  <a:lnTo>
                    <a:pt x="3070419" y="2903887"/>
                  </a:lnTo>
                  <a:lnTo>
                    <a:pt x="3070419" y="2789045"/>
                  </a:lnTo>
                  <a:lnTo>
                    <a:pt x="3049469" y="2787142"/>
                  </a:lnTo>
                  <a:lnTo>
                    <a:pt x="3029472" y="2784921"/>
                  </a:lnTo>
                  <a:lnTo>
                    <a:pt x="3009158" y="2782383"/>
                  </a:lnTo>
                  <a:lnTo>
                    <a:pt x="2989478" y="2779528"/>
                  </a:lnTo>
                  <a:close/>
                  <a:moveTo>
                    <a:pt x="2827597" y="2743045"/>
                  </a:moveTo>
                  <a:lnTo>
                    <a:pt x="2827597" y="2859790"/>
                  </a:lnTo>
                  <a:lnTo>
                    <a:pt x="2846959" y="2865500"/>
                  </a:lnTo>
                  <a:lnTo>
                    <a:pt x="2866956" y="2870576"/>
                  </a:lnTo>
                  <a:lnTo>
                    <a:pt x="2887588" y="2875969"/>
                  </a:lnTo>
                  <a:lnTo>
                    <a:pt x="2908220" y="2880411"/>
                  </a:lnTo>
                  <a:lnTo>
                    <a:pt x="2908220" y="2764618"/>
                  </a:lnTo>
                  <a:lnTo>
                    <a:pt x="2887588" y="2759542"/>
                  </a:lnTo>
                  <a:lnTo>
                    <a:pt x="2866956" y="2754466"/>
                  </a:lnTo>
                  <a:lnTo>
                    <a:pt x="2846959" y="2748755"/>
                  </a:lnTo>
                  <a:lnTo>
                    <a:pt x="2827597" y="2743045"/>
                  </a:lnTo>
                  <a:close/>
                  <a:moveTo>
                    <a:pt x="1998663" y="2711450"/>
                  </a:moveTo>
                  <a:lnTo>
                    <a:pt x="2032589" y="2718179"/>
                  </a:lnTo>
                  <a:lnTo>
                    <a:pt x="2039311" y="2719781"/>
                  </a:lnTo>
                  <a:lnTo>
                    <a:pt x="2045072" y="2721383"/>
                  </a:lnTo>
                  <a:lnTo>
                    <a:pt x="2050513" y="2723306"/>
                  </a:lnTo>
                  <a:lnTo>
                    <a:pt x="2054674" y="2725228"/>
                  </a:lnTo>
                  <a:lnTo>
                    <a:pt x="2058834" y="2727791"/>
                  </a:lnTo>
                  <a:lnTo>
                    <a:pt x="2062675" y="2730034"/>
                  </a:lnTo>
                  <a:lnTo>
                    <a:pt x="2069716" y="2735161"/>
                  </a:lnTo>
                  <a:lnTo>
                    <a:pt x="2072597" y="2738045"/>
                  </a:lnTo>
                  <a:lnTo>
                    <a:pt x="2074517" y="2740287"/>
                  </a:lnTo>
                  <a:lnTo>
                    <a:pt x="2076118" y="2742851"/>
                  </a:lnTo>
                  <a:lnTo>
                    <a:pt x="2077398" y="2745734"/>
                  </a:lnTo>
                  <a:lnTo>
                    <a:pt x="2078038" y="2747977"/>
                  </a:lnTo>
                  <a:lnTo>
                    <a:pt x="2078038" y="2750861"/>
                  </a:lnTo>
                  <a:lnTo>
                    <a:pt x="2077718" y="2753104"/>
                  </a:lnTo>
                  <a:lnTo>
                    <a:pt x="2077078" y="2755988"/>
                  </a:lnTo>
                  <a:lnTo>
                    <a:pt x="2075478" y="2758231"/>
                  </a:lnTo>
                  <a:lnTo>
                    <a:pt x="2073877" y="2760794"/>
                  </a:lnTo>
                  <a:lnTo>
                    <a:pt x="2071317" y="2763037"/>
                  </a:lnTo>
                  <a:lnTo>
                    <a:pt x="2068756" y="2764959"/>
                  </a:lnTo>
                  <a:lnTo>
                    <a:pt x="2065876" y="2767522"/>
                  </a:lnTo>
                  <a:lnTo>
                    <a:pt x="2062355" y="2769445"/>
                  </a:lnTo>
                  <a:lnTo>
                    <a:pt x="2058194" y="2771047"/>
                  </a:lnTo>
                  <a:lnTo>
                    <a:pt x="2054354" y="2772649"/>
                  </a:lnTo>
                  <a:lnTo>
                    <a:pt x="2048272" y="2774572"/>
                  </a:lnTo>
                  <a:lnTo>
                    <a:pt x="2041871" y="2776174"/>
                  </a:lnTo>
                  <a:lnTo>
                    <a:pt x="2035790" y="2777776"/>
                  </a:lnTo>
                  <a:lnTo>
                    <a:pt x="2028429" y="2779057"/>
                  </a:lnTo>
                  <a:lnTo>
                    <a:pt x="2014026" y="2780659"/>
                  </a:lnTo>
                  <a:lnTo>
                    <a:pt x="1998663" y="2781300"/>
                  </a:lnTo>
                  <a:lnTo>
                    <a:pt x="1998663" y="2711450"/>
                  </a:lnTo>
                  <a:close/>
                  <a:moveTo>
                    <a:pt x="3717945" y="2699583"/>
                  </a:moveTo>
                  <a:lnTo>
                    <a:pt x="3711914" y="2703073"/>
                  </a:lnTo>
                  <a:lnTo>
                    <a:pt x="3704931" y="2707197"/>
                  </a:lnTo>
                  <a:lnTo>
                    <a:pt x="3696678" y="2710686"/>
                  </a:lnTo>
                  <a:lnTo>
                    <a:pt x="3688425" y="2714493"/>
                  </a:lnTo>
                  <a:lnTo>
                    <a:pt x="3671285" y="2721155"/>
                  </a:lnTo>
                  <a:lnTo>
                    <a:pt x="3656684" y="2726866"/>
                  </a:lnTo>
                  <a:lnTo>
                    <a:pt x="3656684" y="2827749"/>
                  </a:lnTo>
                  <a:lnTo>
                    <a:pt x="3665254" y="2823307"/>
                  </a:lnTo>
                  <a:lnTo>
                    <a:pt x="3674142" y="2818549"/>
                  </a:lnTo>
                  <a:lnTo>
                    <a:pt x="3682394" y="2813790"/>
                  </a:lnTo>
                  <a:lnTo>
                    <a:pt x="3690647" y="2808714"/>
                  </a:lnTo>
                  <a:lnTo>
                    <a:pt x="3698582" y="2803321"/>
                  </a:lnTo>
                  <a:lnTo>
                    <a:pt x="3705566" y="2798245"/>
                  </a:lnTo>
                  <a:lnTo>
                    <a:pt x="3711914" y="2792535"/>
                  </a:lnTo>
                  <a:lnTo>
                    <a:pt x="3717945" y="2787776"/>
                  </a:lnTo>
                  <a:lnTo>
                    <a:pt x="3717945" y="2699583"/>
                  </a:lnTo>
                  <a:close/>
                  <a:moveTo>
                    <a:pt x="2490788" y="2694304"/>
                  </a:moveTo>
                  <a:lnTo>
                    <a:pt x="2490788" y="2826893"/>
                  </a:lnTo>
                  <a:lnTo>
                    <a:pt x="2490471" y="2827210"/>
                  </a:lnTo>
                  <a:lnTo>
                    <a:pt x="2489836" y="2835140"/>
                  </a:lnTo>
                  <a:lnTo>
                    <a:pt x="2489519" y="2839898"/>
                  </a:lnTo>
                  <a:lnTo>
                    <a:pt x="2488250" y="2844973"/>
                  </a:lnTo>
                  <a:lnTo>
                    <a:pt x="2487298" y="2849731"/>
                  </a:lnTo>
                  <a:lnTo>
                    <a:pt x="2485711" y="2854807"/>
                  </a:lnTo>
                  <a:lnTo>
                    <a:pt x="2483490" y="2859565"/>
                  </a:lnTo>
                  <a:lnTo>
                    <a:pt x="2481269" y="2864323"/>
                  </a:lnTo>
                  <a:lnTo>
                    <a:pt x="2479048" y="2869080"/>
                  </a:lnTo>
                  <a:lnTo>
                    <a:pt x="2475874" y="2873838"/>
                  </a:lnTo>
                  <a:lnTo>
                    <a:pt x="2472701" y="2878279"/>
                  </a:lnTo>
                  <a:lnTo>
                    <a:pt x="2469528" y="2883037"/>
                  </a:lnTo>
                  <a:lnTo>
                    <a:pt x="2465403" y="2887795"/>
                  </a:lnTo>
                  <a:lnTo>
                    <a:pt x="2461595" y="2892236"/>
                  </a:lnTo>
                  <a:lnTo>
                    <a:pt x="2453028" y="2901435"/>
                  </a:lnTo>
                  <a:lnTo>
                    <a:pt x="2443191" y="2909999"/>
                  </a:lnTo>
                  <a:lnTo>
                    <a:pt x="2432086" y="2918563"/>
                  </a:lnTo>
                  <a:lnTo>
                    <a:pt x="2419710" y="2926811"/>
                  </a:lnTo>
                  <a:lnTo>
                    <a:pt x="2406701" y="2934740"/>
                  </a:lnTo>
                  <a:lnTo>
                    <a:pt x="2393056" y="2942670"/>
                  </a:lnTo>
                  <a:lnTo>
                    <a:pt x="2378143" y="2950283"/>
                  </a:lnTo>
                  <a:lnTo>
                    <a:pt x="2362277" y="2957579"/>
                  </a:lnTo>
                  <a:lnTo>
                    <a:pt x="2345777" y="2964240"/>
                  </a:lnTo>
                  <a:lnTo>
                    <a:pt x="2328325" y="2970901"/>
                  </a:lnTo>
                  <a:lnTo>
                    <a:pt x="2309921" y="2977245"/>
                  </a:lnTo>
                  <a:lnTo>
                    <a:pt x="2290882" y="2983589"/>
                  </a:lnTo>
                  <a:lnTo>
                    <a:pt x="2270892" y="2989298"/>
                  </a:lnTo>
                  <a:lnTo>
                    <a:pt x="2250267" y="2994691"/>
                  </a:lnTo>
                  <a:lnTo>
                    <a:pt x="2229324" y="2999449"/>
                  </a:lnTo>
                  <a:lnTo>
                    <a:pt x="2207430" y="3004207"/>
                  </a:lnTo>
                  <a:lnTo>
                    <a:pt x="2184901" y="3008330"/>
                  </a:lnTo>
                  <a:lnTo>
                    <a:pt x="2162054" y="3012137"/>
                  </a:lnTo>
                  <a:lnTo>
                    <a:pt x="2138256" y="3015626"/>
                  </a:lnTo>
                  <a:lnTo>
                    <a:pt x="2113823" y="3018798"/>
                  </a:lnTo>
                  <a:lnTo>
                    <a:pt x="2089390" y="3021018"/>
                  </a:lnTo>
                  <a:lnTo>
                    <a:pt x="2064323" y="3023556"/>
                  </a:lnTo>
                  <a:lnTo>
                    <a:pt x="2038621" y="3025142"/>
                  </a:lnTo>
                  <a:lnTo>
                    <a:pt x="2012601" y="3026093"/>
                  </a:lnTo>
                  <a:lnTo>
                    <a:pt x="1986582" y="3027045"/>
                  </a:lnTo>
                  <a:lnTo>
                    <a:pt x="1959928" y="3027362"/>
                  </a:lnTo>
                  <a:lnTo>
                    <a:pt x="1932639" y="3027045"/>
                  </a:lnTo>
                  <a:lnTo>
                    <a:pt x="1905350" y="3026093"/>
                  </a:lnTo>
                  <a:lnTo>
                    <a:pt x="1879014" y="3025142"/>
                  </a:lnTo>
                  <a:lnTo>
                    <a:pt x="1852994" y="3022921"/>
                  </a:lnTo>
                  <a:lnTo>
                    <a:pt x="1827292" y="3021018"/>
                  </a:lnTo>
                  <a:lnTo>
                    <a:pt x="1802224" y="3018481"/>
                  </a:lnTo>
                  <a:lnTo>
                    <a:pt x="1777157" y="3015309"/>
                  </a:lnTo>
                  <a:lnTo>
                    <a:pt x="1753359" y="3011502"/>
                  </a:lnTo>
                  <a:lnTo>
                    <a:pt x="1729560" y="3007379"/>
                  </a:lnTo>
                  <a:lnTo>
                    <a:pt x="1706714" y="3002938"/>
                  </a:lnTo>
                  <a:lnTo>
                    <a:pt x="1684502" y="2998180"/>
                  </a:lnTo>
                  <a:lnTo>
                    <a:pt x="1662925" y="2993105"/>
                  </a:lnTo>
                  <a:lnTo>
                    <a:pt x="1641983" y="2987712"/>
                  </a:lnTo>
                  <a:lnTo>
                    <a:pt x="1622309" y="2981686"/>
                  </a:lnTo>
                  <a:lnTo>
                    <a:pt x="1602953" y="2975342"/>
                  </a:lnTo>
                  <a:lnTo>
                    <a:pt x="1584549" y="2968681"/>
                  </a:lnTo>
                  <a:lnTo>
                    <a:pt x="1566780" y="2961702"/>
                  </a:lnTo>
                  <a:lnTo>
                    <a:pt x="1550280" y="2954407"/>
                  </a:lnTo>
                  <a:lnTo>
                    <a:pt x="1534414" y="2947111"/>
                  </a:lnTo>
                  <a:lnTo>
                    <a:pt x="1519501" y="2939181"/>
                  </a:lnTo>
                  <a:lnTo>
                    <a:pt x="1505539" y="2930934"/>
                  </a:lnTo>
                  <a:lnTo>
                    <a:pt x="1493164" y="2922687"/>
                  </a:lnTo>
                  <a:lnTo>
                    <a:pt x="1481106" y="2913805"/>
                  </a:lnTo>
                  <a:lnTo>
                    <a:pt x="1470635" y="2904924"/>
                  </a:lnTo>
                  <a:lnTo>
                    <a:pt x="1465875" y="2900483"/>
                  </a:lnTo>
                  <a:lnTo>
                    <a:pt x="1461116" y="2895725"/>
                  </a:lnTo>
                  <a:lnTo>
                    <a:pt x="1456673" y="2891284"/>
                  </a:lnTo>
                  <a:lnTo>
                    <a:pt x="1452866" y="2886844"/>
                  </a:lnTo>
                  <a:lnTo>
                    <a:pt x="1449375" y="2882086"/>
                  </a:lnTo>
                  <a:lnTo>
                    <a:pt x="1445885" y="2877328"/>
                  </a:lnTo>
                  <a:lnTo>
                    <a:pt x="1442712" y="2872252"/>
                  </a:lnTo>
                  <a:lnTo>
                    <a:pt x="1439856" y="2867494"/>
                  </a:lnTo>
                  <a:lnTo>
                    <a:pt x="1437000" y="2862737"/>
                  </a:lnTo>
                  <a:lnTo>
                    <a:pt x="1435096" y="2857661"/>
                  </a:lnTo>
                  <a:lnTo>
                    <a:pt x="1433192" y="2852269"/>
                  </a:lnTo>
                  <a:lnTo>
                    <a:pt x="1431606" y="2847828"/>
                  </a:lnTo>
                  <a:lnTo>
                    <a:pt x="1430337" y="2842436"/>
                  </a:lnTo>
                  <a:lnTo>
                    <a:pt x="1429702" y="2837361"/>
                  </a:lnTo>
                  <a:lnTo>
                    <a:pt x="1429385" y="2832286"/>
                  </a:lnTo>
                  <a:lnTo>
                    <a:pt x="1428750" y="2827210"/>
                  </a:lnTo>
                  <a:lnTo>
                    <a:pt x="1428750" y="2700014"/>
                  </a:lnTo>
                  <a:lnTo>
                    <a:pt x="1429702" y="2705406"/>
                  </a:lnTo>
                  <a:lnTo>
                    <a:pt x="1430654" y="2711433"/>
                  </a:lnTo>
                  <a:lnTo>
                    <a:pt x="1432240" y="2716825"/>
                  </a:lnTo>
                  <a:lnTo>
                    <a:pt x="1434462" y="2722218"/>
                  </a:lnTo>
                  <a:lnTo>
                    <a:pt x="1436683" y="2728245"/>
                  </a:lnTo>
                  <a:lnTo>
                    <a:pt x="1439539" y="2733320"/>
                  </a:lnTo>
                  <a:lnTo>
                    <a:pt x="1442712" y="2739029"/>
                  </a:lnTo>
                  <a:lnTo>
                    <a:pt x="1446202" y="2744422"/>
                  </a:lnTo>
                  <a:lnTo>
                    <a:pt x="1449692" y="2749497"/>
                  </a:lnTo>
                  <a:lnTo>
                    <a:pt x="1454135" y="2755206"/>
                  </a:lnTo>
                  <a:lnTo>
                    <a:pt x="1458894" y="2760282"/>
                  </a:lnTo>
                  <a:lnTo>
                    <a:pt x="1463654" y="2765357"/>
                  </a:lnTo>
                  <a:lnTo>
                    <a:pt x="1468731" y="2770432"/>
                  </a:lnTo>
                  <a:lnTo>
                    <a:pt x="1474125" y="2775507"/>
                  </a:lnTo>
                  <a:lnTo>
                    <a:pt x="1480154" y="2780265"/>
                  </a:lnTo>
                  <a:lnTo>
                    <a:pt x="1480154" y="2879231"/>
                  </a:lnTo>
                  <a:lnTo>
                    <a:pt x="1482375" y="2882086"/>
                  </a:lnTo>
                  <a:lnTo>
                    <a:pt x="1484914" y="2884623"/>
                  </a:lnTo>
                  <a:lnTo>
                    <a:pt x="1491895" y="2890650"/>
                  </a:lnTo>
                  <a:lnTo>
                    <a:pt x="1500145" y="2896994"/>
                  </a:lnTo>
                  <a:lnTo>
                    <a:pt x="1509664" y="2903338"/>
                  </a:lnTo>
                  <a:lnTo>
                    <a:pt x="1519818" y="2909682"/>
                  </a:lnTo>
                  <a:lnTo>
                    <a:pt x="1530924" y="2915709"/>
                  </a:lnTo>
                  <a:lnTo>
                    <a:pt x="1542030" y="2921735"/>
                  </a:lnTo>
                  <a:lnTo>
                    <a:pt x="1553136" y="2926811"/>
                  </a:lnTo>
                  <a:lnTo>
                    <a:pt x="1553136" y="2824673"/>
                  </a:lnTo>
                  <a:lnTo>
                    <a:pt x="1569953" y="2832286"/>
                  </a:lnTo>
                  <a:lnTo>
                    <a:pt x="1587723" y="2839264"/>
                  </a:lnTo>
                  <a:lnTo>
                    <a:pt x="1606127" y="2846242"/>
                  </a:lnTo>
                  <a:lnTo>
                    <a:pt x="1625482" y="2852269"/>
                  </a:lnTo>
                  <a:lnTo>
                    <a:pt x="1625482" y="2953772"/>
                  </a:lnTo>
                  <a:lnTo>
                    <a:pt x="1642935" y="2958847"/>
                  </a:lnTo>
                  <a:lnTo>
                    <a:pt x="1661021" y="2963605"/>
                  </a:lnTo>
                  <a:lnTo>
                    <a:pt x="1679425" y="2968363"/>
                  </a:lnTo>
                  <a:lnTo>
                    <a:pt x="1698464" y="2972487"/>
                  </a:lnTo>
                  <a:lnTo>
                    <a:pt x="1698464" y="2871618"/>
                  </a:lnTo>
                  <a:lnTo>
                    <a:pt x="1716233" y="2875424"/>
                  </a:lnTo>
                  <a:lnTo>
                    <a:pt x="1734320" y="2878914"/>
                  </a:lnTo>
                  <a:lnTo>
                    <a:pt x="1752407" y="2882086"/>
                  </a:lnTo>
                  <a:lnTo>
                    <a:pt x="1771445" y="2885258"/>
                  </a:lnTo>
                  <a:lnTo>
                    <a:pt x="1771445" y="2985175"/>
                  </a:lnTo>
                  <a:lnTo>
                    <a:pt x="1789215" y="2987712"/>
                  </a:lnTo>
                  <a:lnTo>
                    <a:pt x="1807301" y="2989933"/>
                  </a:lnTo>
                  <a:lnTo>
                    <a:pt x="1825388" y="2991836"/>
                  </a:lnTo>
                  <a:lnTo>
                    <a:pt x="1843792" y="2993422"/>
                  </a:lnTo>
                  <a:lnTo>
                    <a:pt x="1843792" y="2893505"/>
                  </a:lnTo>
                  <a:lnTo>
                    <a:pt x="1861879" y="2895091"/>
                  </a:lnTo>
                  <a:lnTo>
                    <a:pt x="1880283" y="2896042"/>
                  </a:lnTo>
                  <a:lnTo>
                    <a:pt x="1898369" y="2896994"/>
                  </a:lnTo>
                  <a:lnTo>
                    <a:pt x="1916773" y="2897628"/>
                  </a:lnTo>
                  <a:lnTo>
                    <a:pt x="1916773" y="2997546"/>
                  </a:lnTo>
                  <a:lnTo>
                    <a:pt x="1938033" y="2997863"/>
                  </a:lnTo>
                  <a:lnTo>
                    <a:pt x="1959928" y="2998180"/>
                  </a:lnTo>
                  <a:lnTo>
                    <a:pt x="1989755" y="2997863"/>
                  </a:lnTo>
                  <a:lnTo>
                    <a:pt x="1989755" y="2898263"/>
                  </a:lnTo>
                  <a:lnTo>
                    <a:pt x="2018630" y="2896994"/>
                  </a:lnTo>
                  <a:lnTo>
                    <a:pt x="2046553" y="2895408"/>
                  </a:lnTo>
                  <a:lnTo>
                    <a:pt x="2074159" y="2893505"/>
                  </a:lnTo>
                  <a:lnTo>
                    <a:pt x="2101448" y="2890967"/>
                  </a:lnTo>
                  <a:lnTo>
                    <a:pt x="2128102" y="2887795"/>
                  </a:lnTo>
                  <a:lnTo>
                    <a:pt x="2154122" y="2883989"/>
                  </a:lnTo>
                  <a:lnTo>
                    <a:pt x="2179189" y="2879865"/>
                  </a:lnTo>
                  <a:lnTo>
                    <a:pt x="2204257" y="2875424"/>
                  </a:lnTo>
                  <a:lnTo>
                    <a:pt x="2228372" y="2870032"/>
                  </a:lnTo>
                  <a:lnTo>
                    <a:pt x="2251219" y="2864640"/>
                  </a:lnTo>
                  <a:lnTo>
                    <a:pt x="2273430" y="2858613"/>
                  </a:lnTo>
                  <a:lnTo>
                    <a:pt x="2294690" y="2851952"/>
                  </a:lnTo>
                  <a:lnTo>
                    <a:pt x="2315633" y="2845291"/>
                  </a:lnTo>
                  <a:lnTo>
                    <a:pt x="2335306" y="2838312"/>
                  </a:lnTo>
                  <a:lnTo>
                    <a:pt x="2354027" y="2830382"/>
                  </a:lnTo>
                  <a:lnTo>
                    <a:pt x="2371797" y="2822452"/>
                  </a:lnTo>
                  <a:lnTo>
                    <a:pt x="2371797" y="2924590"/>
                  </a:lnTo>
                  <a:lnTo>
                    <a:pt x="2379729" y="2921101"/>
                  </a:lnTo>
                  <a:lnTo>
                    <a:pt x="2387028" y="2916660"/>
                  </a:lnTo>
                  <a:lnTo>
                    <a:pt x="2394643" y="2912219"/>
                  </a:lnTo>
                  <a:lnTo>
                    <a:pt x="2401941" y="2907461"/>
                  </a:lnTo>
                  <a:lnTo>
                    <a:pt x="2409239" y="2902703"/>
                  </a:lnTo>
                  <a:lnTo>
                    <a:pt x="2415585" y="2898263"/>
                  </a:lnTo>
                  <a:lnTo>
                    <a:pt x="2421297" y="2893505"/>
                  </a:lnTo>
                  <a:lnTo>
                    <a:pt x="2426374" y="2889064"/>
                  </a:lnTo>
                  <a:lnTo>
                    <a:pt x="2426374" y="2791050"/>
                  </a:lnTo>
                  <a:lnTo>
                    <a:pt x="2433989" y="2785340"/>
                  </a:lnTo>
                  <a:lnTo>
                    <a:pt x="2440653" y="2779948"/>
                  </a:lnTo>
                  <a:lnTo>
                    <a:pt x="2447316" y="2774238"/>
                  </a:lnTo>
                  <a:lnTo>
                    <a:pt x="2453345" y="2768529"/>
                  </a:lnTo>
                  <a:lnTo>
                    <a:pt x="2459057" y="2762819"/>
                  </a:lnTo>
                  <a:lnTo>
                    <a:pt x="2464451" y="2757110"/>
                  </a:lnTo>
                  <a:lnTo>
                    <a:pt x="2469211" y="2751083"/>
                  </a:lnTo>
                  <a:lnTo>
                    <a:pt x="2473336" y="2744739"/>
                  </a:lnTo>
                  <a:lnTo>
                    <a:pt x="2477461" y="2739029"/>
                  </a:lnTo>
                  <a:lnTo>
                    <a:pt x="2480634" y="2732685"/>
                  </a:lnTo>
                  <a:lnTo>
                    <a:pt x="2483490" y="2726341"/>
                  </a:lnTo>
                  <a:lnTo>
                    <a:pt x="2486028" y="2719997"/>
                  </a:lnTo>
                  <a:lnTo>
                    <a:pt x="2487932" y="2713654"/>
                  </a:lnTo>
                  <a:lnTo>
                    <a:pt x="2489519" y="2707310"/>
                  </a:lnTo>
                  <a:lnTo>
                    <a:pt x="2490471" y="2700966"/>
                  </a:lnTo>
                  <a:lnTo>
                    <a:pt x="2490788" y="2694304"/>
                  </a:lnTo>
                  <a:close/>
                  <a:moveTo>
                    <a:pt x="2490470" y="2686155"/>
                  </a:moveTo>
                  <a:lnTo>
                    <a:pt x="2490788" y="2691795"/>
                  </a:lnTo>
                  <a:lnTo>
                    <a:pt x="2490470" y="2693988"/>
                  </a:lnTo>
                  <a:lnTo>
                    <a:pt x="2490470" y="2690542"/>
                  </a:lnTo>
                  <a:lnTo>
                    <a:pt x="2490470" y="2686155"/>
                  </a:lnTo>
                  <a:close/>
                  <a:moveTo>
                    <a:pt x="2490416" y="2685242"/>
                  </a:moveTo>
                  <a:lnTo>
                    <a:pt x="2490470" y="2685528"/>
                  </a:lnTo>
                  <a:lnTo>
                    <a:pt x="2490470" y="2686155"/>
                  </a:lnTo>
                  <a:lnTo>
                    <a:pt x="2490416" y="2685242"/>
                  </a:lnTo>
                  <a:close/>
                  <a:moveTo>
                    <a:pt x="1427957" y="2683026"/>
                  </a:moveTo>
                  <a:lnTo>
                    <a:pt x="1427516" y="2686071"/>
                  </a:lnTo>
                  <a:lnTo>
                    <a:pt x="1427516" y="2690943"/>
                  </a:lnTo>
                  <a:lnTo>
                    <a:pt x="1427516" y="2693987"/>
                  </a:lnTo>
                  <a:lnTo>
                    <a:pt x="1427163" y="2692161"/>
                  </a:lnTo>
                  <a:lnTo>
                    <a:pt x="1427163" y="2686680"/>
                  </a:lnTo>
                  <a:lnTo>
                    <a:pt x="1427957" y="2683026"/>
                  </a:lnTo>
                  <a:close/>
                  <a:moveTo>
                    <a:pt x="1430338" y="2671762"/>
                  </a:moveTo>
                  <a:lnTo>
                    <a:pt x="1428927" y="2676633"/>
                  </a:lnTo>
                  <a:lnTo>
                    <a:pt x="1428221" y="2681809"/>
                  </a:lnTo>
                  <a:lnTo>
                    <a:pt x="1427957" y="2683026"/>
                  </a:lnTo>
                  <a:lnTo>
                    <a:pt x="1428221" y="2681200"/>
                  </a:lnTo>
                  <a:lnTo>
                    <a:pt x="1428927" y="2676329"/>
                  </a:lnTo>
                  <a:lnTo>
                    <a:pt x="1430338" y="2671762"/>
                  </a:lnTo>
                  <a:close/>
                  <a:moveTo>
                    <a:pt x="2487613" y="2670175"/>
                  </a:moveTo>
                  <a:lnTo>
                    <a:pt x="2489200" y="2675815"/>
                  </a:lnTo>
                  <a:lnTo>
                    <a:pt x="2490153" y="2680828"/>
                  </a:lnTo>
                  <a:lnTo>
                    <a:pt x="2490416" y="2685242"/>
                  </a:lnTo>
                  <a:lnTo>
                    <a:pt x="2489518" y="2680515"/>
                  </a:lnTo>
                  <a:lnTo>
                    <a:pt x="2488883" y="2675502"/>
                  </a:lnTo>
                  <a:lnTo>
                    <a:pt x="2487613" y="2670175"/>
                  </a:lnTo>
                  <a:close/>
                  <a:moveTo>
                    <a:pt x="2665715" y="2659293"/>
                  </a:moveTo>
                  <a:lnTo>
                    <a:pt x="2665715" y="2777307"/>
                  </a:lnTo>
                  <a:lnTo>
                    <a:pt x="2668254" y="2780162"/>
                  </a:lnTo>
                  <a:lnTo>
                    <a:pt x="2671429" y="2783335"/>
                  </a:lnTo>
                  <a:lnTo>
                    <a:pt x="2678729" y="2789362"/>
                  </a:lnTo>
                  <a:lnTo>
                    <a:pt x="2687934" y="2796659"/>
                  </a:lnTo>
                  <a:lnTo>
                    <a:pt x="2698726" y="2803638"/>
                  </a:lnTo>
                  <a:lnTo>
                    <a:pt x="2710153" y="2810935"/>
                  </a:lnTo>
                  <a:lnTo>
                    <a:pt x="2722215" y="2817914"/>
                  </a:lnTo>
                  <a:lnTo>
                    <a:pt x="2734594" y="2824259"/>
                  </a:lnTo>
                  <a:lnTo>
                    <a:pt x="2746656" y="2829969"/>
                  </a:lnTo>
                  <a:lnTo>
                    <a:pt x="2746656" y="2711004"/>
                  </a:lnTo>
                  <a:lnTo>
                    <a:pt x="2734594" y="2705293"/>
                  </a:lnTo>
                  <a:lnTo>
                    <a:pt x="2723167" y="2699266"/>
                  </a:lnTo>
                  <a:lnTo>
                    <a:pt x="2712058" y="2692921"/>
                  </a:lnTo>
                  <a:lnTo>
                    <a:pt x="2701583" y="2686259"/>
                  </a:lnTo>
                  <a:lnTo>
                    <a:pt x="2691743" y="2679914"/>
                  </a:lnTo>
                  <a:lnTo>
                    <a:pt x="2682538" y="2673252"/>
                  </a:lnTo>
                  <a:lnTo>
                    <a:pt x="2673650" y="2666273"/>
                  </a:lnTo>
                  <a:lnTo>
                    <a:pt x="2665715" y="2659293"/>
                  </a:lnTo>
                  <a:close/>
                  <a:moveTo>
                    <a:pt x="1925638" y="2592387"/>
                  </a:moveTo>
                  <a:lnTo>
                    <a:pt x="1925638" y="2662237"/>
                  </a:lnTo>
                  <a:lnTo>
                    <a:pt x="1911407" y="2659674"/>
                  </a:lnTo>
                  <a:lnTo>
                    <a:pt x="1894963" y="2655829"/>
                  </a:lnTo>
                  <a:lnTo>
                    <a:pt x="1887057" y="2653907"/>
                  </a:lnTo>
                  <a:lnTo>
                    <a:pt x="1880100" y="2652304"/>
                  </a:lnTo>
                  <a:lnTo>
                    <a:pt x="1873459" y="2650062"/>
                  </a:lnTo>
                  <a:lnTo>
                    <a:pt x="1867451" y="2647498"/>
                  </a:lnTo>
                  <a:lnTo>
                    <a:pt x="1861442" y="2644935"/>
                  </a:lnTo>
                  <a:lnTo>
                    <a:pt x="1856383" y="2641090"/>
                  </a:lnTo>
                  <a:lnTo>
                    <a:pt x="1853220" y="2639168"/>
                  </a:lnTo>
                  <a:lnTo>
                    <a:pt x="1851007" y="2636925"/>
                  </a:lnTo>
                  <a:lnTo>
                    <a:pt x="1848793" y="2634041"/>
                  </a:lnTo>
                  <a:lnTo>
                    <a:pt x="1847844" y="2631798"/>
                  </a:lnTo>
                  <a:lnTo>
                    <a:pt x="1846579" y="2628914"/>
                  </a:lnTo>
                  <a:lnTo>
                    <a:pt x="1846263" y="2626671"/>
                  </a:lnTo>
                  <a:lnTo>
                    <a:pt x="1846263" y="2623788"/>
                  </a:lnTo>
                  <a:lnTo>
                    <a:pt x="1846579" y="2621224"/>
                  </a:lnTo>
                  <a:lnTo>
                    <a:pt x="1847528" y="2618661"/>
                  </a:lnTo>
                  <a:lnTo>
                    <a:pt x="1848477" y="2616098"/>
                  </a:lnTo>
                  <a:lnTo>
                    <a:pt x="1850374" y="2613855"/>
                  </a:lnTo>
                  <a:lnTo>
                    <a:pt x="1852588" y="2611292"/>
                  </a:lnTo>
                  <a:lnTo>
                    <a:pt x="1855118" y="2609369"/>
                  </a:lnTo>
                  <a:lnTo>
                    <a:pt x="1858280" y="2607447"/>
                  </a:lnTo>
                  <a:lnTo>
                    <a:pt x="1861759" y="2605524"/>
                  </a:lnTo>
                  <a:lnTo>
                    <a:pt x="1865870" y="2603922"/>
                  </a:lnTo>
                  <a:lnTo>
                    <a:pt x="1872194" y="2601359"/>
                  </a:lnTo>
                  <a:lnTo>
                    <a:pt x="1878835" y="2599436"/>
                  </a:lnTo>
                  <a:lnTo>
                    <a:pt x="1885792" y="2597834"/>
                  </a:lnTo>
                  <a:lnTo>
                    <a:pt x="1893382" y="2596232"/>
                  </a:lnTo>
                  <a:lnTo>
                    <a:pt x="1901288" y="2594951"/>
                  </a:lnTo>
                  <a:lnTo>
                    <a:pt x="1909194" y="2593989"/>
                  </a:lnTo>
                  <a:lnTo>
                    <a:pt x="1925638" y="2592387"/>
                  </a:lnTo>
                  <a:close/>
                  <a:moveTo>
                    <a:pt x="3178346" y="2558733"/>
                  </a:moveTo>
                  <a:lnTo>
                    <a:pt x="3178346" y="2673668"/>
                  </a:lnTo>
                  <a:lnTo>
                    <a:pt x="3201835" y="2674303"/>
                  </a:lnTo>
                  <a:lnTo>
                    <a:pt x="3225959" y="2674303"/>
                  </a:lnTo>
                  <a:lnTo>
                    <a:pt x="3258970" y="2673986"/>
                  </a:lnTo>
                  <a:lnTo>
                    <a:pt x="3258970" y="2559368"/>
                  </a:lnTo>
                  <a:lnTo>
                    <a:pt x="3225641" y="2559686"/>
                  </a:lnTo>
                  <a:lnTo>
                    <a:pt x="3201835" y="2559368"/>
                  </a:lnTo>
                  <a:lnTo>
                    <a:pt x="3178346" y="2558733"/>
                  </a:lnTo>
                  <a:close/>
                  <a:moveTo>
                    <a:pt x="2609850" y="2552700"/>
                  </a:moveTo>
                  <a:lnTo>
                    <a:pt x="2613342" y="2559045"/>
                  </a:lnTo>
                  <a:lnTo>
                    <a:pt x="2617468" y="2564438"/>
                  </a:lnTo>
                  <a:lnTo>
                    <a:pt x="2621594" y="2570466"/>
                  </a:lnTo>
                  <a:lnTo>
                    <a:pt x="2626038" y="2576176"/>
                  </a:lnTo>
                  <a:lnTo>
                    <a:pt x="2631117" y="2581886"/>
                  </a:lnTo>
                  <a:lnTo>
                    <a:pt x="2635878" y="2587280"/>
                  </a:lnTo>
                  <a:lnTo>
                    <a:pt x="2641274" y="2592673"/>
                  </a:lnTo>
                  <a:lnTo>
                    <a:pt x="2646988" y="2598383"/>
                  </a:lnTo>
                  <a:lnTo>
                    <a:pt x="2658732" y="2608535"/>
                  </a:lnTo>
                  <a:lnTo>
                    <a:pt x="2671746" y="2618686"/>
                  </a:lnTo>
                  <a:lnTo>
                    <a:pt x="2685712" y="2628204"/>
                  </a:lnTo>
                  <a:lnTo>
                    <a:pt x="2700631" y="2637721"/>
                  </a:lnTo>
                  <a:lnTo>
                    <a:pt x="2715867" y="2646921"/>
                  </a:lnTo>
                  <a:lnTo>
                    <a:pt x="2732372" y="2655486"/>
                  </a:lnTo>
                  <a:lnTo>
                    <a:pt x="2749830" y="2663735"/>
                  </a:lnTo>
                  <a:lnTo>
                    <a:pt x="2767923" y="2671666"/>
                  </a:lnTo>
                  <a:lnTo>
                    <a:pt x="2786650" y="2679280"/>
                  </a:lnTo>
                  <a:lnTo>
                    <a:pt x="2805695" y="2686576"/>
                  </a:lnTo>
                  <a:lnTo>
                    <a:pt x="2826009" y="2693238"/>
                  </a:lnTo>
                  <a:lnTo>
                    <a:pt x="2846959" y="2699583"/>
                  </a:lnTo>
                  <a:lnTo>
                    <a:pt x="2867591" y="2705611"/>
                  </a:lnTo>
                  <a:lnTo>
                    <a:pt x="2889492" y="2711321"/>
                  </a:lnTo>
                  <a:lnTo>
                    <a:pt x="2912029" y="2716714"/>
                  </a:lnTo>
                  <a:lnTo>
                    <a:pt x="2934248" y="2721790"/>
                  </a:lnTo>
                  <a:lnTo>
                    <a:pt x="2957102" y="2725914"/>
                  </a:lnTo>
                  <a:lnTo>
                    <a:pt x="2980908" y="2730355"/>
                  </a:lnTo>
                  <a:lnTo>
                    <a:pt x="3004396" y="2733845"/>
                  </a:lnTo>
                  <a:lnTo>
                    <a:pt x="3028203" y="2737335"/>
                  </a:lnTo>
                  <a:lnTo>
                    <a:pt x="3052644" y="2740190"/>
                  </a:lnTo>
                  <a:lnTo>
                    <a:pt x="3077084" y="2743045"/>
                  </a:lnTo>
                  <a:lnTo>
                    <a:pt x="3101525" y="2744949"/>
                  </a:lnTo>
                  <a:lnTo>
                    <a:pt x="3125966" y="2746852"/>
                  </a:lnTo>
                  <a:lnTo>
                    <a:pt x="3150725" y="2748121"/>
                  </a:lnTo>
                  <a:lnTo>
                    <a:pt x="3175800" y="2749390"/>
                  </a:lnTo>
                  <a:lnTo>
                    <a:pt x="3200559" y="2750024"/>
                  </a:lnTo>
                  <a:lnTo>
                    <a:pt x="3225317" y="2750024"/>
                  </a:lnTo>
                  <a:lnTo>
                    <a:pt x="3246266" y="2750024"/>
                  </a:lnTo>
                  <a:lnTo>
                    <a:pt x="3267216" y="2749707"/>
                  </a:lnTo>
                  <a:lnTo>
                    <a:pt x="3288165" y="2748755"/>
                  </a:lnTo>
                  <a:lnTo>
                    <a:pt x="3308797" y="2747804"/>
                  </a:lnTo>
                  <a:lnTo>
                    <a:pt x="3329429" y="2746535"/>
                  </a:lnTo>
                  <a:lnTo>
                    <a:pt x="3350378" y="2744949"/>
                  </a:lnTo>
                  <a:lnTo>
                    <a:pt x="3371010" y="2743362"/>
                  </a:lnTo>
                  <a:lnTo>
                    <a:pt x="3391325" y="2741459"/>
                  </a:lnTo>
                  <a:lnTo>
                    <a:pt x="3411957" y="2738921"/>
                  </a:lnTo>
                  <a:lnTo>
                    <a:pt x="3431954" y="2736383"/>
                  </a:lnTo>
                  <a:lnTo>
                    <a:pt x="3451951" y="2733528"/>
                  </a:lnTo>
                  <a:lnTo>
                    <a:pt x="3471948" y="2730355"/>
                  </a:lnTo>
                  <a:lnTo>
                    <a:pt x="3491628" y="2726866"/>
                  </a:lnTo>
                  <a:lnTo>
                    <a:pt x="3510990" y="2723376"/>
                  </a:lnTo>
                  <a:lnTo>
                    <a:pt x="3530035" y="2719252"/>
                  </a:lnTo>
                  <a:lnTo>
                    <a:pt x="3548763" y="2715128"/>
                  </a:lnTo>
                  <a:lnTo>
                    <a:pt x="3567173" y="2710369"/>
                  </a:lnTo>
                  <a:lnTo>
                    <a:pt x="3585265" y="2705611"/>
                  </a:lnTo>
                  <a:lnTo>
                    <a:pt x="3603041" y="2700852"/>
                  </a:lnTo>
                  <a:lnTo>
                    <a:pt x="3620498" y="2695142"/>
                  </a:lnTo>
                  <a:lnTo>
                    <a:pt x="3637004" y="2689749"/>
                  </a:lnTo>
                  <a:lnTo>
                    <a:pt x="3653510" y="2683721"/>
                  </a:lnTo>
                  <a:lnTo>
                    <a:pt x="3669698" y="2678011"/>
                  </a:lnTo>
                  <a:lnTo>
                    <a:pt x="3685251" y="2671349"/>
                  </a:lnTo>
                  <a:lnTo>
                    <a:pt x="3700170" y="2665004"/>
                  </a:lnTo>
                  <a:lnTo>
                    <a:pt x="3714770" y="2657707"/>
                  </a:lnTo>
                  <a:lnTo>
                    <a:pt x="3728419" y="2650728"/>
                  </a:lnTo>
                  <a:lnTo>
                    <a:pt x="3741751" y="2643114"/>
                  </a:lnTo>
                  <a:lnTo>
                    <a:pt x="3754765" y="2635818"/>
                  </a:lnTo>
                  <a:lnTo>
                    <a:pt x="3767144" y="2627886"/>
                  </a:lnTo>
                  <a:lnTo>
                    <a:pt x="3778571" y="2619638"/>
                  </a:lnTo>
                  <a:lnTo>
                    <a:pt x="3789363" y="2611073"/>
                  </a:lnTo>
                  <a:lnTo>
                    <a:pt x="3789363" y="2718935"/>
                  </a:lnTo>
                  <a:lnTo>
                    <a:pt x="3788728" y="2718935"/>
                  </a:lnTo>
                  <a:lnTo>
                    <a:pt x="3788411" y="2728135"/>
                  </a:lnTo>
                  <a:lnTo>
                    <a:pt x="3787776" y="2733528"/>
                  </a:lnTo>
                  <a:lnTo>
                    <a:pt x="3786506" y="2738921"/>
                  </a:lnTo>
                  <a:lnTo>
                    <a:pt x="3785237" y="2744314"/>
                  </a:lnTo>
                  <a:lnTo>
                    <a:pt x="3783332" y="2749707"/>
                  </a:lnTo>
                  <a:lnTo>
                    <a:pt x="3781428" y="2755100"/>
                  </a:lnTo>
                  <a:lnTo>
                    <a:pt x="3778571" y="2760811"/>
                  </a:lnTo>
                  <a:lnTo>
                    <a:pt x="3775714" y="2765886"/>
                  </a:lnTo>
                  <a:lnTo>
                    <a:pt x="3772540" y="2770962"/>
                  </a:lnTo>
                  <a:lnTo>
                    <a:pt x="3769048" y="2776355"/>
                  </a:lnTo>
                  <a:lnTo>
                    <a:pt x="3765557" y="2781749"/>
                  </a:lnTo>
                  <a:lnTo>
                    <a:pt x="3761113" y="2786824"/>
                  </a:lnTo>
                  <a:lnTo>
                    <a:pt x="3756987" y="2791583"/>
                  </a:lnTo>
                  <a:lnTo>
                    <a:pt x="3752226" y="2796659"/>
                  </a:lnTo>
                  <a:lnTo>
                    <a:pt x="3747147" y="2801735"/>
                  </a:lnTo>
                  <a:lnTo>
                    <a:pt x="3741433" y="2806493"/>
                  </a:lnTo>
                  <a:lnTo>
                    <a:pt x="3736037" y="2811252"/>
                  </a:lnTo>
                  <a:lnTo>
                    <a:pt x="3723658" y="2820769"/>
                  </a:lnTo>
                  <a:lnTo>
                    <a:pt x="3710327" y="2829969"/>
                  </a:lnTo>
                  <a:lnTo>
                    <a:pt x="3696043" y="2838852"/>
                  </a:lnTo>
                  <a:lnTo>
                    <a:pt x="3680490" y="2847418"/>
                  </a:lnTo>
                  <a:lnTo>
                    <a:pt x="3663667" y="2855983"/>
                  </a:lnTo>
                  <a:lnTo>
                    <a:pt x="3646526" y="2863914"/>
                  </a:lnTo>
                  <a:lnTo>
                    <a:pt x="3627799" y="2871845"/>
                  </a:lnTo>
                  <a:lnTo>
                    <a:pt x="3608754" y="2879459"/>
                  </a:lnTo>
                  <a:lnTo>
                    <a:pt x="3588122" y="2886121"/>
                  </a:lnTo>
                  <a:lnTo>
                    <a:pt x="3566855" y="2892783"/>
                  </a:lnTo>
                  <a:lnTo>
                    <a:pt x="3544636" y="2899128"/>
                  </a:lnTo>
                  <a:lnTo>
                    <a:pt x="3522417" y="2905473"/>
                  </a:lnTo>
                  <a:lnTo>
                    <a:pt x="3498611" y="2910866"/>
                  </a:lnTo>
                  <a:lnTo>
                    <a:pt x="3474170" y="2915942"/>
                  </a:lnTo>
                  <a:lnTo>
                    <a:pt x="3449412" y="2920383"/>
                  </a:lnTo>
                  <a:lnTo>
                    <a:pt x="3423701" y="2924824"/>
                  </a:lnTo>
                  <a:lnTo>
                    <a:pt x="3397356" y="2928631"/>
                  </a:lnTo>
                  <a:lnTo>
                    <a:pt x="3370376" y="2931804"/>
                  </a:lnTo>
                  <a:lnTo>
                    <a:pt x="3343395" y="2934976"/>
                  </a:lnTo>
                  <a:lnTo>
                    <a:pt x="3315146" y="2937197"/>
                  </a:lnTo>
                  <a:lnTo>
                    <a:pt x="3286896" y="2938783"/>
                  </a:lnTo>
                  <a:lnTo>
                    <a:pt x="3258011" y="2940369"/>
                  </a:lnTo>
                  <a:lnTo>
                    <a:pt x="3228491" y="2941321"/>
                  </a:lnTo>
                  <a:lnTo>
                    <a:pt x="3198972" y="2941638"/>
                  </a:lnTo>
                  <a:lnTo>
                    <a:pt x="3168500" y="2941321"/>
                  </a:lnTo>
                  <a:lnTo>
                    <a:pt x="3138663" y="2940369"/>
                  </a:lnTo>
                  <a:lnTo>
                    <a:pt x="3109143" y="2938783"/>
                  </a:lnTo>
                  <a:lnTo>
                    <a:pt x="3080259" y="2936880"/>
                  </a:lnTo>
                  <a:lnTo>
                    <a:pt x="3051374" y="2934659"/>
                  </a:lnTo>
                  <a:lnTo>
                    <a:pt x="3023441" y="2931487"/>
                  </a:lnTo>
                  <a:lnTo>
                    <a:pt x="2996144" y="2927997"/>
                  </a:lnTo>
                  <a:lnTo>
                    <a:pt x="2969481" y="2923873"/>
                  </a:lnTo>
                  <a:lnTo>
                    <a:pt x="2943453" y="2919431"/>
                  </a:lnTo>
                  <a:lnTo>
                    <a:pt x="2917742" y="2914355"/>
                  </a:lnTo>
                  <a:lnTo>
                    <a:pt x="2892984" y="2909280"/>
                  </a:lnTo>
                  <a:lnTo>
                    <a:pt x="2869178" y="2903252"/>
                  </a:lnTo>
                  <a:lnTo>
                    <a:pt x="2846007" y="2897224"/>
                  </a:lnTo>
                  <a:lnTo>
                    <a:pt x="2823470" y="2890880"/>
                  </a:lnTo>
                  <a:lnTo>
                    <a:pt x="2802203" y="2883583"/>
                  </a:lnTo>
                  <a:lnTo>
                    <a:pt x="2781889" y="2876286"/>
                  </a:lnTo>
                  <a:lnTo>
                    <a:pt x="2762527" y="2868673"/>
                  </a:lnTo>
                  <a:lnTo>
                    <a:pt x="2743799" y="2860424"/>
                  </a:lnTo>
                  <a:lnTo>
                    <a:pt x="2726024" y="2852176"/>
                  </a:lnTo>
                  <a:lnTo>
                    <a:pt x="2709518" y="2843611"/>
                  </a:lnTo>
                  <a:lnTo>
                    <a:pt x="2694600" y="2834411"/>
                  </a:lnTo>
                  <a:lnTo>
                    <a:pt x="2679999" y="2824893"/>
                  </a:lnTo>
                  <a:lnTo>
                    <a:pt x="2666985" y="2815376"/>
                  </a:lnTo>
                  <a:lnTo>
                    <a:pt x="2660954" y="2810935"/>
                  </a:lnTo>
                  <a:lnTo>
                    <a:pt x="2655240" y="2805542"/>
                  </a:lnTo>
                  <a:lnTo>
                    <a:pt x="2650162" y="2800466"/>
                  </a:lnTo>
                  <a:lnTo>
                    <a:pt x="2645083" y="2795390"/>
                  </a:lnTo>
                  <a:lnTo>
                    <a:pt x="2639687" y="2790314"/>
                  </a:lnTo>
                  <a:lnTo>
                    <a:pt x="2635561" y="2785238"/>
                  </a:lnTo>
                  <a:lnTo>
                    <a:pt x="2631434" y="2780162"/>
                  </a:lnTo>
                  <a:lnTo>
                    <a:pt x="2627625" y="2774452"/>
                  </a:lnTo>
                  <a:lnTo>
                    <a:pt x="2624134" y="2769376"/>
                  </a:lnTo>
                  <a:lnTo>
                    <a:pt x="2620960" y="2763983"/>
                  </a:lnTo>
                  <a:lnTo>
                    <a:pt x="2618103" y="2758273"/>
                  </a:lnTo>
                  <a:lnTo>
                    <a:pt x="2615881" y="2752880"/>
                  </a:lnTo>
                  <a:lnTo>
                    <a:pt x="2613659" y="2747169"/>
                  </a:lnTo>
                  <a:lnTo>
                    <a:pt x="2612072" y="2741776"/>
                  </a:lnTo>
                  <a:lnTo>
                    <a:pt x="2610485" y="2736383"/>
                  </a:lnTo>
                  <a:lnTo>
                    <a:pt x="2609850" y="2730355"/>
                  </a:lnTo>
                  <a:lnTo>
                    <a:pt x="2609215" y="2724962"/>
                  </a:lnTo>
                  <a:lnTo>
                    <a:pt x="2609215" y="2718935"/>
                  </a:lnTo>
                  <a:lnTo>
                    <a:pt x="2608580" y="2719252"/>
                  </a:lnTo>
                  <a:lnTo>
                    <a:pt x="2608580" y="2573004"/>
                  </a:lnTo>
                  <a:lnTo>
                    <a:pt x="2608263" y="2569197"/>
                  </a:lnTo>
                  <a:lnTo>
                    <a:pt x="2608580" y="2560949"/>
                  </a:lnTo>
                  <a:lnTo>
                    <a:pt x="2609850" y="2552700"/>
                  </a:lnTo>
                  <a:close/>
                  <a:moveTo>
                    <a:pt x="3016148" y="2544763"/>
                  </a:moveTo>
                  <a:lnTo>
                    <a:pt x="3016148" y="2660333"/>
                  </a:lnTo>
                  <a:lnTo>
                    <a:pt x="3035827" y="2662556"/>
                  </a:lnTo>
                  <a:lnTo>
                    <a:pt x="3056142" y="2665096"/>
                  </a:lnTo>
                  <a:lnTo>
                    <a:pt x="3076456" y="2667318"/>
                  </a:lnTo>
                  <a:lnTo>
                    <a:pt x="3097406" y="2669223"/>
                  </a:lnTo>
                  <a:lnTo>
                    <a:pt x="3097406" y="2553971"/>
                  </a:lnTo>
                  <a:lnTo>
                    <a:pt x="3076456" y="2552066"/>
                  </a:lnTo>
                  <a:lnTo>
                    <a:pt x="3056142" y="2549843"/>
                  </a:lnTo>
                  <a:lnTo>
                    <a:pt x="3035827" y="2547303"/>
                  </a:lnTo>
                  <a:lnTo>
                    <a:pt x="3016148" y="2544763"/>
                  </a:lnTo>
                  <a:close/>
                  <a:moveTo>
                    <a:pt x="1938656" y="2540386"/>
                  </a:moveTo>
                  <a:lnTo>
                    <a:pt x="1936433" y="2540705"/>
                  </a:lnTo>
                  <a:lnTo>
                    <a:pt x="1933576" y="2540705"/>
                  </a:lnTo>
                  <a:lnTo>
                    <a:pt x="1931036" y="2541342"/>
                  </a:lnTo>
                  <a:lnTo>
                    <a:pt x="1929130" y="2542299"/>
                  </a:lnTo>
                  <a:lnTo>
                    <a:pt x="1927543" y="2542936"/>
                  </a:lnTo>
                  <a:lnTo>
                    <a:pt x="1926273" y="2543892"/>
                  </a:lnTo>
                  <a:lnTo>
                    <a:pt x="1925638" y="2545167"/>
                  </a:lnTo>
                  <a:lnTo>
                    <a:pt x="1925320" y="2546123"/>
                  </a:lnTo>
                  <a:lnTo>
                    <a:pt x="1925320" y="2565247"/>
                  </a:lnTo>
                  <a:lnTo>
                    <a:pt x="1910398" y="2566522"/>
                  </a:lnTo>
                  <a:lnTo>
                    <a:pt x="1895158" y="2568116"/>
                  </a:lnTo>
                  <a:lnTo>
                    <a:pt x="1881188" y="2570028"/>
                  </a:lnTo>
                  <a:lnTo>
                    <a:pt x="1867218" y="2572897"/>
                  </a:lnTo>
                  <a:lnTo>
                    <a:pt x="1853883" y="2575447"/>
                  </a:lnTo>
                  <a:lnTo>
                    <a:pt x="1841183" y="2578634"/>
                  </a:lnTo>
                  <a:lnTo>
                    <a:pt x="1829436" y="2582778"/>
                  </a:lnTo>
                  <a:lnTo>
                    <a:pt x="1818323" y="2586602"/>
                  </a:lnTo>
                  <a:lnTo>
                    <a:pt x="1810703" y="2590108"/>
                  </a:lnTo>
                  <a:lnTo>
                    <a:pt x="1803718" y="2594252"/>
                  </a:lnTo>
                  <a:lnTo>
                    <a:pt x="1797368" y="2598077"/>
                  </a:lnTo>
                  <a:lnTo>
                    <a:pt x="1791970" y="2601902"/>
                  </a:lnTo>
                  <a:lnTo>
                    <a:pt x="1787208" y="2606045"/>
                  </a:lnTo>
                  <a:lnTo>
                    <a:pt x="1783398" y="2610507"/>
                  </a:lnTo>
                  <a:lnTo>
                    <a:pt x="1780223" y="2614651"/>
                  </a:lnTo>
                  <a:lnTo>
                    <a:pt x="1777683" y="2619113"/>
                  </a:lnTo>
                  <a:lnTo>
                    <a:pt x="1776096" y="2623894"/>
                  </a:lnTo>
                  <a:lnTo>
                    <a:pt x="1775460" y="2628038"/>
                  </a:lnTo>
                  <a:lnTo>
                    <a:pt x="1775460" y="2632500"/>
                  </a:lnTo>
                  <a:lnTo>
                    <a:pt x="1776096" y="2637281"/>
                  </a:lnTo>
                  <a:lnTo>
                    <a:pt x="1777683" y="2641743"/>
                  </a:lnTo>
                  <a:lnTo>
                    <a:pt x="1780223" y="2645887"/>
                  </a:lnTo>
                  <a:lnTo>
                    <a:pt x="1783716" y="2650349"/>
                  </a:lnTo>
                  <a:lnTo>
                    <a:pt x="1787526" y="2654811"/>
                  </a:lnTo>
                  <a:lnTo>
                    <a:pt x="1792288" y="2658317"/>
                  </a:lnTo>
                  <a:lnTo>
                    <a:pt x="1797368" y="2661823"/>
                  </a:lnTo>
                  <a:lnTo>
                    <a:pt x="1803400" y="2665329"/>
                  </a:lnTo>
                  <a:lnTo>
                    <a:pt x="1809750" y="2668517"/>
                  </a:lnTo>
                  <a:lnTo>
                    <a:pt x="1816736" y="2671704"/>
                  </a:lnTo>
                  <a:lnTo>
                    <a:pt x="1824356" y="2674573"/>
                  </a:lnTo>
                  <a:lnTo>
                    <a:pt x="1832610" y="2677441"/>
                  </a:lnTo>
                  <a:lnTo>
                    <a:pt x="1840866" y="2679354"/>
                  </a:lnTo>
                  <a:lnTo>
                    <a:pt x="1872933" y="2686047"/>
                  </a:lnTo>
                  <a:lnTo>
                    <a:pt x="1925320" y="2696565"/>
                  </a:lnTo>
                  <a:lnTo>
                    <a:pt x="1925320" y="2778798"/>
                  </a:lnTo>
                  <a:lnTo>
                    <a:pt x="1911668" y="2777204"/>
                  </a:lnTo>
                  <a:lnTo>
                    <a:pt x="1899603" y="2774973"/>
                  </a:lnTo>
                  <a:lnTo>
                    <a:pt x="1885316" y="2772742"/>
                  </a:lnTo>
                  <a:lnTo>
                    <a:pt x="1870393" y="2769236"/>
                  </a:lnTo>
                  <a:lnTo>
                    <a:pt x="1856740" y="2765093"/>
                  </a:lnTo>
                  <a:lnTo>
                    <a:pt x="1844676" y="2760949"/>
                  </a:lnTo>
                  <a:lnTo>
                    <a:pt x="1841183" y="2759674"/>
                  </a:lnTo>
                  <a:lnTo>
                    <a:pt x="1838008" y="2758399"/>
                  </a:lnTo>
                  <a:lnTo>
                    <a:pt x="1835786" y="2757443"/>
                  </a:lnTo>
                  <a:lnTo>
                    <a:pt x="1835150" y="2756805"/>
                  </a:lnTo>
                  <a:lnTo>
                    <a:pt x="1831658" y="2754893"/>
                  </a:lnTo>
                  <a:lnTo>
                    <a:pt x="1829753" y="2753618"/>
                  </a:lnTo>
                  <a:lnTo>
                    <a:pt x="1827848" y="2752662"/>
                  </a:lnTo>
                  <a:lnTo>
                    <a:pt x="1822768" y="2751387"/>
                  </a:lnTo>
                  <a:lnTo>
                    <a:pt x="1817688" y="2750431"/>
                  </a:lnTo>
                  <a:lnTo>
                    <a:pt x="1811656" y="2750112"/>
                  </a:lnTo>
                  <a:lnTo>
                    <a:pt x="1805623" y="2751068"/>
                  </a:lnTo>
                  <a:lnTo>
                    <a:pt x="1799908" y="2751706"/>
                  </a:lnTo>
                  <a:lnTo>
                    <a:pt x="1793876" y="2752981"/>
                  </a:lnTo>
                  <a:lnTo>
                    <a:pt x="1787843" y="2754893"/>
                  </a:lnTo>
                  <a:lnTo>
                    <a:pt x="1782763" y="2756805"/>
                  </a:lnTo>
                  <a:lnTo>
                    <a:pt x="1778636" y="2759355"/>
                  </a:lnTo>
                  <a:lnTo>
                    <a:pt x="1774508" y="2761586"/>
                  </a:lnTo>
                  <a:lnTo>
                    <a:pt x="1771650" y="2764455"/>
                  </a:lnTo>
                  <a:lnTo>
                    <a:pt x="1770698" y="2765730"/>
                  </a:lnTo>
                  <a:lnTo>
                    <a:pt x="1769746" y="2766686"/>
                  </a:lnTo>
                  <a:lnTo>
                    <a:pt x="1769428" y="2767961"/>
                  </a:lnTo>
                  <a:lnTo>
                    <a:pt x="1769428" y="2769555"/>
                  </a:lnTo>
                  <a:lnTo>
                    <a:pt x="1769428" y="2770830"/>
                  </a:lnTo>
                  <a:lnTo>
                    <a:pt x="1770380" y="2772105"/>
                  </a:lnTo>
                  <a:lnTo>
                    <a:pt x="1771016" y="2773061"/>
                  </a:lnTo>
                  <a:lnTo>
                    <a:pt x="1772603" y="2774336"/>
                  </a:lnTo>
                  <a:lnTo>
                    <a:pt x="1778000" y="2777842"/>
                  </a:lnTo>
                  <a:lnTo>
                    <a:pt x="1784668" y="2781348"/>
                  </a:lnTo>
                  <a:lnTo>
                    <a:pt x="1791970" y="2784535"/>
                  </a:lnTo>
                  <a:lnTo>
                    <a:pt x="1799273" y="2787723"/>
                  </a:lnTo>
                  <a:lnTo>
                    <a:pt x="1807846" y="2790591"/>
                  </a:lnTo>
                  <a:lnTo>
                    <a:pt x="1816418" y="2792822"/>
                  </a:lnTo>
                  <a:lnTo>
                    <a:pt x="1825943" y="2795691"/>
                  </a:lnTo>
                  <a:lnTo>
                    <a:pt x="1835786" y="2797603"/>
                  </a:lnTo>
                  <a:lnTo>
                    <a:pt x="1845946" y="2799516"/>
                  </a:lnTo>
                  <a:lnTo>
                    <a:pt x="1856740" y="2801747"/>
                  </a:lnTo>
                  <a:lnTo>
                    <a:pt x="1878648" y="2804934"/>
                  </a:lnTo>
                  <a:lnTo>
                    <a:pt x="1901508" y="2806846"/>
                  </a:lnTo>
                  <a:lnTo>
                    <a:pt x="1925320" y="2808440"/>
                  </a:lnTo>
                  <a:lnTo>
                    <a:pt x="1925320" y="2827245"/>
                  </a:lnTo>
                  <a:lnTo>
                    <a:pt x="1925638" y="2828520"/>
                  </a:lnTo>
                  <a:lnTo>
                    <a:pt x="1926273" y="2829476"/>
                  </a:lnTo>
                  <a:lnTo>
                    <a:pt x="1927543" y="2830433"/>
                  </a:lnTo>
                  <a:lnTo>
                    <a:pt x="1929130" y="2831389"/>
                  </a:lnTo>
                  <a:lnTo>
                    <a:pt x="1931036" y="2832026"/>
                  </a:lnTo>
                  <a:lnTo>
                    <a:pt x="1933576" y="2832664"/>
                  </a:lnTo>
                  <a:lnTo>
                    <a:pt x="1938656" y="2832982"/>
                  </a:lnTo>
                  <a:lnTo>
                    <a:pt x="1985328" y="2832982"/>
                  </a:lnTo>
                  <a:lnTo>
                    <a:pt x="1990726" y="2832664"/>
                  </a:lnTo>
                  <a:lnTo>
                    <a:pt x="1992630" y="2832026"/>
                  </a:lnTo>
                  <a:lnTo>
                    <a:pt x="1995170" y="2831389"/>
                  </a:lnTo>
                  <a:lnTo>
                    <a:pt x="1996758" y="2830433"/>
                  </a:lnTo>
                  <a:lnTo>
                    <a:pt x="1997710" y="2829476"/>
                  </a:lnTo>
                  <a:lnTo>
                    <a:pt x="1998663" y="2828520"/>
                  </a:lnTo>
                  <a:lnTo>
                    <a:pt x="1998980" y="2827245"/>
                  </a:lnTo>
                  <a:lnTo>
                    <a:pt x="1998980" y="2808121"/>
                  </a:lnTo>
                  <a:lnTo>
                    <a:pt x="2013586" y="2806846"/>
                  </a:lnTo>
                  <a:lnTo>
                    <a:pt x="2027873" y="2805572"/>
                  </a:lnTo>
                  <a:lnTo>
                    <a:pt x="2041526" y="2803978"/>
                  </a:lnTo>
                  <a:lnTo>
                    <a:pt x="2054543" y="2801747"/>
                  </a:lnTo>
                  <a:lnTo>
                    <a:pt x="2067243" y="2799197"/>
                  </a:lnTo>
                  <a:lnTo>
                    <a:pt x="2078673" y="2796966"/>
                  </a:lnTo>
                  <a:lnTo>
                    <a:pt x="2089786" y="2793778"/>
                  </a:lnTo>
                  <a:lnTo>
                    <a:pt x="2099310" y="2790272"/>
                  </a:lnTo>
                  <a:lnTo>
                    <a:pt x="2106930" y="2787085"/>
                  </a:lnTo>
                  <a:lnTo>
                    <a:pt x="2114233" y="2783898"/>
                  </a:lnTo>
                  <a:lnTo>
                    <a:pt x="2120900" y="2779754"/>
                  </a:lnTo>
                  <a:lnTo>
                    <a:pt x="2126933" y="2776248"/>
                  </a:lnTo>
                  <a:lnTo>
                    <a:pt x="2132013" y="2772423"/>
                  </a:lnTo>
                  <a:lnTo>
                    <a:pt x="2136776" y="2768280"/>
                  </a:lnTo>
                  <a:lnTo>
                    <a:pt x="2140586" y="2764136"/>
                  </a:lnTo>
                  <a:lnTo>
                    <a:pt x="2143760" y="2759674"/>
                  </a:lnTo>
                  <a:lnTo>
                    <a:pt x="2145983" y="2755212"/>
                  </a:lnTo>
                  <a:lnTo>
                    <a:pt x="2147570" y="2751068"/>
                  </a:lnTo>
                  <a:lnTo>
                    <a:pt x="2148840" y="2746606"/>
                  </a:lnTo>
                  <a:lnTo>
                    <a:pt x="2149158" y="2742144"/>
                  </a:lnTo>
                  <a:lnTo>
                    <a:pt x="2148523" y="2737363"/>
                  </a:lnTo>
                  <a:lnTo>
                    <a:pt x="2147253" y="2733219"/>
                  </a:lnTo>
                  <a:lnTo>
                    <a:pt x="2145030" y="2728757"/>
                  </a:lnTo>
                  <a:lnTo>
                    <a:pt x="2141856" y="2723976"/>
                  </a:lnTo>
                  <a:lnTo>
                    <a:pt x="2140268" y="2721745"/>
                  </a:lnTo>
                  <a:lnTo>
                    <a:pt x="2137728" y="2719833"/>
                  </a:lnTo>
                  <a:lnTo>
                    <a:pt x="2132648" y="2715370"/>
                  </a:lnTo>
                  <a:lnTo>
                    <a:pt x="2126298" y="2711227"/>
                  </a:lnTo>
                  <a:lnTo>
                    <a:pt x="2119630" y="2707721"/>
                  </a:lnTo>
                  <a:lnTo>
                    <a:pt x="2111693" y="2704215"/>
                  </a:lnTo>
                  <a:lnTo>
                    <a:pt x="2103438" y="2701027"/>
                  </a:lnTo>
                  <a:lnTo>
                    <a:pt x="2094548" y="2697840"/>
                  </a:lnTo>
                  <a:lnTo>
                    <a:pt x="2084706" y="2694653"/>
                  </a:lnTo>
                  <a:lnTo>
                    <a:pt x="2074863" y="2692103"/>
                  </a:lnTo>
                  <a:lnTo>
                    <a:pt x="2064068" y="2689553"/>
                  </a:lnTo>
                  <a:lnTo>
                    <a:pt x="2042796" y="2684772"/>
                  </a:lnTo>
                  <a:lnTo>
                    <a:pt x="2020570" y="2680310"/>
                  </a:lnTo>
                  <a:lnTo>
                    <a:pt x="1998980" y="2676485"/>
                  </a:lnTo>
                  <a:lnTo>
                    <a:pt x="1998980" y="2594571"/>
                  </a:lnTo>
                  <a:lnTo>
                    <a:pt x="2018030" y="2596802"/>
                  </a:lnTo>
                  <a:lnTo>
                    <a:pt x="2025016" y="2598077"/>
                  </a:lnTo>
                  <a:lnTo>
                    <a:pt x="2032000" y="2599670"/>
                  </a:lnTo>
                  <a:lnTo>
                    <a:pt x="2047240" y="2603495"/>
                  </a:lnTo>
                  <a:lnTo>
                    <a:pt x="2061846" y="2607958"/>
                  </a:lnTo>
                  <a:lnTo>
                    <a:pt x="2073593" y="2612420"/>
                  </a:lnTo>
                  <a:lnTo>
                    <a:pt x="2080260" y="2614970"/>
                  </a:lnTo>
                  <a:lnTo>
                    <a:pt x="2082483" y="2616245"/>
                  </a:lnTo>
                  <a:lnTo>
                    <a:pt x="2083118" y="2616245"/>
                  </a:lnTo>
                  <a:lnTo>
                    <a:pt x="2086610" y="2618794"/>
                  </a:lnTo>
                  <a:lnTo>
                    <a:pt x="2088516" y="2619751"/>
                  </a:lnTo>
                  <a:lnTo>
                    <a:pt x="2090420" y="2621026"/>
                  </a:lnTo>
                  <a:lnTo>
                    <a:pt x="2095183" y="2622300"/>
                  </a:lnTo>
                  <a:lnTo>
                    <a:pt x="2100898" y="2622938"/>
                  </a:lnTo>
                  <a:lnTo>
                    <a:pt x="2106613" y="2622938"/>
                  </a:lnTo>
                  <a:lnTo>
                    <a:pt x="2112646" y="2622619"/>
                  </a:lnTo>
                  <a:lnTo>
                    <a:pt x="2118360" y="2621982"/>
                  </a:lnTo>
                  <a:lnTo>
                    <a:pt x="2124393" y="2620388"/>
                  </a:lnTo>
                  <a:lnTo>
                    <a:pt x="2129790" y="2618794"/>
                  </a:lnTo>
                  <a:lnTo>
                    <a:pt x="2135188" y="2616563"/>
                  </a:lnTo>
                  <a:lnTo>
                    <a:pt x="2139633" y="2614332"/>
                  </a:lnTo>
                  <a:lnTo>
                    <a:pt x="2143760" y="2612101"/>
                  </a:lnTo>
                  <a:lnTo>
                    <a:pt x="2146618" y="2609232"/>
                  </a:lnTo>
                  <a:lnTo>
                    <a:pt x="2147570" y="2607958"/>
                  </a:lnTo>
                  <a:lnTo>
                    <a:pt x="2148523" y="2606683"/>
                  </a:lnTo>
                  <a:lnTo>
                    <a:pt x="2148840" y="2605089"/>
                  </a:lnTo>
                  <a:lnTo>
                    <a:pt x="2148840" y="2604133"/>
                  </a:lnTo>
                  <a:lnTo>
                    <a:pt x="2148523" y="2602858"/>
                  </a:lnTo>
                  <a:lnTo>
                    <a:pt x="2148206" y="2601583"/>
                  </a:lnTo>
                  <a:lnTo>
                    <a:pt x="2146936" y="2600627"/>
                  </a:lnTo>
                  <a:lnTo>
                    <a:pt x="2145666" y="2599352"/>
                  </a:lnTo>
                  <a:lnTo>
                    <a:pt x="2141220" y="2596483"/>
                  </a:lnTo>
                  <a:lnTo>
                    <a:pt x="2136776" y="2593615"/>
                  </a:lnTo>
                  <a:lnTo>
                    <a:pt x="2131060" y="2591383"/>
                  </a:lnTo>
                  <a:lnTo>
                    <a:pt x="2125663" y="2588515"/>
                  </a:lnTo>
                  <a:lnTo>
                    <a:pt x="2112646" y="2583734"/>
                  </a:lnTo>
                  <a:lnTo>
                    <a:pt x="2098358" y="2579590"/>
                  </a:lnTo>
                  <a:lnTo>
                    <a:pt x="2083436" y="2575766"/>
                  </a:lnTo>
                  <a:lnTo>
                    <a:pt x="2067878" y="2572259"/>
                  </a:lnTo>
                  <a:lnTo>
                    <a:pt x="2052638" y="2569710"/>
                  </a:lnTo>
                  <a:lnTo>
                    <a:pt x="2038033" y="2567479"/>
                  </a:lnTo>
                  <a:lnTo>
                    <a:pt x="2018666" y="2565566"/>
                  </a:lnTo>
                  <a:lnTo>
                    <a:pt x="1998980" y="2564291"/>
                  </a:lnTo>
                  <a:lnTo>
                    <a:pt x="1998980" y="2546123"/>
                  </a:lnTo>
                  <a:lnTo>
                    <a:pt x="1998663" y="2545167"/>
                  </a:lnTo>
                  <a:lnTo>
                    <a:pt x="1997710" y="2543892"/>
                  </a:lnTo>
                  <a:lnTo>
                    <a:pt x="1996758" y="2542936"/>
                  </a:lnTo>
                  <a:lnTo>
                    <a:pt x="1995170" y="2542299"/>
                  </a:lnTo>
                  <a:lnTo>
                    <a:pt x="1992630" y="2541342"/>
                  </a:lnTo>
                  <a:lnTo>
                    <a:pt x="1990726" y="2540705"/>
                  </a:lnTo>
                  <a:lnTo>
                    <a:pt x="1987868" y="2540705"/>
                  </a:lnTo>
                  <a:lnTo>
                    <a:pt x="1985328" y="2540386"/>
                  </a:lnTo>
                  <a:lnTo>
                    <a:pt x="1938656" y="2540386"/>
                  </a:lnTo>
                  <a:close/>
                  <a:moveTo>
                    <a:pt x="1959293" y="2522537"/>
                  </a:moveTo>
                  <a:lnTo>
                    <a:pt x="1982788" y="2522856"/>
                  </a:lnTo>
                  <a:lnTo>
                    <a:pt x="2005966" y="2523493"/>
                  </a:lnTo>
                  <a:lnTo>
                    <a:pt x="2028826" y="2524450"/>
                  </a:lnTo>
                  <a:lnTo>
                    <a:pt x="2051368" y="2526043"/>
                  </a:lnTo>
                  <a:lnTo>
                    <a:pt x="2073910" y="2527637"/>
                  </a:lnTo>
                  <a:lnTo>
                    <a:pt x="2095500" y="2529868"/>
                  </a:lnTo>
                  <a:lnTo>
                    <a:pt x="2116773" y="2532737"/>
                  </a:lnTo>
                  <a:lnTo>
                    <a:pt x="2137728" y="2535605"/>
                  </a:lnTo>
                  <a:lnTo>
                    <a:pt x="2158048" y="2538793"/>
                  </a:lnTo>
                  <a:lnTo>
                    <a:pt x="2177733" y="2542299"/>
                  </a:lnTo>
                  <a:lnTo>
                    <a:pt x="2197100" y="2546123"/>
                  </a:lnTo>
                  <a:lnTo>
                    <a:pt x="2215516" y="2550586"/>
                  </a:lnTo>
                  <a:lnTo>
                    <a:pt x="2233613" y="2555367"/>
                  </a:lnTo>
                  <a:lnTo>
                    <a:pt x="2251076" y="2560148"/>
                  </a:lnTo>
                  <a:lnTo>
                    <a:pt x="2267586" y="2565247"/>
                  </a:lnTo>
                  <a:lnTo>
                    <a:pt x="2283778" y="2570666"/>
                  </a:lnTo>
                  <a:lnTo>
                    <a:pt x="2298700" y="2576403"/>
                  </a:lnTo>
                  <a:lnTo>
                    <a:pt x="2313306" y="2582140"/>
                  </a:lnTo>
                  <a:lnTo>
                    <a:pt x="2326640" y="2588515"/>
                  </a:lnTo>
                  <a:lnTo>
                    <a:pt x="2339658" y="2594889"/>
                  </a:lnTo>
                  <a:lnTo>
                    <a:pt x="2351723" y="2601583"/>
                  </a:lnTo>
                  <a:lnTo>
                    <a:pt x="2362518" y="2608914"/>
                  </a:lnTo>
                  <a:lnTo>
                    <a:pt x="2372996" y="2615607"/>
                  </a:lnTo>
                  <a:lnTo>
                    <a:pt x="2381886" y="2622938"/>
                  </a:lnTo>
                  <a:lnTo>
                    <a:pt x="2390140" y="2630587"/>
                  </a:lnTo>
                  <a:lnTo>
                    <a:pt x="2397443" y="2638237"/>
                  </a:lnTo>
                  <a:lnTo>
                    <a:pt x="2403793" y="2645568"/>
                  </a:lnTo>
                  <a:lnTo>
                    <a:pt x="2406016" y="2649711"/>
                  </a:lnTo>
                  <a:lnTo>
                    <a:pt x="2408873" y="2653855"/>
                  </a:lnTo>
                  <a:lnTo>
                    <a:pt x="2410778" y="2657998"/>
                  </a:lnTo>
                  <a:lnTo>
                    <a:pt x="2412683" y="2661823"/>
                  </a:lnTo>
                  <a:lnTo>
                    <a:pt x="2414270" y="2665967"/>
                  </a:lnTo>
                  <a:lnTo>
                    <a:pt x="2415540" y="2670110"/>
                  </a:lnTo>
                  <a:lnTo>
                    <a:pt x="2416810" y="2674254"/>
                  </a:lnTo>
                  <a:lnTo>
                    <a:pt x="2417446" y="2678397"/>
                  </a:lnTo>
                  <a:lnTo>
                    <a:pt x="2417763" y="2682541"/>
                  </a:lnTo>
                  <a:lnTo>
                    <a:pt x="2417763" y="2686684"/>
                  </a:lnTo>
                  <a:lnTo>
                    <a:pt x="2417763" y="2691147"/>
                  </a:lnTo>
                  <a:lnTo>
                    <a:pt x="2417446" y="2694971"/>
                  </a:lnTo>
                  <a:lnTo>
                    <a:pt x="2416810" y="2699434"/>
                  </a:lnTo>
                  <a:lnTo>
                    <a:pt x="2415540" y="2703896"/>
                  </a:lnTo>
                  <a:lnTo>
                    <a:pt x="2414270" y="2707721"/>
                  </a:lnTo>
                  <a:lnTo>
                    <a:pt x="2412683" y="2711864"/>
                  </a:lnTo>
                  <a:lnTo>
                    <a:pt x="2410778" y="2716008"/>
                  </a:lnTo>
                  <a:lnTo>
                    <a:pt x="2408873" y="2720151"/>
                  </a:lnTo>
                  <a:lnTo>
                    <a:pt x="2406016" y="2723976"/>
                  </a:lnTo>
                  <a:lnTo>
                    <a:pt x="2403793" y="2728120"/>
                  </a:lnTo>
                  <a:lnTo>
                    <a:pt x="2397443" y="2735769"/>
                  </a:lnTo>
                  <a:lnTo>
                    <a:pt x="2390140" y="2743419"/>
                  </a:lnTo>
                  <a:lnTo>
                    <a:pt x="2381886" y="2751068"/>
                  </a:lnTo>
                  <a:lnTo>
                    <a:pt x="2372996" y="2758080"/>
                  </a:lnTo>
                  <a:lnTo>
                    <a:pt x="2362518" y="2765093"/>
                  </a:lnTo>
                  <a:lnTo>
                    <a:pt x="2351723" y="2772105"/>
                  </a:lnTo>
                  <a:lnTo>
                    <a:pt x="2339658" y="2778798"/>
                  </a:lnTo>
                  <a:lnTo>
                    <a:pt x="2326640" y="2785173"/>
                  </a:lnTo>
                  <a:lnTo>
                    <a:pt x="2313306" y="2791229"/>
                  </a:lnTo>
                  <a:lnTo>
                    <a:pt x="2298700" y="2797284"/>
                  </a:lnTo>
                  <a:lnTo>
                    <a:pt x="2283778" y="2803340"/>
                  </a:lnTo>
                  <a:lnTo>
                    <a:pt x="2267586" y="2808440"/>
                  </a:lnTo>
                  <a:lnTo>
                    <a:pt x="2251076" y="2813540"/>
                  </a:lnTo>
                  <a:lnTo>
                    <a:pt x="2233613" y="2818640"/>
                  </a:lnTo>
                  <a:lnTo>
                    <a:pt x="2215516" y="2823102"/>
                  </a:lnTo>
                  <a:lnTo>
                    <a:pt x="2197100" y="2827245"/>
                  </a:lnTo>
                  <a:lnTo>
                    <a:pt x="2177733" y="2831389"/>
                  </a:lnTo>
                  <a:lnTo>
                    <a:pt x="2158048" y="2834895"/>
                  </a:lnTo>
                  <a:lnTo>
                    <a:pt x="2137728" y="2838401"/>
                  </a:lnTo>
                  <a:lnTo>
                    <a:pt x="2116773" y="2841270"/>
                  </a:lnTo>
                  <a:lnTo>
                    <a:pt x="2095500" y="2844138"/>
                  </a:lnTo>
                  <a:lnTo>
                    <a:pt x="2073910" y="2846051"/>
                  </a:lnTo>
                  <a:lnTo>
                    <a:pt x="2051368" y="2847963"/>
                  </a:lnTo>
                  <a:lnTo>
                    <a:pt x="2028826" y="2849238"/>
                  </a:lnTo>
                  <a:lnTo>
                    <a:pt x="2005966" y="2850513"/>
                  </a:lnTo>
                  <a:lnTo>
                    <a:pt x="1982788" y="2851150"/>
                  </a:lnTo>
                  <a:lnTo>
                    <a:pt x="1959293" y="2851150"/>
                  </a:lnTo>
                  <a:lnTo>
                    <a:pt x="1935480" y="2851150"/>
                  </a:lnTo>
                  <a:lnTo>
                    <a:pt x="1912303" y="2850513"/>
                  </a:lnTo>
                  <a:lnTo>
                    <a:pt x="1889443" y="2849238"/>
                  </a:lnTo>
                  <a:lnTo>
                    <a:pt x="1866900" y="2847963"/>
                  </a:lnTo>
                  <a:lnTo>
                    <a:pt x="1844358" y="2846051"/>
                  </a:lnTo>
                  <a:lnTo>
                    <a:pt x="1822768" y="2844138"/>
                  </a:lnTo>
                  <a:lnTo>
                    <a:pt x="1801496" y="2841270"/>
                  </a:lnTo>
                  <a:lnTo>
                    <a:pt x="1780540" y="2838401"/>
                  </a:lnTo>
                  <a:lnTo>
                    <a:pt x="1760220" y="2834895"/>
                  </a:lnTo>
                  <a:lnTo>
                    <a:pt x="1740536" y="2831389"/>
                  </a:lnTo>
                  <a:lnTo>
                    <a:pt x="1721168" y="2827245"/>
                  </a:lnTo>
                  <a:lnTo>
                    <a:pt x="1702753" y="2823102"/>
                  </a:lnTo>
                  <a:lnTo>
                    <a:pt x="1684656" y="2818640"/>
                  </a:lnTo>
                  <a:lnTo>
                    <a:pt x="1667193" y="2813540"/>
                  </a:lnTo>
                  <a:lnTo>
                    <a:pt x="1650683" y="2808440"/>
                  </a:lnTo>
                  <a:lnTo>
                    <a:pt x="1634490" y="2803340"/>
                  </a:lnTo>
                  <a:lnTo>
                    <a:pt x="1619568" y="2797284"/>
                  </a:lnTo>
                  <a:lnTo>
                    <a:pt x="1604963" y="2791229"/>
                  </a:lnTo>
                  <a:lnTo>
                    <a:pt x="1591628" y="2785173"/>
                  </a:lnTo>
                  <a:lnTo>
                    <a:pt x="1578610" y="2778798"/>
                  </a:lnTo>
                  <a:lnTo>
                    <a:pt x="1566863" y="2772105"/>
                  </a:lnTo>
                  <a:lnTo>
                    <a:pt x="1555750" y="2765093"/>
                  </a:lnTo>
                  <a:lnTo>
                    <a:pt x="1545273" y="2758080"/>
                  </a:lnTo>
                  <a:lnTo>
                    <a:pt x="1536383" y="2751068"/>
                  </a:lnTo>
                  <a:lnTo>
                    <a:pt x="1528128" y="2743419"/>
                  </a:lnTo>
                  <a:lnTo>
                    <a:pt x="1520826" y="2735769"/>
                  </a:lnTo>
                  <a:lnTo>
                    <a:pt x="1514793" y="2728120"/>
                  </a:lnTo>
                  <a:lnTo>
                    <a:pt x="1511936" y="2723976"/>
                  </a:lnTo>
                  <a:lnTo>
                    <a:pt x="1509396" y="2720151"/>
                  </a:lnTo>
                  <a:lnTo>
                    <a:pt x="1507490" y="2716008"/>
                  </a:lnTo>
                  <a:lnTo>
                    <a:pt x="1505586" y="2711864"/>
                  </a:lnTo>
                  <a:lnTo>
                    <a:pt x="1503998" y="2707721"/>
                  </a:lnTo>
                  <a:lnTo>
                    <a:pt x="1502410" y="2703896"/>
                  </a:lnTo>
                  <a:lnTo>
                    <a:pt x="1501776" y="2699434"/>
                  </a:lnTo>
                  <a:lnTo>
                    <a:pt x="1500823" y="2694971"/>
                  </a:lnTo>
                  <a:lnTo>
                    <a:pt x="1500506" y="2691147"/>
                  </a:lnTo>
                  <a:lnTo>
                    <a:pt x="1500188" y="2686684"/>
                  </a:lnTo>
                  <a:lnTo>
                    <a:pt x="1500506" y="2682541"/>
                  </a:lnTo>
                  <a:lnTo>
                    <a:pt x="1500823" y="2678397"/>
                  </a:lnTo>
                  <a:lnTo>
                    <a:pt x="1501776" y="2674254"/>
                  </a:lnTo>
                  <a:lnTo>
                    <a:pt x="1502410" y="2670110"/>
                  </a:lnTo>
                  <a:lnTo>
                    <a:pt x="1503998" y="2665967"/>
                  </a:lnTo>
                  <a:lnTo>
                    <a:pt x="1505586" y="2661823"/>
                  </a:lnTo>
                  <a:lnTo>
                    <a:pt x="1507490" y="2657998"/>
                  </a:lnTo>
                  <a:lnTo>
                    <a:pt x="1509396" y="2653855"/>
                  </a:lnTo>
                  <a:lnTo>
                    <a:pt x="1511936" y="2649711"/>
                  </a:lnTo>
                  <a:lnTo>
                    <a:pt x="1514793" y="2645568"/>
                  </a:lnTo>
                  <a:lnTo>
                    <a:pt x="1520826" y="2638237"/>
                  </a:lnTo>
                  <a:lnTo>
                    <a:pt x="1528128" y="2630587"/>
                  </a:lnTo>
                  <a:lnTo>
                    <a:pt x="1536383" y="2622938"/>
                  </a:lnTo>
                  <a:lnTo>
                    <a:pt x="1545273" y="2615607"/>
                  </a:lnTo>
                  <a:lnTo>
                    <a:pt x="1555750" y="2608914"/>
                  </a:lnTo>
                  <a:lnTo>
                    <a:pt x="1566863" y="2601583"/>
                  </a:lnTo>
                  <a:lnTo>
                    <a:pt x="1578610" y="2594889"/>
                  </a:lnTo>
                  <a:lnTo>
                    <a:pt x="1591628" y="2588515"/>
                  </a:lnTo>
                  <a:lnTo>
                    <a:pt x="1604963" y="2582140"/>
                  </a:lnTo>
                  <a:lnTo>
                    <a:pt x="1619568" y="2576403"/>
                  </a:lnTo>
                  <a:lnTo>
                    <a:pt x="1634490" y="2570666"/>
                  </a:lnTo>
                  <a:lnTo>
                    <a:pt x="1650683" y="2565247"/>
                  </a:lnTo>
                  <a:lnTo>
                    <a:pt x="1667193" y="2560148"/>
                  </a:lnTo>
                  <a:lnTo>
                    <a:pt x="1684656" y="2555367"/>
                  </a:lnTo>
                  <a:lnTo>
                    <a:pt x="1702753" y="2550586"/>
                  </a:lnTo>
                  <a:lnTo>
                    <a:pt x="1721168" y="2546123"/>
                  </a:lnTo>
                  <a:lnTo>
                    <a:pt x="1740536" y="2542299"/>
                  </a:lnTo>
                  <a:lnTo>
                    <a:pt x="1760220" y="2538793"/>
                  </a:lnTo>
                  <a:lnTo>
                    <a:pt x="1780540" y="2535605"/>
                  </a:lnTo>
                  <a:lnTo>
                    <a:pt x="1801496" y="2532737"/>
                  </a:lnTo>
                  <a:lnTo>
                    <a:pt x="1822768" y="2529868"/>
                  </a:lnTo>
                  <a:lnTo>
                    <a:pt x="1844358" y="2527637"/>
                  </a:lnTo>
                  <a:lnTo>
                    <a:pt x="1866900" y="2526043"/>
                  </a:lnTo>
                  <a:lnTo>
                    <a:pt x="1889443" y="2524450"/>
                  </a:lnTo>
                  <a:lnTo>
                    <a:pt x="1912303" y="2523493"/>
                  </a:lnTo>
                  <a:lnTo>
                    <a:pt x="1935480" y="2522856"/>
                  </a:lnTo>
                  <a:lnTo>
                    <a:pt x="1959293" y="2522537"/>
                  </a:lnTo>
                  <a:close/>
                  <a:moveTo>
                    <a:pt x="2854584" y="2507933"/>
                  </a:moveTo>
                  <a:lnTo>
                    <a:pt x="2854584" y="2625091"/>
                  </a:lnTo>
                  <a:lnTo>
                    <a:pt x="2873946" y="2630488"/>
                  </a:lnTo>
                  <a:lnTo>
                    <a:pt x="2893626" y="2636203"/>
                  </a:lnTo>
                  <a:lnTo>
                    <a:pt x="2914258" y="2640966"/>
                  </a:lnTo>
                  <a:lnTo>
                    <a:pt x="2935524" y="2645728"/>
                  </a:lnTo>
                  <a:lnTo>
                    <a:pt x="2935524" y="2529523"/>
                  </a:lnTo>
                  <a:lnTo>
                    <a:pt x="2914258" y="2524761"/>
                  </a:lnTo>
                  <a:lnTo>
                    <a:pt x="2893626" y="2519363"/>
                  </a:lnTo>
                  <a:lnTo>
                    <a:pt x="2873946" y="2513965"/>
                  </a:lnTo>
                  <a:lnTo>
                    <a:pt x="2854584" y="2507933"/>
                  </a:lnTo>
                  <a:close/>
                  <a:moveTo>
                    <a:pt x="2692385" y="2444750"/>
                  </a:moveTo>
                  <a:lnTo>
                    <a:pt x="2692385" y="2542223"/>
                  </a:lnTo>
                  <a:lnTo>
                    <a:pt x="2695241" y="2545081"/>
                  </a:lnTo>
                  <a:lnTo>
                    <a:pt x="2698098" y="2548256"/>
                  </a:lnTo>
                  <a:lnTo>
                    <a:pt x="2705399" y="2554923"/>
                  </a:lnTo>
                  <a:lnTo>
                    <a:pt x="2714921" y="2561591"/>
                  </a:lnTo>
                  <a:lnTo>
                    <a:pt x="2725078" y="2568576"/>
                  </a:lnTo>
                  <a:lnTo>
                    <a:pt x="2737140" y="2576196"/>
                  </a:lnTo>
                  <a:lnTo>
                    <a:pt x="2748884" y="2582863"/>
                  </a:lnTo>
                  <a:lnTo>
                    <a:pt x="2761581" y="2589213"/>
                  </a:lnTo>
                  <a:lnTo>
                    <a:pt x="2773325" y="2595246"/>
                  </a:lnTo>
                  <a:lnTo>
                    <a:pt x="2773325" y="2486343"/>
                  </a:lnTo>
                  <a:lnTo>
                    <a:pt x="2758407" y="2480628"/>
                  </a:lnTo>
                  <a:lnTo>
                    <a:pt x="2744441" y="2475230"/>
                  </a:lnTo>
                  <a:lnTo>
                    <a:pt x="2732379" y="2469198"/>
                  </a:lnTo>
                  <a:lnTo>
                    <a:pt x="2721269" y="2464118"/>
                  </a:lnTo>
                  <a:lnTo>
                    <a:pt x="2712064" y="2458720"/>
                  </a:lnTo>
                  <a:lnTo>
                    <a:pt x="2704446" y="2453958"/>
                  </a:lnTo>
                  <a:lnTo>
                    <a:pt x="2697781" y="2449195"/>
                  </a:lnTo>
                  <a:lnTo>
                    <a:pt x="2692385" y="2444750"/>
                  </a:lnTo>
                  <a:close/>
                  <a:moveTo>
                    <a:pt x="3744614" y="2439353"/>
                  </a:moveTo>
                  <a:lnTo>
                    <a:pt x="3737949" y="2444433"/>
                  </a:lnTo>
                  <a:lnTo>
                    <a:pt x="3730648" y="2449195"/>
                  </a:lnTo>
                  <a:lnTo>
                    <a:pt x="3722713" y="2454275"/>
                  </a:lnTo>
                  <a:lnTo>
                    <a:pt x="3715095" y="2459038"/>
                  </a:lnTo>
                  <a:lnTo>
                    <a:pt x="3706524" y="2462848"/>
                  </a:lnTo>
                  <a:lnTo>
                    <a:pt x="3698907" y="2466975"/>
                  </a:lnTo>
                  <a:lnTo>
                    <a:pt x="3691289" y="2470468"/>
                  </a:lnTo>
                  <a:lnTo>
                    <a:pt x="3683671" y="2473325"/>
                  </a:lnTo>
                  <a:lnTo>
                    <a:pt x="3683671" y="2592706"/>
                  </a:lnTo>
                  <a:lnTo>
                    <a:pt x="3692558" y="2588578"/>
                  </a:lnTo>
                  <a:lnTo>
                    <a:pt x="3701128" y="2583816"/>
                  </a:lnTo>
                  <a:lnTo>
                    <a:pt x="3709381" y="2579053"/>
                  </a:lnTo>
                  <a:lnTo>
                    <a:pt x="3717634" y="2573973"/>
                  </a:lnTo>
                  <a:lnTo>
                    <a:pt x="3725252" y="2568258"/>
                  </a:lnTo>
                  <a:lnTo>
                    <a:pt x="3732235" y="2563178"/>
                  </a:lnTo>
                  <a:lnTo>
                    <a:pt x="3738901" y="2557781"/>
                  </a:lnTo>
                  <a:lnTo>
                    <a:pt x="3744614" y="2553018"/>
                  </a:lnTo>
                  <a:lnTo>
                    <a:pt x="3744614" y="2439353"/>
                  </a:lnTo>
                  <a:close/>
                  <a:moveTo>
                    <a:pt x="3151360" y="2322195"/>
                  </a:moveTo>
                  <a:lnTo>
                    <a:pt x="3151360" y="2437130"/>
                  </a:lnTo>
                  <a:lnTo>
                    <a:pt x="3174848" y="2437765"/>
                  </a:lnTo>
                  <a:lnTo>
                    <a:pt x="3198972" y="2437765"/>
                  </a:lnTo>
                  <a:lnTo>
                    <a:pt x="3215477" y="2437765"/>
                  </a:lnTo>
                  <a:lnTo>
                    <a:pt x="3231983" y="2437448"/>
                  </a:lnTo>
                  <a:lnTo>
                    <a:pt x="3231983" y="2322512"/>
                  </a:lnTo>
                  <a:lnTo>
                    <a:pt x="3198972" y="2323147"/>
                  </a:lnTo>
                  <a:lnTo>
                    <a:pt x="3174848" y="2323147"/>
                  </a:lnTo>
                  <a:lnTo>
                    <a:pt x="3151360" y="2322195"/>
                  </a:lnTo>
                  <a:close/>
                  <a:moveTo>
                    <a:pt x="3815080" y="2317750"/>
                  </a:moveTo>
                  <a:lnTo>
                    <a:pt x="3816033" y="2325370"/>
                  </a:lnTo>
                  <a:lnTo>
                    <a:pt x="3816350" y="2332673"/>
                  </a:lnTo>
                  <a:lnTo>
                    <a:pt x="3816350" y="2483803"/>
                  </a:lnTo>
                  <a:lnTo>
                    <a:pt x="3816033" y="2484438"/>
                  </a:lnTo>
                  <a:lnTo>
                    <a:pt x="3815398" y="2493010"/>
                  </a:lnTo>
                  <a:lnTo>
                    <a:pt x="3814763" y="2498408"/>
                  </a:lnTo>
                  <a:lnTo>
                    <a:pt x="3813493" y="2504123"/>
                  </a:lnTo>
                  <a:lnTo>
                    <a:pt x="3811906" y="2509520"/>
                  </a:lnTo>
                  <a:lnTo>
                    <a:pt x="3810319" y="2514600"/>
                  </a:lnTo>
                  <a:lnTo>
                    <a:pt x="3808097" y="2520316"/>
                  </a:lnTo>
                  <a:lnTo>
                    <a:pt x="3805558" y="2525713"/>
                  </a:lnTo>
                  <a:lnTo>
                    <a:pt x="3803019" y="2530793"/>
                  </a:lnTo>
                  <a:lnTo>
                    <a:pt x="3799844" y="2536508"/>
                  </a:lnTo>
                  <a:lnTo>
                    <a:pt x="3796036" y="2541588"/>
                  </a:lnTo>
                  <a:lnTo>
                    <a:pt x="3792226" y="2546668"/>
                  </a:lnTo>
                  <a:lnTo>
                    <a:pt x="3788418" y="2551748"/>
                  </a:lnTo>
                  <a:lnTo>
                    <a:pt x="3783974" y="2556828"/>
                  </a:lnTo>
                  <a:lnTo>
                    <a:pt x="3779212" y="2561591"/>
                  </a:lnTo>
                  <a:lnTo>
                    <a:pt x="3774134" y="2566671"/>
                  </a:lnTo>
                  <a:lnTo>
                    <a:pt x="3768420" y="2571433"/>
                  </a:lnTo>
                  <a:lnTo>
                    <a:pt x="3763024" y="2576513"/>
                  </a:lnTo>
                  <a:lnTo>
                    <a:pt x="3750963" y="2586038"/>
                  </a:lnTo>
                  <a:lnTo>
                    <a:pt x="3737314" y="2595246"/>
                  </a:lnTo>
                  <a:lnTo>
                    <a:pt x="3722713" y="2604136"/>
                  </a:lnTo>
                  <a:lnTo>
                    <a:pt x="3707477" y="2613026"/>
                  </a:lnTo>
                  <a:lnTo>
                    <a:pt x="3690971" y="2621281"/>
                  </a:lnTo>
                  <a:lnTo>
                    <a:pt x="3673513" y="2628901"/>
                  </a:lnTo>
                  <a:lnTo>
                    <a:pt x="3655103" y="2636838"/>
                  </a:lnTo>
                  <a:lnTo>
                    <a:pt x="3635424" y="2644458"/>
                  </a:lnTo>
                  <a:lnTo>
                    <a:pt x="3615109" y="2651443"/>
                  </a:lnTo>
                  <a:lnTo>
                    <a:pt x="3593842" y="2658111"/>
                  </a:lnTo>
                  <a:lnTo>
                    <a:pt x="3571941" y="2664461"/>
                  </a:lnTo>
                  <a:lnTo>
                    <a:pt x="3549087" y="2670493"/>
                  </a:lnTo>
                  <a:lnTo>
                    <a:pt x="3525281" y="2675891"/>
                  </a:lnTo>
                  <a:lnTo>
                    <a:pt x="3501157" y="2680971"/>
                  </a:lnTo>
                  <a:lnTo>
                    <a:pt x="3476082" y="2685733"/>
                  </a:lnTo>
                  <a:lnTo>
                    <a:pt x="3450371" y="2689861"/>
                  </a:lnTo>
                  <a:lnTo>
                    <a:pt x="3424343" y="2693671"/>
                  </a:lnTo>
                  <a:lnTo>
                    <a:pt x="3397680" y="2697163"/>
                  </a:lnTo>
                  <a:lnTo>
                    <a:pt x="3370065" y="2700021"/>
                  </a:lnTo>
                  <a:lnTo>
                    <a:pt x="3341815" y="2702561"/>
                  </a:lnTo>
                  <a:lnTo>
                    <a:pt x="3313565" y="2704466"/>
                  </a:lnTo>
                  <a:lnTo>
                    <a:pt x="3284680" y="2705736"/>
                  </a:lnTo>
                  <a:lnTo>
                    <a:pt x="3255478" y="2706371"/>
                  </a:lnTo>
                  <a:lnTo>
                    <a:pt x="3225959" y="2706688"/>
                  </a:lnTo>
                  <a:lnTo>
                    <a:pt x="3195487" y="2706371"/>
                  </a:lnTo>
                  <a:lnTo>
                    <a:pt x="3165650" y="2705736"/>
                  </a:lnTo>
                  <a:lnTo>
                    <a:pt x="3136130" y="2704148"/>
                  </a:lnTo>
                  <a:lnTo>
                    <a:pt x="3106928" y="2701926"/>
                  </a:lnTo>
                  <a:lnTo>
                    <a:pt x="3078678" y="2699703"/>
                  </a:lnTo>
                  <a:lnTo>
                    <a:pt x="3050428" y="2696528"/>
                  </a:lnTo>
                  <a:lnTo>
                    <a:pt x="3022813" y="2693353"/>
                  </a:lnTo>
                  <a:lnTo>
                    <a:pt x="2996150" y="2688908"/>
                  </a:lnTo>
                  <a:lnTo>
                    <a:pt x="2970122" y="2684781"/>
                  </a:lnTo>
                  <a:lnTo>
                    <a:pt x="2944729" y="2680018"/>
                  </a:lnTo>
                  <a:lnTo>
                    <a:pt x="2919971" y="2674303"/>
                  </a:lnTo>
                  <a:lnTo>
                    <a:pt x="2895847" y="2668588"/>
                  </a:lnTo>
                  <a:lnTo>
                    <a:pt x="2872994" y="2662556"/>
                  </a:lnTo>
                  <a:lnTo>
                    <a:pt x="2850775" y="2655888"/>
                  </a:lnTo>
                  <a:lnTo>
                    <a:pt x="2829190" y="2648903"/>
                  </a:lnTo>
                  <a:lnTo>
                    <a:pt x="2808876" y="2641601"/>
                  </a:lnTo>
                  <a:lnTo>
                    <a:pt x="2789196" y="2633663"/>
                  </a:lnTo>
                  <a:lnTo>
                    <a:pt x="2770469" y="2625408"/>
                  </a:lnTo>
                  <a:lnTo>
                    <a:pt x="2753328" y="2617153"/>
                  </a:lnTo>
                  <a:lnTo>
                    <a:pt x="2736823" y="2608581"/>
                  </a:lnTo>
                  <a:lnTo>
                    <a:pt x="2721269" y="2599373"/>
                  </a:lnTo>
                  <a:lnTo>
                    <a:pt x="2706986" y="2590483"/>
                  </a:lnTo>
                  <a:lnTo>
                    <a:pt x="2693972" y="2580641"/>
                  </a:lnTo>
                  <a:lnTo>
                    <a:pt x="2688258" y="2575878"/>
                  </a:lnTo>
                  <a:lnTo>
                    <a:pt x="2682227" y="2570798"/>
                  </a:lnTo>
                  <a:lnTo>
                    <a:pt x="2676831" y="2566036"/>
                  </a:lnTo>
                  <a:lnTo>
                    <a:pt x="2671753" y="2560956"/>
                  </a:lnTo>
                  <a:lnTo>
                    <a:pt x="2666991" y="2555558"/>
                  </a:lnTo>
                  <a:lnTo>
                    <a:pt x="2662548" y="2550161"/>
                  </a:lnTo>
                  <a:lnTo>
                    <a:pt x="2658104" y="2545081"/>
                  </a:lnTo>
                  <a:lnTo>
                    <a:pt x="2654612" y="2540001"/>
                  </a:lnTo>
                  <a:lnTo>
                    <a:pt x="2651121" y="2534286"/>
                  </a:lnTo>
                  <a:lnTo>
                    <a:pt x="2647947" y="2528888"/>
                  </a:lnTo>
                  <a:lnTo>
                    <a:pt x="2645090" y="2523808"/>
                  </a:lnTo>
                  <a:lnTo>
                    <a:pt x="2642868" y="2518093"/>
                  </a:lnTo>
                  <a:lnTo>
                    <a:pt x="2640329" y="2512695"/>
                  </a:lnTo>
                  <a:lnTo>
                    <a:pt x="2638742" y="2506663"/>
                  </a:lnTo>
                  <a:lnTo>
                    <a:pt x="2637789" y="2501265"/>
                  </a:lnTo>
                  <a:lnTo>
                    <a:pt x="2636520" y="2495868"/>
                  </a:lnTo>
                  <a:lnTo>
                    <a:pt x="2636202" y="2489835"/>
                  </a:lnTo>
                  <a:lnTo>
                    <a:pt x="2635885" y="2484438"/>
                  </a:lnTo>
                  <a:lnTo>
                    <a:pt x="2635250" y="2484438"/>
                  </a:lnTo>
                  <a:lnTo>
                    <a:pt x="2635250" y="2375535"/>
                  </a:lnTo>
                  <a:lnTo>
                    <a:pt x="2646360" y="2383790"/>
                  </a:lnTo>
                  <a:lnTo>
                    <a:pt x="2657786" y="2392045"/>
                  </a:lnTo>
                  <a:lnTo>
                    <a:pt x="2670166" y="2399983"/>
                  </a:lnTo>
                  <a:lnTo>
                    <a:pt x="2683180" y="2407285"/>
                  </a:lnTo>
                  <a:lnTo>
                    <a:pt x="2696511" y="2414905"/>
                  </a:lnTo>
                  <a:lnTo>
                    <a:pt x="2710160" y="2421890"/>
                  </a:lnTo>
                  <a:lnTo>
                    <a:pt x="2724761" y="2429193"/>
                  </a:lnTo>
                  <a:lnTo>
                    <a:pt x="2740314" y="2435860"/>
                  </a:lnTo>
                  <a:lnTo>
                    <a:pt x="2755550" y="2442210"/>
                  </a:lnTo>
                  <a:lnTo>
                    <a:pt x="2771738" y="2448243"/>
                  </a:lnTo>
                  <a:lnTo>
                    <a:pt x="2788244" y="2453958"/>
                  </a:lnTo>
                  <a:lnTo>
                    <a:pt x="2805384" y="2459673"/>
                  </a:lnTo>
                  <a:lnTo>
                    <a:pt x="2822525" y="2465070"/>
                  </a:lnTo>
                  <a:lnTo>
                    <a:pt x="2840300" y="2470150"/>
                  </a:lnTo>
                  <a:lnTo>
                    <a:pt x="2858393" y="2474913"/>
                  </a:lnTo>
                  <a:lnTo>
                    <a:pt x="2877120" y="2479675"/>
                  </a:lnTo>
                  <a:lnTo>
                    <a:pt x="2895530" y="2483803"/>
                  </a:lnTo>
                  <a:lnTo>
                    <a:pt x="2914892" y="2487930"/>
                  </a:lnTo>
                  <a:lnTo>
                    <a:pt x="2934255" y="2491423"/>
                  </a:lnTo>
                  <a:lnTo>
                    <a:pt x="2953617" y="2494915"/>
                  </a:lnTo>
                  <a:lnTo>
                    <a:pt x="2973614" y="2498090"/>
                  </a:lnTo>
                  <a:lnTo>
                    <a:pt x="2993294" y="2501265"/>
                  </a:lnTo>
                  <a:lnTo>
                    <a:pt x="3013926" y="2503488"/>
                  </a:lnTo>
                  <a:lnTo>
                    <a:pt x="3033923" y="2506028"/>
                  </a:lnTo>
                  <a:lnTo>
                    <a:pt x="3054555" y="2508250"/>
                  </a:lnTo>
                  <a:lnTo>
                    <a:pt x="3074869" y="2509838"/>
                  </a:lnTo>
                  <a:lnTo>
                    <a:pt x="3095819" y="2511425"/>
                  </a:lnTo>
                  <a:lnTo>
                    <a:pt x="3116451" y="2512695"/>
                  </a:lnTo>
                  <a:lnTo>
                    <a:pt x="3137400" y="2513965"/>
                  </a:lnTo>
                  <a:lnTo>
                    <a:pt x="3158032" y="2514600"/>
                  </a:lnTo>
                  <a:lnTo>
                    <a:pt x="3178981" y="2514918"/>
                  </a:lnTo>
                  <a:lnTo>
                    <a:pt x="3199613" y="2514918"/>
                  </a:lnTo>
                  <a:lnTo>
                    <a:pt x="3224372" y="2514918"/>
                  </a:lnTo>
                  <a:lnTo>
                    <a:pt x="3249765" y="2514283"/>
                  </a:lnTo>
                  <a:lnTo>
                    <a:pt x="3274523" y="2513330"/>
                  </a:lnTo>
                  <a:lnTo>
                    <a:pt x="3299282" y="2511743"/>
                  </a:lnTo>
                  <a:lnTo>
                    <a:pt x="3324040" y="2510473"/>
                  </a:lnTo>
                  <a:lnTo>
                    <a:pt x="3348481" y="2507933"/>
                  </a:lnTo>
                  <a:lnTo>
                    <a:pt x="3372922" y="2505710"/>
                  </a:lnTo>
                  <a:lnTo>
                    <a:pt x="3397680" y="2502535"/>
                  </a:lnTo>
                  <a:lnTo>
                    <a:pt x="3421486" y="2499360"/>
                  </a:lnTo>
                  <a:lnTo>
                    <a:pt x="3445292" y="2495233"/>
                  </a:lnTo>
                  <a:lnTo>
                    <a:pt x="3468464" y="2491423"/>
                  </a:lnTo>
                  <a:lnTo>
                    <a:pt x="3491635" y="2486978"/>
                  </a:lnTo>
                  <a:lnTo>
                    <a:pt x="3514171" y="2481898"/>
                  </a:lnTo>
                  <a:lnTo>
                    <a:pt x="3536390" y="2476818"/>
                  </a:lnTo>
                  <a:lnTo>
                    <a:pt x="3557974" y="2471420"/>
                  </a:lnTo>
                  <a:lnTo>
                    <a:pt x="3579241" y="2465070"/>
                  </a:lnTo>
                  <a:lnTo>
                    <a:pt x="3599873" y="2458720"/>
                  </a:lnTo>
                  <a:lnTo>
                    <a:pt x="3619870" y="2452053"/>
                  </a:lnTo>
                  <a:lnTo>
                    <a:pt x="3639233" y="2444750"/>
                  </a:lnTo>
                  <a:lnTo>
                    <a:pt x="3657643" y="2437448"/>
                  </a:lnTo>
                  <a:lnTo>
                    <a:pt x="3676053" y="2429510"/>
                  </a:lnTo>
                  <a:lnTo>
                    <a:pt x="3692876" y="2421255"/>
                  </a:lnTo>
                  <a:lnTo>
                    <a:pt x="3709381" y="2412365"/>
                  </a:lnTo>
                  <a:lnTo>
                    <a:pt x="3724935" y="2403475"/>
                  </a:lnTo>
                  <a:lnTo>
                    <a:pt x="3739853" y="2393950"/>
                  </a:lnTo>
                  <a:lnTo>
                    <a:pt x="3753502" y="2384108"/>
                  </a:lnTo>
                  <a:lnTo>
                    <a:pt x="3766198" y="2374265"/>
                  </a:lnTo>
                  <a:lnTo>
                    <a:pt x="3772547" y="2368550"/>
                  </a:lnTo>
                  <a:lnTo>
                    <a:pt x="3777943" y="2363470"/>
                  </a:lnTo>
                  <a:lnTo>
                    <a:pt x="3783656" y="2358073"/>
                  </a:lnTo>
                  <a:lnTo>
                    <a:pt x="3789052" y="2352675"/>
                  </a:lnTo>
                  <a:lnTo>
                    <a:pt x="3793814" y="2346960"/>
                  </a:lnTo>
                  <a:lnTo>
                    <a:pt x="3798575" y="2341563"/>
                  </a:lnTo>
                  <a:lnTo>
                    <a:pt x="3803336" y="2335530"/>
                  </a:lnTo>
                  <a:lnTo>
                    <a:pt x="3807145" y="2329498"/>
                  </a:lnTo>
                  <a:lnTo>
                    <a:pt x="3811271" y="2323783"/>
                  </a:lnTo>
                  <a:lnTo>
                    <a:pt x="3815080" y="2317750"/>
                  </a:lnTo>
                  <a:close/>
                  <a:moveTo>
                    <a:pt x="2989478" y="2307907"/>
                  </a:moveTo>
                  <a:lnTo>
                    <a:pt x="2989478" y="2423478"/>
                  </a:lnTo>
                  <a:lnTo>
                    <a:pt x="3009158" y="2426018"/>
                  </a:lnTo>
                  <a:lnTo>
                    <a:pt x="3029472" y="2428240"/>
                  </a:lnTo>
                  <a:lnTo>
                    <a:pt x="3049469" y="2430780"/>
                  </a:lnTo>
                  <a:lnTo>
                    <a:pt x="3070419" y="2432685"/>
                  </a:lnTo>
                  <a:lnTo>
                    <a:pt x="3070419" y="2317432"/>
                  </a:lnTo>
                  <a:lnTo>
                    <a:pt x="3049469" y="2315527"/>
                  </a:lnTo>
                  <a:lnTo>
                    <a:pt x="3029472" y="2313305"/>
                  </a:lnTo>
                  <a:lnTo>
                    <a:pt x="3009158" y="2310765"/>
                  </a:lnTo>
                  <a:lnTo>
                    <a:pt x="2989478" y="2307907"/>
                  </a:lnTo>
                  <a:close/>
                  <a:moveTo>
                    <a:pt x="2827597" y="2271395"/>
                  </a:moveTo>
                  <a:lnTo>
                    <a:pt x="2827597" y="2388553"/>
                  </a:lnTo>
                  <a:lnTo>
                    <a:pt x="2846959" y="2393950"/>
                  </a:lnTo>
                  <a:lnTo>
                    <a:pt x="2866956" y="2399665"/>
                  </a:lnTo>
                  <a:lnTo>
                    <a:pt x="2887588" y="2404428"/>
                  </a:lnTo>
                  <a:lnTo>
                    <a:pt x="2908220" y="2408873"/>
                  </a:lnTo>
                  <a:lnTo>
                    <a:pt x="2908220" y="2292985"/>
                  </a:lnTo>
                  <a:lnTo>
                    <a:pt x="2887588" y="2288222"/>
                  </a:lnTo>
                  <a:lnTo>
                    <a:pt x="2866956" y="2282825"/>
                  </a:lnTo>
                  <a:lnTo>
                    <a:pt x="2846959" y="2277110"/>
                  </a:lnTo>
                  <a:lnTo>
                    <a:pt x="2827597" y="2271395"/>
                  </a:lnTo>
                  <a:close/>
                  <a:moveTo>
                    <a:pt x="3717945" y="2227897"/>
                  </a:moveTo>
                  <a:lnTo>
                    <a:pt x="3711914" y="2232025"/>
                  </a:lnTo>
                  <a:lnTo>
                    <a:pt x="3704931" y="2235517"/>
                  </a:lnTo>
                  <a:lnTo>
                    <a:pt x="3696678" y="2239327"/>
                  </a:lnTo>
                  <a:lnTo>
                    <a:pt x="3688425" y="2242820"/>
                  </a:lnTo>
                  <a:lnTo>
                    <a:pt x="3671285" y="2249487"/>
                  </a:lnTo>
                  <a:lnTo>
                    <a:pt x="3656684" y="2255202"/>
                  </a:lnTo>
                  <a:lnTo>
                    <a:pt x="3656684" y="2356167"/>
                  </a:lnTo>
                  <a:lnTo>
                    <a:pt x="3665254" y="2351722"/>
                  </a:lnTo>
                  <a:lnTo>
                    <a:pt x="3674142" y="2347595"/>
                  </a:lnTo>
                  <a:lnTo>
                    <a:pt x="3682394" y="2342197"/>
                  </a:lnTo>
                  <a:lnTo>
                    <a:pt x="3690647" y="2337117"/>
                  </a:lnTo>
                  <a:lnTo>
                    <a:pt x="3698582" y="2331720"/>
                  </a:lnTo>
                  <a:lnTo>
                    <a:pt x="3705566" y="2326640"/>
                  </a:lnTo>
                  <a:lnTo>
                    <a:pt x="3711914" y="2321560"/>
                  </a:lnTo>
                  <a:lnTo>
                    <a:pt x="3717945" y="2316162"/>
                  </a:lnTo>
                  <a:lnTo>
                    <a:pt x="3717945" y="2227897"/>
                  </a:lnTo>
                  <a:close/>
                  <a:moveTo>
                    <a:pt x="2665715" y="2187575"/>
                  </a:moveTo>
                  <a:lnTo>
                    <a:pt x="2665715" y="2305685"/>
                  </a:lnTo>
                  <a:lnTo>
                    <a:pt x="2668254" y="2308542"/>
                  </a:lnTo>
                  <a:lnTo>
                    <a:pt x="2671429" y="2311717"/>
                  </a:lnTo>
                  <a:lnTo>
                    <a:pt x="2678729" y="2318385"/>
                  </a:lnTo>
                  <a:lnTo>
                    <a:pt x="2687934" y="2325052"/>
                  </a:lnTo>
                  <a:lnTo>
                    <a:pt x="2698726" y="2332037"/>
                  </a:lnTo>
                  <a:lnTo>
                    <a:pt x="2710153" y="2339657"/>
                  </a:lnTo>
                  <a:lnTo>
                    <a:pt x="2722215" y="2346325"/>
                  </a:lnTo>
                  <a:lnTo>
                    <a:pt x="2734594" y="2352675"/>
                  </a:lnTo>
                  <a:lnTo>
                    <a:pt x="2746656" y="2358390"/>
                  </a:lnTo>
                  <a:lnTo>
                    <a:pt x="2746656" y="2239327"/>
                  </a:lnTo>
                  <a:lnTo>
                    <a:pt x="2734594" y="2233612"/>
                  </a:lnTo>
                  <a:lnTo>
                    <a:pt x="2723167" y="2227580"/>
                  </a:lnTo>
                  <a:lnTo>
                    <a:pt x="2712058" y="2221230"/>
                  </a:lnTo>
                  <a:lnTo>
                    <a:pt x="2701583" y="2214562"/>
                  </a:lnTo>
                  <a:lnTo>
                    <a:pt x="2691743" y="2208212"/>
                  </a:lnTo>
                  <a:lnTo>
                    <a:pt x="2682538" y="2201545"/>
                  </a:lnTo>
                  <a:lnTo>
                    <a:pt x="2673650" y="2194560"/>
                  </a:lnTo>
                  <a:lnTo>
                    <a:pt x="2665715" y="2187575"/>
                  </a:lnTo>
                  <a:close/>
                  <a:moveTo>
                    <a:pt x="2609850" y="2081212"/>
                  </a:moveTo>
                  <a:lnTo>
                    <a:pt x="2613342" y="2087245"/>
                  </a:lnTo>
                  <a:lnTo>
                    <a:pt x="2617468" y="2092960"/>
                  </a:lnTo>
                  <a:lnTo>
                    <a:pt x="2621594" y="2098675"/>
                  </a:lnTo>
                  <a:lnTo>
                    <a:pt x="2626038" y="2104390"/>
                  </a:lnTo>
                  <a:lnTo>
                    <a:pt x="2631117" y="2110105"/>
                  </a:lnTo>
                  <a:lnTo>
                    <a:pt x="2635878" y="2115502"/>
                  </a:lnTo>
                  <a:lnTo>
                    <a:pt x="2641274" y="2120900"/>
                  </a:lnTo>
                  <a:lnTo>
                    <a:pt x="2646988" y="2126615"/>
                  </a:lnTo>
                  <a:lnTo>
                    <a:pt x="2658732" y="2136775"/>
                  </a:lnTo>
                  <a:lnTo>
                    <a:pt x="2671746" y="2146935"/>
                  </a:lnTo>
                  <a:lnTo>
                    <a:pt x="2685712" y="2157095"/>
                  </a:lnTo>
                  <a:lnTo>
                    <a:pt x="2700631" y="2165985"/>
                  </a:lnTo>
                  <a:lnTo>
                    <a:pt x="2715867" y="2175192"/>
                  </a:lnTo>
                  <a:lnTo>
                    <a:pt x="2732372" y="2183765"/>
                  </a:lnTo>
                  <a:lnTo>
                    <a:pt x="2749830" y="2192020"/>
                  </a:lnTo>
                  <a:lnTo>
                    <a:pt x="2767923" y="2199957"/>
                  </a:lnTo>
                  <a:lnTo>
                    <a:pt x="2786650" y="2207895"/>
                  </a:lnTo>
                  <a:lnTo>
                    <a:pt x="2805695" y="2214880"/>
                  </a:lnTo>
                  <a:lnTo>
                    <a:pt x="2826009" y="2221547"/>
                  </a:lnTo>
                  <a:lnTo>
                    <a:pt x="2846959" y="2227897"/>
                  </a:lnTo>
                  <a:lnTo>
                    <a:pt x="2867591" y="2234247"/>
                  </a:lnTo>
                  <a:lnTo>
                    <a:pt x="2889492" y="2239645"/>
                  </a:lnTo>
                  <a:lnTo>
                    <a:pt x="2912029" y="2245042"/>
                  </a:lnTo>
                  <a:lnTo>
                    <a:pt x="2934248" y="2250122"/>
                  </a:lnTo>
                  <a:lnTo>
                    <a:pt x="2957102" y="2254250"/>
                  </a:lnTo>
                  <a:lnTo>
                    <a:pt x="2980908" y="2258695"/>
                  </a:lnTo>
                  <a:lnTo>
                    <a:pt x="3004396" y="2262187"/>
                  </a:lnTo>
                  <a:lnTo>
                    <a:pt x="3028203" y="2265680"/>
                  </a:lnTo>
                  <a:lnTo>
                    <a:pt x="3052644" y="2268537"/>
                  </a:lnTo>
                  <a:lnTo>
                    <a:pt x="3077084" y="2271395"/>
                  </a:lnTo>
                  <a:lnTo>
                    <a:pt x="3101525" y="2273300"/>
                  </a:lnTo>
                  <a:lnTo>
                    <a:pt x="3125966" y="2275205"/>
                  </a:lnTo>
                  <a:lnTo>
                    <a:pt x="3150725" y="2276792"/>
                  </a:lnTo>
                  <a:lnTo>
                    <a:pt x="3175800" y="2277745"/>
                  </a:lnTo>
                  <a:lnTo>
                    <a:pt x="3200559" y="2278380"/>
                  </a:lnTo>
                  <a:lnTo>
                    <a:pt x="3225317" y="2278380"/>
                  </a:lnTo>
                  <a:lnTo>
                    <a:pt x="3246266" y="2278380"/>
                  </a:lnTo>
                  <a:lnTo>
                    <a:pt x="3267216" y="2278062"/>
                  </a:lnTo>
                  <a:lnTo>
                    <a:pt x="3288165" y="2277110"/>
                  </a:lnTo>
                  <a:lnTo>
                    <a:pt x="3308797" y="2276157"/>
                  </a:lnTo>
                  <a:lnTo>
                    <a:pt x="3329429" y="2274887"/>
                  </a:lnTo>
                  <a:lnTo>
                    <a:pt x="3350378" y="2273300"/>
                  </a:lnTo>
                  <a:lnTo>
                    <a:pt x="3371010" y="2271712"/>
                  </a:lnTo>
                  <a:lnTo>
                    <a:pt x="3391325" y="2269807"/>
                  </a:lnTo>
                  <a:lnTo>
                    <a:pt x="3411957" y="2267267"/>
                  </a:lnTo>
                  <a:lnTo>
                    <a:pt x="3431954" y="2264727"/>
                  </a:lnTo>
                  <a:lnTo>
                    <a:pt x="3451951" y="2261870"/>
                  </a:lnTo>
                  <a:lnTo>
                    <a:pt x="3471948" y="2258695"/>
                  </a:lnTo>
                  <a:lnTo>
                    <a:pt x="3491628" y="2255202"/>
                  </a:lnTo>
                  <a:lnTo>
                    <a:pt x="3510990" y="2251710"/>
                  </a:lnTo>
                  <a:lnTo>
                    <a:pt x="3530035" y="2247582"/>
                  </a:lnTo>
                  <a:lnTo>
                    <a:pt x="3548763" y="2243455"/>
                  </a:lnTo>
                  <a:lnTo>
                    <a:pt x="3567173" y="2239010"/>
                  </a:lnTo>
                  <a:lnTo>
                    <a:pt x="3585265" y="2233930"/>
                  </a:lnTo>
                  <a:lnTo>
                    <a:pt x="3603041" y="2229167"/>
                  </a:lnTo>
                  <a:lnTo>
                    <a:pt x="3620498" y="2223452"/>
                  </a:lnTo>
                  <a:lnTo>
                    <a:pt x="3637004" y="2218055"/>
                  </a:lnTo>
                  <a:lnTo>
                    <a:pt x="3653510" y="2212022"/>
                  </a:lnTo>
                  <a:lnTo>
                    <a:pt x="3669698" y="2206307"/>
                  </a:lnTo>
                  <a:lnTo>
                    <a:pt x="3685251" y="2199957"/>
                  </a:lnTo>
                  <a:lnTo>
                    <a:pt x="3700170" y="2193290"/>
                  </a:lnTo>
                  <a:lnTo>
                    <a:pt x="3714770" y="2185987"/>
                  </a:lnTo>
                  <a:lnTo>
                    <a:pt x="3728419" y="2179002"/>
                  </a:lnTo>
                  <a:lnTo>
                    <a:pt x="3741751" y="2171382"/>
                  </a:lnTo>
                  <a:lnTo>
                    <a:pt x="3754765" y="2164080"/>
                  </a:lnTo>
                  <a:lnTo>
                    <a:pt x="3767144" y="2156142"/>
                  </a:lnTo>
                  <a:lnTo>
                    <a:pt x="3778571" y="2147887"/>
                  </a:lnTo>
                  <a:lnTo>
                    <a:pt x="3789363" y="2139632"/>
                  </a:lnTo>
                  <a:lnTo>
                    <a:pt x="3789363" y="2247265"/>
                  </a:lnTo>
                  <a:lnTo>
                    <a:pt x="3788728" y="2247582"/>
                  </a:lnTo>
                  <a:lnTo>
                    <a:pt x="3788728" y="2252027"/>
                  </a:lnTo>
                  <a:lnTo>
                    <a:pt x="3788411" y="2256472"/>
                  </a:lnTo>
                  <a:lnTo>
                    <a:pt x="3787776" y="2261870"/>
                  </a:lnTo>
                  <a:lnTo>
                    <a:pt x="3786506" y="2267267"/>
                  </a:lnTo>
                  <a:lnTo>
                    <a:pt x="3785237" y="2272982"/>
                  </a:lnTo>
                  <a:lnTo>
                    <a:pt x="3783332" y="2278062"/>
                  </a:lnTo>
                  <a:lnTo>
                    <a:pt x="3781428" y="2283460"/>
                  </a:lnTo>
                  <a:lnTo>
                    <a:pt x="3778571" y="2289175"/>
                  </a:lnTo>
                  <a:lnTo>
                    <a:pt x="3775714" y="2294255"/>
                  </a:lnTo>
                  <a:lnTo>
                    <a:pt x="3772540" y="2299335"/>
                  </a:lnTo>
                  <a:lnTo>
                    <a:pt x="3769048" y="2304732"/>
                  </a:lnTo>
                  <a:lnTo>
                    <a:pt x="3765557" y="2310130"/>
                  </a:lnTo>
                  <a:lnTo>
                    <a:pt x="3761113" y="2315210"/>
                  </a:lnTo>
                  <a:lnTo>
                    <a:pt x="3756987" y="2320290"/>
                  </a:lnTo>
                  <a:lnTo>
                    <a:pt x="3752226" y="2325052"/>
                  </a:lnTo>
                  <a:lnTo>
                    <a:pt x="3747147" y="2330132"/>
                  </a:lnTo>
                  <a:lnTo>
                    <a:pt x="3741433" y="2334895"/>
                  </a:lnTo>
                  <a:lnTo>
                    <a:pt x="3736037" y="2339975"/>
                  </a:lnTo>
                  <a:lnTo>
                    <a:pt x="3723658" y="2349500"/>
                  </a:lnTo>
                  <a:lnTo>
                    <a:pt x="3710327" y="2358390"/>
                  </a:lnTo>
                  <a:lnTo>
                    <a:pt x="3696043" y="2367598"/>
                  </a:lnTo>
                  <a:lnTo>
                    <a:pt x="3680490" y="2376170"/>
                  </a:lnTo>
                  <a:lnTo>
                    <a:pt x="3663667" y="2384425"/>
                  </a:lnTo>
                  <a:lnTo>
                    <a:pt x="3646526" y="2392363"/>
                  </a:lnTo>
                  <a:lnTo>
                    <a:pt x="3627799" y="2400300"/>
                  </a:lnTo>
                  <a:lnTo>
                    <a:pt x="3608754" y="2407920"/>
                  </a:lnTo>
                  <a:lnTo>
                    <a:pt x="3588122" y="2414905"/>
                  </a:lnTo>
                  <a:lnTo>
                    <a:pt x="3566855" y="2421573"/>
                  </a:lnTo>
                  <a:lnTo>
                    <a:pt x="3544636" y="2427923"/>
                  </a:lnTo>
                  <a:lnTo>
                    <a:pt x="3522417" y="2433955"/>
                  </a:lnTo>
                  <a:lnTo>
                    <a:pt x="3498611" y="2439353"/>
                  </a:lnTo>
                  <a:lnTo>
                    <a:pt x="3474170" y="2444433"/>
                  </a:lnTo>
                  <a:lnTo>
                    <a:pt x="3449412" y="2449195"/>
                  </a:lnTo>
                  <a:lnTo>
                    <a:pt x="3423701" y="2453323"/>
                  </a:lnTo>
                  <a:lnTo>
                    <a:pt x="3397356" y="2457133"/>
                  </a:lnTo>
                  <a:lnTo>
                    <a:pt x="3370376" y="2460625"/>
                  </a:lnTo>
                  <a:lnTo>
                    <a:pt x="3343395" y="2463483"/>
                  </a:lnTo>
                  <a:lnTo>
                    <a:pt x="3315146" y="2465705"/>
                  </a:lnTo>
                  <a:lnTo>
                    <a:pt x="3286896" y="2467928"/>
                  </a:lnTo>
                  <a:lnTo>
                    <a:pt x="3258011" y="2468880"/>
                  </a:lnTo>
                  <a:lnTo>
                    <a:pt x="3228491" y="2469833"/>
                  </a:lnTo>
                  <a:lnTo>
                    <a:pt x="3198972" y="2470150"/>
                  </a:lnTo>
                  <a:lnTo>
                    <a:pt x="3168500" y="2469833"/>
                  </a:lnTo>
                  <a:lnTo>
                    <a:pt x="3138663" y="2468880"/>
                  </a:lnTo>
                  <a:lnTo>
                    <a:pt x="3109143" y="2467293"/>
                  </a:lnTo>
                  <a:lnTo>
                    <a:pt x="3080259" y="2465388"/>
                  </a:lnTo>
                  <a:lnTo>
                    <a:pt x="3051374" y="2463165"/>
                  </a:lnTo>
                  <a:lnTo>
                    <a:pt x="3023441" y="2459990"/>
                  </a:lnTo>
                  <a:lnTo>
                    <a:pt x="2996144" y="2456815"/>
                  </a:lnTo>
                  <a:lnTo>
                    <a:pt x="2969481" y="2452370"/>
                  </a:lnTo>
                  <a:lnTo>
                    <a:pt x="2943453" y="2447925"/>
                  </a:lnTo>
                  <a:lnTo>
                    <a:pt x="2917742" y="2443480"/>
                  </a:lnTo>
                  <a:lnTo>
                    <a:pt x="2892984" y="2437765"/>
                  </a:lnTo>
                  <a:lnTo>
                    <a:pt x="2869178" y="2432050"/>
                  </a:lnTo>
                  <a:lnTo>
                    <a:pt x="2846007" y="2426018"/>
                  </a:lnTo>
                  <a:lnTo>
                    <a:pt x="2823470" y="2419350"/>
                  </a:lnTo>
                  <a:lnTo>
                    <a:pt x="2802203" y="2412048"/>
                  </a:lnTo>
                  <a:lnTo>
                    <a:pt x="2781889" y="2405063"/>
                  </a:lnTo>
                  <a:lnTo>
                    <a:pt x="2762527" y="2397125"/>
                  </a:lnTo>
                  <a:lnTo>
                    <a:pt x="2743799" y="2389188"/>
                  </a:lnTo>
                  <a:lnTo>
                    <a:pt x="2726024" y="2380615"/>
                  </a:lnTo>
                  <a:lnTo>
                    <a:pt x="2709518" y="2372043"/>
                  </a:lnTo>
                  <a:lnTo>
                    <a:pt x="2694600" y="2362835"/>
                  </a:lnTo>
                  <a:lnTo>
                    <a:pt x="2679999" y="2353945"/>
                  </a:lnTo>
                  <a:lnTo>
                    <a:pt x="2666985" y="2343785"/>
                  </a:lnTo>
                  <a:lnTo>
                    <a:pt x="2660954" y="2339340"/>
                  </a:lnTo>
                  <a:lnTo>
                    <a:pt x="2655240" y="2333942"/>
                  </a:lnTo>
                  <a:lnTo>
                    <a:pt x="2650162" y="2328862"/>
                  </a:lnTo>
                  <a:lnTo>
                    <a:pt x="2645083" y="2324100"/>
                  </a:lnTo>
                  <a:lnTo>
                    <a:pt x="2639687" y="2319020"/>
                  </a:lnTo>
                  <a:lnTo>
                    <a:pt x="2635561" y="2313622"/>
                  </a:lnTo>
                  <a:lnTo>
                    <a:pt x="2631434" y="2308542"/>
                  </a:lnTo>
                  <a:lnTo>
                    <a:pt x="2627625" y="2303145"/>
                  </a:lnTo>
                  <a:lnTo>
                    <a:pt x="2624134" y="2297747"/>
                  </a:lnTo>
                  <a:lnTo>
                    <a:pt x="2620960" y="2292350"/>
                  </a:lnTo>
                  <a:lnTo>
                    <a:pt x="2618103" y="2286635"/>
                  </a:lnTo>
                  <a:lnTo>
                    <a:pt x="2615881" y="2281555"/>
                  </a:lnTo>
                  <a:lnTo>
                    <a:pt x="2613659" y="2275840"/>
                  </a:lnTo>
                  <a:lnTo>
                    <a:pt x="2612072" y="2270125"/>
                  </a:lnTo>
                  <a:lnTo>
                    <a:pt x="2610485" y="2264727"/>
                  </a:lnTo>
                  <a:lnTo>
                    <a:pt x="2609850" y="2259012"/>
                  </a:lnTo>
                  <a:lnTo>
                    <a:pt x="2609215" y="2253297"/>
                  </a:lnTo>
                  <a:lnTo>
                    <a:pt x="2609215" y="2247582"/>
                  </a:lnTo>
                  <a:lnTo>
                    <a:pt x="2608580" y="2247582"/>
                  </a:lnTo>
                  <a:lnTo>
                    <a:pt x="2608580" y="2101215"/>
                  </a:lnTo>
                  <a:lnTo>
                    <a:pt x="2608263" y="2097405"/>
                  </a:lnTo>
                  <a:lnTo>
                    <a:pt x="2608580" y="2089150"/>
                  </a:lnTo>
                  <a:lnTo>
                    <a:pt x="2609850" y="2081212"/>
                  </a:lnTo>
                  <a:close/>
                  <a:moveTo>
                    <a:pt x="3270250" y="1882775"/>
                  </a:moveTo>
                  <a:lnTo>
                    <a:pt x="3307579" y="1890615"/>
                  </a:lnTo>
                  <a:lnTo>
                    <a:pt x="3314856" y="1892183"/>
                  </a:lnTo>
                  <a:lnTo>
                    <a:pt x="3321499" y="1894064"/>
                  </a:lnTo>
                  <a:lnTo>
                    <a:pt x="3326877" y="1895945"/>
                  </a:lnTo>
                  <a:lnTo>
                    <a:pt x="3331622" y="1898141"/>
                  </a:lnTo>
                  <a:lnTo>
                    <a:pt x="3336367" y="1900649"/>
                  </a:lnTo>
                  <a:lnTo>
                    <a:pt x="3340164" y="1902844"/>
                  </a:lnTo>
                  <a:lnTo>
                    <a:pt x="3348389" y="1908802"/>
                  </a:lnTo>
                  <a:lnTo>
                    <a:pt x="3351236" y="1911625"/>
                  </a:lnTo>
                  <a:lnTo>
                    <a:pt x="3353767" y="1914133"/>
                  </a:lnTo>
                  <a:lnTo>
                    <a:pt x="3355665" y="1916955"/>
                  </a:lnTo>
                  <a:lnTo>
                    <a:pt x="3356930" y="1919778"/>
                  </a:lnTo>
                  <a:lnTo>
                    <a:pt x="3357563" y="1922913"/>
                  </a:lnTo>
                  <a:lnTo>
                    <a:pt x="3357563" y="1925422"/>
                  </a:lnTo>
                  <a:lnTo>
                    <a:pt x="3357247" y="1928244"/>
                  </a:lnTo>
                  <a:lnTo>
                    <a:pt x="3355981" y="1931066"/>
                  </a:lnTo>
                  <a:lnTo>
                    <a:pt x="3354716" y="1933889"/>
                  </a:lnTo>
                  <a:lnTo>
                    <a:pt x="3352818" y="1936397"/>
                  </a:lnTo>
                  <a:lnTo>
                    <a:pt x="3350603" y="1939220"/>
                  </a:lnTo>
                  <a:lnTo>
                    <a:pt x="3347440" y="1941415"/>
                  </a:lnTo>
                  <a:lnTo>
                    <a:pt x="3344276" y="1943923"/>
                  </a:lnTo>
                  <a:lnTo>
                    <a:pt x="3340164" y="1945805"/>
                  </a:lnTo>
                  <a:lnTo>
                    <a:pt x="3336051" y="1947686"/>
                  </a:lnTo>
                  <a:lnTo>
                    <a:pt x="3331306" y="1949568"/>
                  </a:lnTo>
                  <a:lnTo>
                    <a:pt x="3324979" y="1951763"/>
                  </a:lnTo>
                  <a:lnTo>
                    <a:pt x="3318335" y="1953644"/>
                  </a:lnTo>
                  <a:lnTo>
                    <a:pt x="3310743" y="1955212"/>
                  </a:lnTo>
                  <a:lnTo>
                    <a:pt x="3303467" y="1956466"/>
                  </a:lnTo>
                  <a:lnTo>
                    <a:pt x="3295558" y="1957094"/>
                  </a:lnTo>
                  <a:lnTo>
                    <a:pt x="3287333" y="1958034"/>
                  </a:lnTo>
                  <a:lnTo>
                    <a:pt x="3270250" y="1958975"/>
                  </a:lnTo>
                  <a:lnTo>
                    <a:pt x="3270250" y="1882775"/>
                  </a:lnTo>
                  <a:close/>
                  <a:moveTo>
                    <a:pt x="2635250" y="1862137"/>
                  </a:moveTo>
                  <a:lnTo>
                    <a:pt x="2635885" y="1868810"/>
                  </a:lnTo>
                  <a:lnTo>
                    <a:pt x="2636520" y="1875166"/>
                  </a:lnTo>
                  <a:lnTo>
                    <a:pt x="2637789" y="1881521"/>
                  </a:lnTo>
                  <a:lnTo>
                    <a:pt x="2639694" y="1887559"/>
                  </a:lnTo>
                  <a:lnTo>
                    <a:pt x="2641598" y="1893914"/>
                  </a:lnTo>
                  <a:lnTo>
                    <a:pt x="2644455" y="1900270"/>
                  </a:lnTo>
                  <a:lnTo>
                    <a:pt x="2647629" y="1906307"/>
                  </a:lnTo>
                  <a:lnTo>
                    <a:pt x="2650803" y="1912663"/>
                  </a:lnTo>
                  <a:lnTo>
                    <a:pt x="2654612" y="1918383"/>
                  </a:lnTo>
                  <a:lnTo>
                    <a:pt x="2659056" y="1924420"/>
                  </a:lnTo>
                  <a:lnTo>
                    <a:pt x="2663817" y="1930458"/>
                  </a:lnTo>
                  <a:lnTo>
                    <a:pt x="2668896" y="1936178"/>
                  </a:lnTo>
                  <a:lnTo>
                    <a:pt x="2673975" y="1941898"/>
                  </a:lnTo>
                  <a:lnTo>
                    <a:pt x="2680005" y="1947618"/>
                  </a:lnTo>
                  <a:lnTo>
                    <a:pt x="2686354" y="1953338"/>
                  </a:lnTo>
                  <a:lnTo>
                    <a:pt x="2692385" y="1958740"/>
                  </a:lnTo>
                  <a:lnTo>
                    <a:pt x="2692385" y="2069006"/>
                  </a:lnTo>
                  <a:lnTo>
                    <a:pt x="2695241" y="2071549"/>
                  </a:lnTo>
                  <a:lnTo>
                    <a:pt x="2698098" y="2074726"/>
                  </a:lnTo>
                  <a:lnTo>
                    <a:pt x="2705399" y="2081400"/>
                  </a:lnTo>
                  <a:lnTo>
                    <a:pt x="2714921" y="2088391"/>
                  </a:lnTo>
                  <a:lnTo>
                    <a:pt x="2725078" y="2095699"/>
                  </a:lnTo>
                  <a:lnTo>
                    <a:pt x="2737140" y="2103008"/>
                  </a:lnTo>
                  <a:lnTo>
                    <a:pt x="2748884" y="2109681"/>
                  </a:lnTo>
                  <a:lnTo>
                    <a:pt x="2761581" y="2116354"/>
                  </a:lnTo>
                  <a:lnTo>
                    <a:pt x="2773325" y="2121757"/>
                  </a:lnTo>
                  <a:lnTo>
                    <a:pt x="2773325" y="2007994"/>
                  </a:lnTo>
                  <a:lnTo>
                    <a:pt x="2792370" y="2016256"/>
                  </a:lnTo>
                  <a:lnTo>
                    <a:pt x="2812050" y="2024201"/>
                  </a:lnTo>
                  <a:lnTo>
                    <a:pt x="2832999" y="2031827"/>
                  </a:lnTo>
                  <a:lnTo>
                    <a:pt x="2854584" y="2038818"/>
                  </a:lnTo>
                  <a:lnTo>
                    <a:pt x="2854584" y="2151945"/>
                  </a:lnTo>
                  <a:lnTo>
                    <a:pt x="2873946" y="2157347"/>
                  </a:lnTo>
                  <a:lnTo>
                    <a:pt x="2893626" y="2162749"/>
                  </a:lnTo>
                  <a:lnTo>
                    <a:pt x="2914258" y="2167516"/>
                  </a:lnTo>
                  <a:lnTo>
                    <a:pt x="2935524" y="2172282"/>
                  </a:lnTo>
                  <a:lnTo>
                    <a:pt x="2935524" y="2060744"/>
                  </a:lnTo>
                  <a:lnTo>
                    <a:pt x="2955204" y="2064558"/>
                  </a:lnTo>
                  <a:lnTo>
                    <a:pt x="2974884" y="2068371"/>
                  </a:lnTo>
                  <a:lnTo>
                    <a:pt x="2995198" y="2071549"/>
                  </a:lnTo>
                  <a:lnTo>
                    <a:pt x="3016148" y="2075362"/>
                  </a:lnTo>
                  <a:lnTo>
                    <a:pt x="3016148" y="2186900"/>
                  </a:lnTo>
                  <a:lnTo>
                    <a:pt x="3035827" y="2189442"/>
                  </a:lnTo>
                  <a:lnTo>
                    <a:pt x="3056142" y="2191666"/>
                  </a:lnTo>
                  <a:lnTo>
                    <a:pt x="3076456" y="2194208"/>
                  </a:lnTo>
                  <a:lnTo>
                    <a:pt x="3097406" y="2196115"/>
                  </a:lnTo>
                  <a:lnTo>
                    <a:pt x="3097406" y="2084577"/>
                  </a:lnTo>
                  <a:lnTo>
                    <a:pt x="3117085" y="2086166"/>
                  </a:lnTo>
                  <a:lnTo>
                    <a:pt x="3137400" y="2087437"/>
                  </a:lnTo>
                  <a:lnTo>
                    <a:pt x="3157715" y="2088708"/>
                  </a:lnTo>
                  <a:lnTo>
                    <a:pt x="3178346" y="2089344"/>
                  </a:lnTo>
                  <a:lnTo>
                    <a:pt x="3178346" y="2200246"/>
                  </a:lnTo>
                  <a:lnTo>
                    <a:pt x="3201835" y="2201199"/>
                  </a:lnTo>
                  <a:lnTo>
                    <a:pt x="3225959" y="2201199"/>
                  </a:lnTo>
                  <a:lnTo>
                    <a:pt x="3258970" y="2200882"/>
                  </a:lnTo>
                  <a:lnTo>
                    <a:pt x="3258970" y="2089344"/>
                  </a:lnTo>
                  <a:lnTo>
                    <a:pt x="3291029" y="2088708"/>
                  </a:lnTo>
                  <a:lnTo>
                    <a:pt x="3322135" y="2087119"/>
                  </a:lnTo>
                  <a:lnTo>
                    <a:pt x="3352925" y="2084577"/>
                  </a:lnTo>
                  <a:lnTo>
                    <a:pt x="3383396" y="2082035"/>
                  </a:lnTo>
                  <a:lnTo>
                    <a:pt x="3412916" y="2078540"/>
                  </a:lnTo>
                  <a:lnTo>
                    <a:pt x="3441801" y="2074091"/>
                  </a:lnTo>
                  <a:lnTo>
                    <a:pt x="3470051" y="2069642"/>
                  </a:lnTo>
                  <a:lnTo>
                    <a:pt x="3497348" y="2064558"/>
                  </a:lnTo>
                  <a:lnTo>
                    <a:pt x="3524011" y="2058520"/>
                  </a:lnTo>
                  <a:lnTo>
                    <a:pt x="3549722" y="2052482"/>
                  </a:lnTo>
                  <a:lnTo>
                    <a:pt x="3574480" y="2046127"/>
                  </a:lnTo>
                  <a:lnTo>
                    <a:pt x="3598604" y="2038500"/>
                  </a:lnTo>
                  <a:lnTo>
                    <a:pt x="3621457" y="2030874"/>
                  </a:lnTo>
                  <a:lnTo>
                    <a:pt x="3643042" y="2023247"/>
                  </a:lnTo>
                  <a:lnTo>
                    <a:pt x="3663991" y="2014350"/>
                  </a:lnTo>
                  <a:lnTo>
                    <a:pt x="3683671" y="2005770"/>
                  </a:lnTo>
                  <a:lnTo>
                    <a:pt x="3683671" y="2119532"/>
                  </a:lnTo>
                  <a:lnTo>
                    <a:pt x="3692558" y="2115083"/>
                  </a:lnTo>
                  <a:lnTo>
                    <a:pt x="3701128" y="2110635"/>
                  </a:lnTo>
                  <a:lnTo>
                    <a:pt x="3709381" y="2105550"/>
                  </a:lnTo>
                  <a:lnTo>
                    <a:pt x="3717634" y="2100466"/>
                  </a:lnTo>
                  <a:lnTo>
                    <a:pt x="3725252" y="2095064"/>
                  </a:lnTo>
                  <a:lnTo>
                    <a:pt x="3732235" y="2089979"/>
                  </a:lnTo>
                  <a:lnTo>
                    <a:pt x="3738901" y="2084577"/>
                  </a:lnTo>
                  <a:lnTo>
                    <a:pt x="3744614" y="2079493"/>
                  </a:lnTo>
                  <a:lnTo>
                    <a:pt x="3744614" y="1970179"/>
                  </a:lnTo>
                  <a:lnTo>
                    <a:pt x="3752867" y="1964142"/>
                  </a:lnTo>
                  <a:lnTo>
                    <a:pt x="3760802" y="1958104"/>
                  </a:lnTo>
                  <a:lnTo>
                    <a:pt x="3767786" y="1951749"/>
                  </a:lnTo>
                  <a:lnTo>
                    <a:pt x="3774769" y="1945393"/>
                  </a:lnTo>
                  <a:lnTo>
                    <a:pt x="3781117" y="1939038"/>
                  </a:lnTo>
                  <a:lnTo>
                    <a:pt x="3786830" y="1932365"/>
                  </a:lnTo>
                  <a:lnTo>
                    <a:pt x="3792226" y="1925691"/>
                  </a:lnTo>
                  <a:lnTo>
                    <a:pt x="3796988" y="1919018"/>
                  </a:lnTo>
                  <a:lnTo>
                    <a:pt x="3801432" y="1912027"/>
                  </a:lnTo>
                  <a:lnTo>
                    <a:pt x="3805240" y="1905354"/>
                  </a:lnTo>
                  <a:lnTo>
                    <a:pt x="3808415" y="1898363"/>
                  </a:lnTo>
                  <a:lnTo>
                    <a:pt x="3811271" y="1891372"/>
                  </a:lnTo>
                  <a:lnTo>
                    <a:pt x="3813176" y="1884063"/>
                  </a:lnTo>
                  <a:lnTo>
                    <a:pt x="3814763" y="1877072"/>
                  </a:lnTo>
                  <a:lnTo>
                    <a:pt x="3816033" y="1869446"/>
                  </a:lnTo>
                  <a:lnTo>
                    <a:pt x="3816350" y="1862455"/>
                  </a:lnTo>
                  <a:lnTo>
                    <a:pt x="3816350" y="2010536"/>
                  </a:lnTo>
                  <a:lnTo>
                    <a:pt x="3816033" y="2010854"/>
                  </a:lnTo>
                  <a:lnTo>
                    <a:pt x="3815398" y="2019434"/>
                  </a:lnTo>
                  <a:lnTo>
                    <a:pt x="3814763" y="2025154"/>
                  </a:lnTo>
                  <a:lnTo>
                    <a:pt x="3813493" y="2030556"/>
                  </a:lnTo>
                  <a:lnTo>
                    <a:pt x="3811906" y="2036276"/>
                  </a:lnTo>
                  <a:lnTo>
                    <a:pt x="3810319" y="2041678"/>
                  </a:lnTo>
                  <a:lnTo>
                    <a:pt x="3808097" y="2046762"/>
                  </a:lnTo>
                  <a:lnTo>
                    <a:pt x="3805558" y="2052482"/>
                  </a:lnTo>
                  <a:lnTo>
                    <a:pt x="3803019" y="2057567"/>
                  </a:lnTo>
                  <a:lnTo>
                    <a:pt x="3799844" y="2062969"/>
                  </a:lnTo>
                  <a:lnTo>
                    <a:pt x="3796036" y="2068053"/>
                  </a:lnTo>
                  <a:lnTo>
                    <a:pt x="3792226" y="2073137"/>
                  </a:lnTo>
                  <a:lnTo>
                    <a:pt x="3788418" y="2078540"/>
                  </a:lnTo>
                  <a:lnTo>
                    <a:pt x="3783974" y="2083624"/>
                  </a:lnTo>
                  <a:lnTo>
                    <a:pt x="3779212" y="2088391"/>
                  </a:lnTo>
                  <a:lnTo>
                    <a:pt x="3774134" y="2093475"/>
                  </a:lnTo>
                  <a:lnTo>
                    <a:pt x="3768420" y="2098241"/>
                  </a:lnTo>
                  <a:lnTo>
                    <a:pt x="3763024" y="2103326"/>
                  </a:lnTo>
                  <a:lnTo>
                    <a:pt x="3750963" y="2112859"/>
                  </a:lnTo>
                  <a:lnTo>
                    <a:pt x="3737314" y="2121757"/>
                  </a:lnTo>
                  <a:lnTo>
                    <a:pt x="3722713" y="2130972"/>
                  </a:lnTo>
                  <a:lnTo>
                    <a:pt x="3707477" y="2139552"/>
                  </a:lnTo>
                  <a:lnTo>
                    <a:pt x="3690971" y="2147814"/>
                  </a:lnTo>
                  <a:lnTo>
                    <a:pt x="3673513" y="2156076"/>
                  </a:lnTo>
                  <a:lnTo>
                    <a:pt x="3655103" y="2163702"/>
                  </a:lnTo>
                  <a:lnTo>
                    <a:pt x="3635424" y="2171011"/>
                  </a:lnTo>
                  <a:lnTo>
                    <a:pt x="3615109" y="2178320"/>
                  </a:lnTo>
                  <a:lnTo>
                    <a:pt x="3593842" y="2184993"/>
                  </a:lnTo>
                  <a:lnTo>
                    <a:pt x="3571941" y="2191349"/>
                  </a:lnTo>
                  <a:lnTo>
                    <a:pt x="3549087" y="2197068"/>
                  </a:lnTo>
                  <a:lnTo>
                    <a:pt x="3525281" y="2202788"/>
                  </a:lnTo>
                  <a:lnTo>
                    <a:pt x="3501157" y="2207873"/>
                  </a:lnTo>
                  <a:lnTo>
                    <a:pt x="3476082" y="2212639"/>
                  </a:lnTo>
                  <a:lnTo>
                    <a:pt x="3450371" y="2217088"/>
                  </a:lnTo>
                  <a:lnTo>
                    <a:pt x="3424343" y="2220584"/>
                  </a:lnTo>
                  <a:lnTo>
                    <a:pt x="3397680" y="2224079"/>
                  </a:lnTo>
                  <a:lnTo>
                    <a:pt x="3370065" y="2226939"/>
                  </a:lnTo>
                  <a:lnTo>
                    <a:pt x="3341815" y="2229163"/>
                  </a:lnTo>
                  <a:lnTo>
                    <a:pt x="3313565" y="2231070"/>
                  </a:lnTo>
                  <a:lnTo>
                    <a:pt x="3284680" y="2232341"/>
                  </a:lnTo>
                  <a:lnTo>
                    <a:pt x="3255478" y="2233294"/>
                  </a:lnTo>
                  <a:lnTo>
                    <a:pt x="3225959" y="2233612"/>
                  </a:lnTo>
                  <a:lnTo>
                    <a:pt x="3195487" y="2233294"/>
                  </a:lnTo>
                  <a:lnTo>
                    <a:pt x="3165650" y="2232341"/>
                  </a:lnTo>
                  <a:lnTo>
                    <a:pt x="3136130" y="2231070"/>
                  </a:lnTo>
                  <a:lnTo>
                    <a:pt x="3106928" y="2229163"/>
                  </a:lnTo>
                  <a:lnTo>
                    <a:pt x="3078678" y="2226303"/>
                  </a:lnTo>
                  <a:lnTo>
                    <a:pt x="3050428" y="2223761"/>
                  </a:lnTo>
                  <a:lnTo>
                    <a:pt x="3022813" y="2220266"/>
                  </a:lnTo>
                  <a:lnTo>
                    <a:pt x="2996150" y="2216135"/>
                  </a:lnTo>
                  <a:lnTo>
                    <a:pt x="2970122" y="2211368"/>
                  </a:lnTo>
                  <a:lnTo>
                    <a:pt x="2944729" y="2206602"/>
                  </a:lnTo>
                  <a:lnTo>
                    <a:pt x="2919971" y="2201199"/>
                  </a:lnTo>
                  <a:lnTo>
                    <a:pt x="2895847" y="2195797"/>
                  </a:lnTo>
                  <a:lnTo>
                    <a:pt x="2872994" y="2189442"/>
                  </a:lnTo>
                  <a:lnTo>
                    <a:pt x="2850775" y="2182769"/>
                  </a:lnTo>
                  <a:lnTo>
                    <a:pt x="2829190" y="2175460"/>
                  </a:lnTo>
                  <a:lnTo>
                    <a:pt x="2808876" y="2168469"/>
                  </a:lnTo>
                  <a:lnTo>
                    <a:pt x="2789196" y="2160525"/>
                  </a:lnTo>
                  <a:lnTo>
                    <a:pt x="2770469" y="2152580"/>
                  </a:lnTo>
                  <a:lnTo>
                    <a:pt x="2753328" y="2144001"/>
                  </a:lnTo>
                  <a:lnTo>
                    <a:pt x="2736823" y="2135103"/>
                  </a:lnTo>
                  <a:lnTo>
                    <a:pt x="2721269" y="2126205"/>
                  </a:lnTo>
                  <a:lnTo>
                    <a:pt x="2706986" y="2116990"/>
                  </a:lnTo>
                  <a:lnTo>
                    <a:pt x="2693972" y="2107139"/>
                  </a:lnTo>
                  <a:lnTo>
                    <a:pt x="2688258" y="2102372"/>
                  </a:lnTo>
                  <a:lnTo>
                    <a:pt x="2682227" y="2097288"/>
                  </a:lnTo>
                  <a:lnTo>
                    <a:pt x="2676831" y="2092522"/>
                  </a:lnTo>
                  <a:lnTo>
                    <a:pt x="2671753" y="2087437"/>
                  </a:lnTo>
                  <a:lnTo>
                    <a:pt x="2666991" y="2082353"/>
                  </a:lnTo>
                  <a:lnTo>
                    <a:pt x="2662548" y="2076951"/>
                  </a:lnTo>
                  <a:lnTo>
                    <a:pt x="2658104" y="2071549"/>
                  </a:lnTo>
                  <a:lnTo>
                    <a:pt x="2654612" y="2066464"/>
                  </a:lnTo>
                  <a:lnTo>
                    <a:pt x="2651121" y="2061062"/>
                  </a:lnTo>
                  <a:lnTo>
                    <a:pt x="2647947" y="2055342"/>
                  </a:lnTo>
                  <a:lnTo>
                    <a:pt x="2645090" y="2050258"/>
                  </a:lnTo>
                  <a:lnTo>
                    <a:pt x="2642868" y="2044856"/>
                  </a:lnTo>
                  <a:lnTo>
                    <a:pt x="2640329" y="2039454"/>
                  </a:lnTo>
                  <a:lnTo>
                    <a:pt x="2638742" y="2033416"/>
                  </a:lnTo>
                  <a:lnTo>
                    <a:pt x="2637789" y="2027696"/>
                  </a:lnTo>
                  <a:lnTo>
                    <a:pt x="2636520" y="2022294"/>
                  </a:lnTo>
                  <a:lnTo>
                    <a:pt x="2636202" y="2016256"/>
                  </a:lnTo>
                  <a:lnTo>
                    <a:pt x="2635885" y="2010854"/>
                  </a:lnTo>
                  <a:lnTo>
                    <a:pt x="2635250" y="2010854"/>
                  </a:lnTo>
                  <a:lnTo>
                    <a:pt x="2635250" y="1862137"/>
                  </a:lnTo>
                  <a:close/>
                  <a:moveTo>
                    <a:pt x="3815353" y="1849331"/>
                  </a:moveTo>
                  <a:lnTo>
                    <a:pt x="3816061" y="1854393"/>
                  </a:lnTo>
                  <a:lnTo>
                    <a:pt x="3816350" y="1860279"/>
                  </a:lnTo>
                  <a:lnTo>
                    <a:pt x="3816061" y="1862137"/>
                  </a:lnTo>
                  <a:lnTo>
                    <a:pt x="3816061" y="1859040"/>
                  </a:lnTo>
                  <a:lnTo>
                    <a:pt x="3815773" y="1853154"/>
                  </a:lnTo>
                  <a:lnTo>
                    <a:pt x="3815353" y="1849331"/>
                  </a:lnTo>
                  <a:close/>
                  <a:moveTo>
                    <a:pt x="2636143" y="1848861"/>
                  </a:moveTo>
                  <a:lnTo>
                    <a:pt x="2635885" y="1853247"/>
                  </a:lnTo>
                  <a:lnTo>
                    <a:pt x="2635250" y="1859280"/>
                  </a:lnTo>
                  <a:lnTo>
                    <a:pt x="2635250" y="1854517"/>
                  </a:lnTo>
                  <a:lnTo>
                    <a:pt x="2636143" y="1848861"/>
                  </a:lnTo>
                  <a:close/>
                  <a:moveTo>
                    <a:pt x="3814618" y="1842622"/>
                  </a:moveTo>
                  <a:lnTo>
                    <a:pt x="3815195" y="1847888"/>
                  </a:lnTo>
                  <a:lnTo>
                    <a:pt x="3815353" y="1849331"/>
                  </a:lnTo>
                  <a:lnTo>
                    <a:pt x="3815195" y="1848198"/>
                  </a:lnTo>
                  <a:lnTo>
                    <a:pt x="3814618" y="1842622"/>
                  </a:lnTo>
                  <a:close/>
                  <a:moveTo>
                    <a:pt x="2638425" y="1836737"/>
                  </a:moveTo>
                  <a:lnTo>
                    <a:pt x="2636838" y="1842770"/>
                  </a:lnTo>
                  <a:lnTo>
                    <a:pt x="2636202" y="1848485"/>
                  </a:lnTo>
                  <a:lnTo>
                    <a:pt x="2636143" y="1848861"/>
                  </a:lnTo>
                  <a:lnTo>
                    <a:pt x="2636202" y="1847850"/>
                  </a:lnTo>
                  <a:lnTo>
                    <a:pt x="2636838" y="1842452"/>
                  </a:lnTo>
                  <a:lnTo>
                    <a:pt x="2638425" y="1836737"/>
                  </a:lnTo>
                  <a:close/>
                  <a:moveTo>
                    <a:pt x="3187700" y="1751012"/>
                  </a:moveTo>
                  <a:lnTo>
                    <a:pt x="3187700" y="1827212"/>
                  </a:lnTo>
                  <a:lnTo>
                    <a:pt x="3172031" y="1824063"/>
                  </a:lnTo>
                  <a:lnTo>
                    <a:pt x="3153163" y="1820285"/>
                  </a:lnTo>
                  <a:lnTo>
                    <a:pt x="3144209" y="1818396"/>
                  </a:lnTo>
                  <a:lnTo>
                    <a:pt x="3136535" y="1816191"/>
                  </a:lnTo>
                  <a:lnTo>
                    <a:pt x="3129179" y="1813987"/>
                  </a:lnTo>
                  <a:lnTo>
                    <a:pt x="3122144" y="1811153"/>
                  </a:lnTo>
                  <a:lnTo>
                    <a:pt x="3115749" y="1808005"/>
                  </a:lnTo>
                  <a:lnTo>
                    <a:pt x="3109673" y="1804541"/>
                  </a:lnTo>
                  <a:lnTo>
                    <a:pt x="3106475" y="1801707"/>
                  </a:lnTo>
                  <a:lnTo>
                    <a:pt x="3103917" y="1799503"/>
                  </a:lnTo>
                  <a:lnTo>
                    <a:pt x="3101998" y="1796669"/>
                  </a:lnTo>
                  <a:lnTo>
                    <a:pt x="3100399" y="1793835"/>
                  </a:lnTo>
                  <a:lnTo>
                    <a:pt x="3099120" y="1791001"/>
                  </a:lnTo>
                  <a:lnTo>
                    <a:pt x="3098800" y="1788167"/>
                  </a:lnTo>
                  <a:lnTo>
                    <a:pt x="3098800" y="1785334"/>
                  </a:lnTo>
                  <a:lnTo>
                    <a:pt x="3099120" y="1782500"/>
                  </a:lnTo>
                  <a:lnTo>
                    <a:pt x="3099759" y="1779351"/>
                  </a:lnTo>
                  <a:lnTo>
                    <a:pt x="3101358" y="1777147"/>
                  </a:lnTo>
                  <a:lnTo>
                    <a:pt x="3103597" y="1774313"/>
                  </a:lnTo>
                  <a:lnTo>
                    <a:pt x="3105835" y="1771794"/>
                  </a:lnTo>
                  <a:lnTo>
                    <a:pt x="3108713" y="1769275"/>
                  </a:lnTo>
                  <a:lnTo>
                    <a:pt x="3112231" y="1767386"/>
                  </a:lnTo>
                  <a:lnTo>
                    <a:pt x="3116068" y="1765182"/>
                  </a:lnTo>
                  <a:lnTo>
                    <a:pt x="3120545" y="1763607"/>
                  </a:lnTo>
                  <a:lnTo>
                    <a:pt x="3127581" y="1760773"/>
                  </a:lnTo>
                  <a:lnTo>
                    <a:pt x="3135255" y="1758884"/>
                  </a:lnTo>
                  <a:lnTo>
                    <a:pt x="3143250" y="1756680"/>
                  </a:lnTo>
                  <a:lnTo>
                    <a:pt x="3151564" y="1755106"/>
                  </a:lnTo>
                  <a:lnTo>
                    <a:pt x="3160199" y="1753531"/>
                  </a:lnTo>
                  <a:lnTo>
                    <a:pt x="3169472" y="1752587"/>
                  </a:lnTo>
                  <a:lnTo>
                    <a:pt x="3178426" y="1751642"/>
                  </a:lnTo>
                  <a:lnTo>
                    <a:pt x="3187700" y="1751012"/>
                  </a:lnTo>
                  <a:close/>
                  <a:moveTo>
                    <a:pt x="3203106" y="1692876"/>
                  </a:moveTo>
                  <a:lnTo>
                    <a:pt x="3200250" y="1693193"/>
                  </a:lnTo>
                  <a:lnTo>
                    <a:pt x="3197710" y="1693827"/>
                  </a:lnTo>
                  <a:lnTo>
                    <a:pt x="3194854" y="1694144"/>
                  </a:lnTo>
                  <a:lnTo>
                    <a:pt x="3192949" y="1694778"/>
                  </a:lnTo>
                  <a:lnTo>
                    <a:pt x="3191045" y="1696045"/>
                  </a:lnTo>
                  <a:lnTo>
                    <a:pt x="3189458" y="1697313"/>
                  </a:lnTo>
                  <a:lnTo>
                    <a:pt x="3188506" y="1698581"/>
                  </a:lnTo>
                  <a:lnTo>
                    <a:pt x="3188188" y="1699532"/>
                  </a:lnTo>
                  <a:lnTo>
                    <a:pt x="3188188" y="1720450"/>
                  </a:lnTo>
                  <a:lnTo>
                    <a:pt x="3171684" y="1721718"/>
                  </a:lnTo>
                  <a:lnTo>
                    <a:pt x="3155179" y="1723620"/>
                  </a:lnTo>
                  <a:lnTo>
                    <a:pt x="3139309" y="1726155"/>
                  </a:lnTo>
                  <a:lnTo>
                    <a:pt x="3123756" y="1728691"/>
                  </a:lnTo>
                  <a:lnTo>
                    <a:pt x="3108838" y="1731860"/>
                  </a:lnTo>
                  <a:lnTo>
                    <a:pt x="3095190" y="1735347"/>
                  </a:lnTo>
                  <a:lnTo>
                    <a:pt x="3081542" y="1739784"/>
                  </a:lnTo>
                  <a:lnTo>
                    <a:pt x="3069480" y="1744538"/>
                  </a:lnTo>
                  <a:lnTo>
                    <a:pt x="3061228" y="1748342"/>
                  </a:lnTo>
                  <a:lnTo>
                    <a:pt x="3053293" y="1752462"/>
                  </a:lnTo>
                  <a:lnTo>
                    <a:pt x="3046310" y="1756582"/>
                  </a:lnTo>
                  <a:lnTo>
                    <a:pt x="3040280" y="1761019"/>
                  </a:lnTo>
                  <a:lnTo>
                    <a:pt x="3034884" y="1765774"/>
                  </a:lnTo>
                  <a:lnTo>
                    <a:pt x="3030440" y="1770528"/>
                  </a:lnTo>
                  <a:lnTo>
                    <a:pt x="3026949" y="1775282"/>
                  </a:lnTo>
                  <a:lnTo>
                    <a:pt x="3024092" y="1780353"/>
                  </a:lnTo>
                  <a:lnTo>
                    <a:pt x="3022505" y="1785107"/>
                  </a:lnTo>
                  <a:lnTo>
                    <a:pt x="3021235" y="1790179"/>
                  </a:lnTo>
                  <a:lnTo>
                    <a:pt x="3021235" y="1794933"/>
                  </a:lnTo>
                  <a:lnTo>
                    <a:pt x="3022505" y="1800004"/>
                  </a:lnTo>
                  <a:lnTo>
                    <a:pt x="3024092" y="1805075"/>
                  </a:lnTo>
                  <a:lnTo>
                    <a:pt x="3026949" y="1809829"/>
                  </a:lnTo>
                  <a:lnTo>
                    <a:pt x="3030758" y="1814583"/>
                  </a:lnTo>
                  <a:lnTo>
                    <a:pt x="3035519" y="1819338"/>
                  </a:lnTo>
                  <a:lnTo>
                    <a:pt x="3040597" y="1823775"/>
                  </a:lnTo>
                  <a:lnTo>
                    <a:pt x="3046310" y="1827578"/>
                  </a:lnTo>
                  <a:lnTo>
                    <a:pt x="3052976" y="1831065"/>
                  </a:lnTo>
                  <a:lnTo>
                    <a:pt x="3059958" y="1835185"/>
                  </a:lnTo>
                  <a:lnTo>
                    <a:pt x="3067893" y="1838354"/>
                  </a:lnTo>
                  <a:lnTo>
                    <a:pt x="3076146" y="1841524"/>
                  </a:lnTo>
                  <a:lnTo>
                    <a:pt x="3084716" y="1844059"/>
                  </a:lnTo>
                  <a:lnTo>
                    <a:pt x="3094555" y="1846595"/>
                  </a:lnTo>
                  <a:lnTo>
                    <a:pt x="3130104" y="1853885"/>
                  </a:lnTo>
                  <a:lnTo>
                    <a:pt x="3188188" y="1865929"/>
                  </a:lnTo>
                  <a:lnTo>
                    <a:pt x="3188188" y="1956259"/>
                  </a:lnTo>
                  <a:lnTo>
                    <a:pt x="3173588" y="1954357"/>
                  </a:lnTo>
                  <a:lnTo>
                    <a:pt x="3159305" y="1952455"/>
                  </a:lnTo>
                  <a:lnTo>
                    <a:pt x="3152005" y="1951187"/>
                  </a:lnTo>
                  <a:lnTo>
                    <a:pt x="3144070" y="1949603"/>
                  </a:lnTo>
                  <a:lnTo>
                    <a:pt x="3127565" y="1945799"/>
                  </a:lnTo>
                  <a:lnTo>
                    <a:pt x="3111695" y="1941362"/>
                  </a:lnTo>
                  <a:lnTo>
                    <a:pt x="3098681" y="1936608"/>
                  </a:lnTo>
                  <a:lnTo>
                    <a:pt x="3095190" y="1935657"/>
                  </a:lnTo>
                  <a:lnTo>
                    <a:pt x="3091699" y="1934072"/>
                  </a:lnTo>
                  <a:lnTo>
                    <a:pt x="3088842" y="1932805"/>
                  </a:lnTo>
                  <a:lnTo>
                    <a:pt x="3088524" y="1932488"/>
                  </a:lnTo>
                  <a:lnTo>
                    <a:pt x="3084398" y="1929952"/>
                  </a:lnTo>
                  <a:lnTo>
                    <a:pt x="3082176" y="1928684"/>
                  </a:lnTo>
                  <a:lnTo>
                    <a:pt x="3079637" y="1927733"/>
                  </a:lnTo>
                  <a:lnTo>
                    <a:pt x="3077415" y="1926783"/>
                  </a:lnTo>
                  <a:lnTo>
                    <a:pt x="3074559" y="1926149"/>
                  </a:lnTo>
                  <a:lnTo>
                    <a:pt x="3068211" y="1925198"/>
                  </a:lnTo>
                  <a:lnTo>
                    <a:pt x="3061863" y="1924881"/>
                  </a:lnTo>
                  <a:lnTo>
                    <a:pt x="3055197" y="1925515"/>
                  </a:lnTo>
                  <a:lnTo>
                    <a:pt x="3048532" y="1926466"/>
                  </a:lnTo>
                  <a:lnTo>
                    <a:pt x="3042184" y="1928050"/>
                  </a:lnTo>
                  <a:lnTo>
                    <a:pt x="3035836" y="1929952"/>
                  </a:lnTo>
                  <a:lnTo>
                    <a:pt x="3030123" y="1932488"/>
                  </a:lnTo>
                  <a:lnTo>
                    <a:pt x="3025044" y="1934706"/>
                  </a:lnTo>
                  <a:lnTo>
                    <a:pt x="3020918" y="1937559"/>
                  </a:lnTo>
                  <a:lnTo>
                    <a:pt x="3017427" y="1940728"/>
                  </a:lnTo>
                  <a:lnTo>
                    <a:pt x="3016157" y="1941679"/>
                  </a:lnTo>
                  <a:lnTo>
                    <a:pt x="3015522" y="1943264"/>
                  </a:lnTo>
                  <a:lnTo>
                    <a:pt x="3015205" y="1944849"/>
                  </a:lnTo>
                  <a:lnTo>
                    <a:pt x="3015205" y="1946116"/>
                  </a:lnTo>
                  <a:lnTo>
                    <a:pt x="3015205" y="1947701"/>
                  </a:lnTo>
                  <a:lnTo>
                    <a:pt x="3015840" y="1948969"/>
                  </a:lnTo>
                  <a:lnTo>
                    <a:pt x="3017109" y="1950554"/>
                  </a:lnTo>
                  <a:lnTo>
                    <a:pt x="3018696" y="1951504"/>
                  </a:lnTo>
                  <a:lnTo>
                    <a:pt x="3025044" y="1955625"/>
                  </a:lnTo>
                  <a:lnTo>
                    <a:pt x="3032027" y="1959428"/>
                  </a:lnTo>
                  <a:lnTo>
                    <a:pt x="3039962" y="1962915"/>
                  </a:lnTo>
                  <a:lnTo>
                    <a:pt x="3048532" y="1966084"/>
                  </a:lnTo>
                  <a:lnTo>
                    <a:pt x="3057737" y="1969253"/>
                  </a:lnTo>
                  <a:lnTo>
                    <a:pt x="3067576" y="1972106"/>
                  </a:lnTo>
                  <a:lnTo>
                    <a:pt x="3077733" y="1974959"/>
                  </a:lnTo>
                  <a:lnTo>
                    <a:pt x="3088842" y="1977177"/>
                  </a:lnTo>
                  <a:lnTo>
                    <a:pt x="3100268" y="1979713"/>
                  </a:lnTo>
                  <a:lnTo>
                    <a:pt x="3111695" y="1981614"/>
                  </a:lnTo>
                  <a:lnTo>
                    <a:pt x="3123756" y="1983516"/>
                  </a:lnTo>
                  <a:lnTo>
                    <a:pt x="3136452" y="1985101"/>
                  </a:lnTo>
                  <a:lnTo>
                    <a:pt x="3149148" y="1986369"/>
                  </a:lnTo>
                  <a:lnTo>
                    <a:pt x="3162162" y="1987636"/>
                  </a:lnTo>
                  <a:lnTo>
                    <a:pt x="3188188" y="1989538"/>
                  </a:lnTo>
                  <a:lnTo>
                    <a:pt x="3188188" y="2009823"/>
                  </a:lnTo>
                  <a:lnTo>
                    <a:pt x="3188506" y="2011407"/>
                  </a:lnTo>
                  <a:lnTo>
                    <a:pt x="3189458" y="2012675"/>
                  </a:lnTo>
                  <a:lnTo>
                    <a:pt x="3191045" y="2013626"/>
                  </a:lnTo>
                  <a:lnTo>
                    <a:pt x="3192949" y="2014577"/>
                  </a:lnTo>
                  <a:lnTo>
                    <a:pt x="3194854" y="2015528"/>
                  </a:lnTo>
                  <a:lnTo>
                    <a:pt x="3197710" y="2015845"/>
                  </a:lnTo>
                  <a:lnTo>
                    <a:pt x="3200250" y="2016162"/>
                  </a:lnTo>
                  <a:lnTo>
                    <a:pt x="3203106" y="2016479"/>
                  </a:lnTo>
                  <a:lnTo>
                    <a:pt x="3254843" y="2016479"/>
                  </a:lnTo>
                  <a:lnTo>
                    <a:pt x="3258017" y="2016162"/>
                  </a:lnTo>
                  <a:lnTo>
                    <a:pt x="3260556" y="2015845"/>
                  </a:lnTo>
                  <a:lnTo>
                    <a:pt x="3263413" y="2015528"/>
                  </a:lnTo>
                  <a:lnTo>
                    <a:pt x="3265317" y="2014577"/>
                  </a:lnTo>
                  <a:lnTo>
                    <a:pt x="3267539" y="2013626"/>
                  </a:lnTo>
                  <a:lnTo>
                    <a:pt x="3269126" y="2012675"/>
                  </a:lnTo>
                  <a:lnTo>
                    <a:pt x="3269761" y="2011407"/>
                  </a:lnTo>
                  <a:lnTo>
                    <a:pt x="3270078" y="2009823"/>
                  </a:lnTo>
                  <a:lnTo>
                    <a:pt x="3270078" y="1988587"/>
                  </a:lnTo>
                  <a:lnTo>
                    <a:pt x="3286265" y="1987636"/>
                  </a:lnTo>
                  <a:lnTo>
                    <a:pt x="3302136" y="1986369"/>
                  </a:lnTo>
                  <a:lnTo>
                    <a:pt x="3317371" y="1984467"/>
                  </a:lnTo>
                  <a:lnTo>
                    <a:pt x="3331971" y="1981931"/>
                  </a:lnTo>
                  <a:lnTo>
                    <a:pt x="3345937" y="1979079"/>
                  </a:lnTo>
                  <a:lnTo>
                    <a:pt x="3358950" y="1976543"/>
                  </a:lnTo>
                  <a:lnTo>
                    <a:pt x="3370694" y="1973057"/>
                  </a:lnTo>
                  <a:lnTo>
                    <a:pt x="3381486" y="1968937"/>
                  </a:lnTo>
                  <a:lnTo>
                    <a:pt x="3390056" y="1965450"/>
                  </a:lnTo>
                  <a:lnTo>
                    <a:pt x="3398308" y="1961964"/>
                  </a:lnTo>
                  <a:lnTo>
                    <a:pt x="3405291" y="1957843"/>
                  </a:lnTo>
                  <a:lnTo>
                    <a:pt x="3411956" y="1953723"/>
                  </a:lnTo>
                  <a:lnTo>
                    <a:pt x="3417670" y="1949286"/>
                  </a:lnTo>
                  <a:lnTo>
                    <a:pt x="3422748" y="1944849"/>
                  </a:lnTo>
                  <a:lnTo>
                    <a:pt x="3427192" y="1940094"/>
                  </a:lnTo>
                  <a:lnTo>
                    <a:pt x="3430683" y="1935657"/>
                  </a:lnTo>
                  <a:lnTo>
                    <a:pt x="3433540" y="1930903"/>
                  </a:lnTo>
                  <a:lnTo>
                    <a:pt x="3435444" y="1926149"/>
                  </a:lnTo>
                  <a:lnTo>
                    <a:pt x="3436396" y="1921078"/>
                  </a:lnTo>
                  <a:lnTo>
                    <a:pt x="3437031" y="1916323"/>
                  </a:lnTo>
                  <a:lnTo>
                    <a:pt x="3436079" y="1910935"/>
                  </a:lnTo>
                  <a:lnTo>
                    <a:pt x="3434492" y="1905864"/>
                  </a:lnTo>
                  <a:lnTo>
                    <a:pt x="3432270" y="1901110"/>
                  </a:lnTo>
                  <a:lnTo>
                    <a:pt x="3429096" y="1896039"/>
                  </a:lnTo>
                  <a:lnTo>
                    <a:pt x="3426557" y="1893820"/>
                  </a:lnTo>
                  <a:lnTo>
                    <a:pt x="3424335" y="1890968"/>
                  </a:lnTo>
                  <a:lnTo>
                    <a:pt x="3418304" y="1886530"/>
                  </a:lnTo>
                  <a:lnTo>
                    <a:pt x="3411639" y="1882093"/>
                  </a:lnTo>
                  <a:lnTo>
                    <a:pt x="3404339" y="1877973"/>
                  </a:lnTo>
                  <a:lnTo>
                    <a:pt x="3395451" y="1874169"/>
                  </a:lnTo>
                  <a:lnTo>
                    <a:pt x="3385929" y="1870683"/>
                  </a:lnTo>
                  <a:lnTo>
                    <a:pt x="3375772" y="1866880"/>
                  </a:lnTo>
                  <a:lnTo>
                    <a:pt x="3365298" y="1863710"/>
                  </a:lnTo>
                  <a:lnTo>
                    <a:pt x="3354189" y="1860541"/>
                  </a:lnTo>
                  <a:lnTo>
                    <a:pt x="3342763" y="1858005"/>
                  </a:lnTo>
                  <a:lnTo>
                    <a:pt x="3318640" y="1852300"/>
                  </a:lnTo>
                  <a:lnTo>
                    <a:pt x="3294200" y="1847546"/>
                  </a:lnTo>
                  <a:lnTo>
                    <a:pt x="3270078" y="1843426"/>
                  </a:lnTo>
                  <a:lnTo>
                    <a:pt x="3270078" y="1752779"/>
                  </a:lnTo>
                  <a:lnTo>
                    <a:pt x="3291026" y="1755631"/>
                  </a:lnTo>
                  <a:lnTo>
                    <a:pt x="3298961" y="1756582"/>
                  </a:lnTo>
                  <a:lnTo>
                    <a:pt x="3306896" y="1758801"/>
                  </a:lnTo>
                  <a:lnTo>
                    <a:pt x="3323719" y="1762921"/>
                  </a:lnTo>
                  <a:lnTo>
                    <a:pt x="3339589" y="1767992"/>
                  </a:lnTo>
                  <a:lnTo>
                    <a:pt x="3352920" y="1772746"/>
                  </a:lnTo>
                  <a:lnTo>
                    <a:pt x="3360537" y="1775599"/>
                  </a:lnTo>
                  <a:lnTo>
                    <a:pt x="3363076" y="1777184"/>
                  </a:lnTo>
                  <a:lnTo>
                    <a:pt x="3367203" y="1779402"/>
                  </a:lnTo>
                  <a:lnTo>
                    <a:pt x="3369424" y="1780670"/>
                  </a:lnTo>
                  <a:lnTo>
                    <a:pt x="3371964" y="1781938"/>
                  </a:lnTo>
                  <a:lnTo>
                    <a:pt x="3374186" y="1783206"/>
                  </a:lnTo>
                  <a:lnTo>
                    <a:pt x="3377042" y="1783523"/>
                  </a:lnTo>
                  <a:lnTo>
                    <a:pt x="3383390" y="1784157"/>
                  </a:lnTo>
                  <a:lnTo>
                    <a:pt x="3389738" y="1784790"/>
                  </a:lnTo>
                  <a:lnTo>
                    <a:pt x="3396404" y="1784157"/>
                  </a:lnTo>
                  <a:lnTo>
                    <a:pt x="3403069" y="1783206"/>
                  </a:lnTo>
                  <a:lnTo>
                    <a:pt x="3409417" y="1781621"/>
                  </a:lnTo>
                  <a:lnTo>
                    <a:pt x="3415765" y="1779402"/>
                  </a:lnTo>
                  <a:lnTo>
                    <a:pt x="3421478" y="1777184"/>
                  </a:lnTo>
                  <a:lnTo>
                    <a:pt x="3426557" y="1774965"/>
                  </a:lnTo>
                  <a:lnTo>
                    <a:pt x="3430683" y="1772113"/>
                  </a:lnTo>
                  <a:lnTo>
                    <a:pt x="3434174" y="1769260"/>
                  </a:lnTo>
                  <a:lnTo>
                    <a:pt x="3435127" y="1767675"/>
                  </a:lnTo>
                  <a:lnTo>
                    <a:pt x="3436079" y="1766091"/>
                  </a:lnTo>
                  <a:lnTo>
                    <a:pt x="3436396" y="1765140"/>
                  </a:lnTo>
                  <a:lnTo>
                    <a:pt x="3436396" y="1763555"/>
                  </a:lnTo>
                  <a:lnTo>
                    <a:pt x="3436079" y="1761970"/>
                  </a:lnTo>
                  <a:lnTo>
                    <a:pt x="3435761" y="1760702"/>
                  </a:lnTo>
                  <a:lnTo>
                    <a:pt x="3434492" y="1759118"/>
                  </a:lnTo>
                  <a:lnTo>
                    <a:pt x="3432905" y="1757850"/>
                  </a:lnTo>
                  <a:lnTo>
                    <a:pt x="3428144" y="1754997"/>
                  </a:lnTo>
                  <a:lnTo>
                    <a:pt x="3423065" y="1752145"/>
                  </a:lnTo>
                  <a:lnTo>
                    <a:pt x="3417352" y="1749292"/>
                  </a:lnTo>
                  <a:lnTo>
                    <a:pt x="3410369" y="1746440"/>
                  </a:lnTo>
                  <a:lnTo>
                    <a:pt x="3403386" y="1743587"/>
                  </a:lnTo>
                  <a:lnTo>
                    <a:pt x="3396404" y="1741369"/>
                  </a:lnTo>
                  <a:lnTo>
                    <a:pt x="3380534" y="1736614"/>
                  </a:lnTo>
                  <a:lnTo>
                    <a:pt x="3363711" y="1732177"/>
                  </a:lnTo>
                  <a:lnTo>
                    <a:pt x="3346572" y="1728374"/>
                  </a:lnTo>
                  <a:lnTo>
                    <a:pt x="3329749" y="1725204"/>
                  </a:lnTo>
                  <a:lnTo>
                    <a:pt x="3313562" y="1723303"/>
                  </a:lnTo>
                  <a:lnTo>
                    <a:pt x="3292296" y="1720767"/>
                  </a:lnTo>
                  <a:lnTo>
                    <a:pt x="3270078" y="1719182"/>
                  </a:lnTo>
                  <a:lnTo>
                    <a:pt x="3270078" y="1699532"/>
                  </a:lnTo>
                  <a:lnTo>
                    <a:pt x="3269761" y="1698581"/>
                  </a:lnTo>
                  <a:lnTo>
                    <a:pt x="3269126" y="1697313"/>
                  </a:lnTo>
                  <a:lnTo>
                    <a:pt x="3267539" y="1696045"/>
                  </a:lnTo>
                  <a:lnTo>
                    <a:pt x="3265317" y="1694778"/>
                  </a:lnTo>
                  <a:lnTo>
                    <a:pt x="3263413" y="1694144"/>
                  </a:lnTo>
                  <a:lnTo>
                    <a:pt x="3260556" y="1693827"/>
                  </a:lnTo>
                  <a:lnTo>
                    <a:pt x="3258017" y="1693193"/>
                  </a:lnTo>
                  <a:lnTo>
                    <a:pt x="3254843" y="1692876"/>
                  </a:lnTo>
                  <a:lnTo>
                    <a:pt x="3203106" y="1692876"/>
                  </a:lnTo>
                  <a:close/>
                  <a:moveTo>
                    <a:pt x="3225959" y="1673225"/>
                  </a:moveTo>
                  <a:lnTo>
                    <a:pt x="3251986" y="1673542"/>
                  </a:lnTo>
                  <a:lnTo>
                    <a:pt x="3278013" y="1674493"/>
                  </a:lnTo>
                  <a:lnTo>
                    <a:pt x="3303722" y="1675444"/>
                  </a:lnTo>
                  <a:lnTo>
                    <a:pt x="3328480" y="1677028"/>
                  </a:lnTo>
                  <a:lnTo>
                    <a:pt x="3353237" y="1679247"/>
                  </a:lnTo>
                  <a:lnTo>
                    <a:pt x="3377360" y="1681466"/>
                  </a:lnTo>
                  <a:lnTo>
                    <a:pt x="3401165" y="1684318"/>
                  </a:lnTo>
                  <a:lnTo>
                    <a:pt x="3424335" y="1687805"/>
                  </a:lnTo>
                  <a:lnTo>
                    <a:pt x="3446870" y="1691291"/>
                  </a:lnTo>
                  <a:lnTo>
                    <a:pt x="3468771" y="1695411"/>
                  </a:lnTo>
                  <a:lnTo>
                    <a:pt x="3490037" y="1699532"/>
                  </a:lnTo>
                  <a:lnTo>
                    <a:pt x="3510668" y="1704286"/>
                  </a:lnTo>
                  <a:lnTo>
                    <a:pt x="3530664" y="1709357"/>
                  </a:lnTo>
                  <a:lnTo>
                    <a:pt x="3550026" y="1715062"/>
                  </a:lnTo>
                  <a:lnTo>
                    <a:pt x="3568752" y="1720450"/>
                  </a:lnTo>
                  <a:lnTo>
                    <a:pt x="3586527" y="1726789"/>
                  </a:lnTo>
                  <a:lnTo>
                    <a:pt x="3603349" y="1733128"/>
                  </a:lnTo>
                  <a:lnTo>
                    <a:pt x="3619219" y="1739467"/>
                  </a:lnTo>
                  <a:lnTo>
                    <a:pt x="3634454" y="1746440"/>
                  </a:lnTo>
                  <a:lnTo>
                    <a:pt x="3648738" y="1753413"/>
                  </a:lnTo>
                  <a:lnTo>
                    <a:pt x="3661751" y="1760702"/>
                  </a:lnTo>
                  <a:lnTo>
                    <a:pt x="3673812" y="1768626"/>
                  </a:lnTo>
                  <a:lnTo>
                    <a:pt x="3685239" y="1776550"/>
                  </a:lnTo>
                  <a:lnTo>
                    <a:pt x="3695713" y="1784157"/>
                  </a:lnTo>
                  <a:lnTo>
                    <a:pt x="3704600" y="1792397"/>
                  </a:lnTo>
                  <a:lnTo>
                    <a:pt x="3708726" y="1796834"/>
                  </a:lnTo>
                  <a:lnTo>
                    <a:pt x="3712535" y="1800955"/>
                  </a:lnTo>
                  <a:lnTo>
                    <a:pt x="3716027" y="1805075"/>
                  </a:lnTo>
                  <a:lnTo>
                    <a:pt x="3719518" y="1809512"/>
                  </a:lnTo>
                  <a:lnTo>
                    <a:pt x="3722375" y="1813950"/>
                  </a:lnTo>
                  <a:lnTo>
                    <a:pt x="3725231" y="1818704"/>
                  </a:lnTo>
                  <a:lnTo>
                    <a:pt x="3727453" y="1822824"/>
                  </a:lnTo>
                  <a:lnTo>
                    <a:pt x="3729357" y="1827261"/>
                  </a:lnTo>
                  <a:lnTo>
                    <a:pt x="3731579" y="1832015"/>
                  </a:lnTo>
                  <a:lnTo>
                    <a:pt x="3733166" y="1836136"/>
                  </a:lnTo>
                  <a:lnTo>
                    <a:pt x="3733801" y="1840890"/>
                  </a:lnTo>
                  <a:lnTo>
                    <a:pt x="3735071" y="1845644"/>
                  </a:lnTo>
                  <a:lnTo>
                    <a:pt x="3735388" y="1850081"/>
                  </a:lnTo>
                  <a:lnTo>
                    <a:pt x="3735388" y="1854836"/>
                  </a:lnTo>
                  <a:lnTo>
                    <a:pt x="3735388" y="1859590"/>
                  </a:lnTo>
                  <a:lnTo>
                    <a:pt x="3735071" y="1864344"/>
                  </a:lnTo>
                  <a:lnTo>
                    <a:pt x="3733801" y="1869098"/>
                  </a:lnTo>
                  <a:lnTo>
                    <a:pt x="3733166" y="1873219"/>
                  </a:lnTo>
                  <a:lnTo>
                    <a:pt x="3731579" y="1877973"/>
                  </a:lnTo>
                  <a:lnTo>
                    <a:pt x="3729357" y="1882727"/>
                  </a:lnTo>
                  <a:lnTo>
                    <a:pt x="3727453" y="1887164"/>
                  </a:lnTo>
                  <a:lnTo>
                    <a:pt x="3725231" y="1891285"/>
                  </a:lnTo>
                  <a:lnTo>
                    <a:pt x="3722375" y="1895722"/>
                  </a:lnTo>
                  <a:lnTo>
                    <a:pt x="3719518" y="1900476"/>
                  </a:lnTo>
                  <a:lnTo>
                    <a:pt x="3716027" y="1904913"/>
                  </a:lnTo>
                  <a:lnTo>
                    <a:pt x="3712535" y="1908717"/>
                  </a:lnTo>
                  <a:lnTo>
                    <a:pt x="3708726" y="1913154"/>
                  </a:lnTo>
                  <a:lnTo>
                    <a:pt x="3704600" y="1917274"/>
                  </a:lnTo>
                  <a:lnTo>
                    <a:pt x="3695713" y="1925515"/>
                  </a:lnTo>
                  <a:lnTo>
                    <a:pt x="3685239" y="1933438"/>
                  </a:lnTo>
                  <a:lnTo>
                    <a:pt x="3673812" y="1941362"/>
                  </a:lnTo>
                  <a:lnTo>
                    <a:pt x="3661751" y="1948969"/>
                  </a:lnTo>
                  <a:lnTo>
                    <a:pt x="3648738" y="1956259"/>
                  </a:lnTo>
                  <a:lnTo>
                    <a:pt x="3634454" y="1963548"/>
                  </a:lnTo>
                  <a:lnTo>
                    <a:pt x="3619219" y="1970521"/>
                  </a:lnTo>
                  <a:lnTo>
                    <a:pt x="3603349" y="1976860"/>
                  </a:lnTo>
                  <a:lnTo>
                    <a:pt x="3586527" y="1983199"/>
                  </a:lnTo>
                  <a:lnTo>
                    <a:pt x="3568752" y="1989538"/>
                  </a:lnTo>
                  <a:lnTo>
                    <a:pt x="3550026" y="1994926"/>
                  </a:lnTo>
                  <a:lnTo>
                    <a:pt x="3530664" y="2000631"/>
                  </a:lnTo>
                  <a:lnTo>
                    <a:pt x="3510668" y="2005702"/>
                  </a:lnTo>
                  <a:lnTo>
                    <a:pt x="3490037" y="2010457"/>
                  </a:lnTo>
                  <a:lnTo>
                    <a:pt x="3468771" y="2014577"/>
                  </a:lnTo>
                  <a:lnTo>
                    <a:pt x="3446870" y="2018697"/>
                  </a:lnTo>
                  <a:lnTo>
                    <a:pt x="3424335" y="2022184"/>
                  </a:lnTo>
                  <a:lnTo>
                    <a:pt x="3401165" y="2025670"/>
                  </a:lnTo>
                  <a:lnTo>
                    <a:pt x="3377360" y="2028523"/>
                  </a:lnTo>
                  <a:lnTo>
                    <a:pt x="3353237" y="2030741"/>
                  </a:lnTo>
                  <a:lnTo>
                    <a:pt x="3328480" y="2032643"/>
                  </a:lnTo>
                  <a:lnTo>
                    <a:pt x="3303722" y="2034228"/>
                  </a:lnTo>
                  <a:lnTo>
                    <a:pt x="3278013" y="2035495"/>
                  </a:lnTo>
                  <a:lnTo>
                    <a:pt x="3251986" y="2036446"/>
                  </a:lnTo>
                  <a:lnTo>
                    <a:pt x="3225959" y="2036763"/>
                  </a:lnTo>
                  <a:lnTo>
                    <a:pt x="3199615" y="2036446"/>
                  </a:lnTo>
                  <a:lnTo>
                    <a:pt x="3173905" y="2035495"/>
                  </a:lnTo>
                  <a:lnTo>
                    <a:pt x="3148196" y="2034228"/>
                  </a:lnTo>
                  <a:lnTo>
                    <a:pt x="3123121" y="2032643"/>
                  </a:lnTo>
                  <a:lnTo>
                    <a:pt x="3098681" y="2030741"/>
                  </a:lnTo>
                  <a:lnTo>
                    <a:pt x="3074241" y="2028523"/>
                  </a:lnTo>
                  <a:lnTo>
                    <a:pt x="3050436" y="2025670"/>
                  </a:lnTo>
                  <a:lnTo>
                    <a:pt x="3027584" y="2022184"/>
                  </a:lnTo>
                  <a:lnTo>
                    <a:pt x="3004731" y="2018697"/>
                  </a:lnTo>
                  <a:lnTo>
                    <a:pt x="2983147" y="2014577"/>
                  </a:lnTo>
                  <a:lnTo>
                    <a:pt x="2961564" y="2010457"/>
                  </a:lnTo>
                  <a:lnTo>
                    <a:pt x="2940933" y="2005702"/>
                  </a:lnTo>
                  <a:lnTo>
                    <a:pt x="2920937" y="2000631"/>
                  </a:lnTo>
                  <a:lnTo>
                    <a:pt x="2901575" y="1994926"/>
                  </a:lnTo>
                  <a:lnTo>
                    <a:pt x="2883483" y="1989538"/>
                  </a:lnTo>
                  <a:lnTo>
                    <a:pt x="2865709" y="1983199"/>
                  </a:lnTo>
                  <a:lnTo>
                    <a:pt x="2848569" y="1976860"/>
                  </a:lnTo>
                  <a:lnTo>
                    <a:pt x="2832382" y="1970521"/>
                  </a:lnTo>
                  <a:lnTo>
                    <a:pt x="2817464" y="1963548"/>
                  </a:lnTo>
                  <a:lnTo>
                    <a:pt x="2803181" y="1956259"/>
                  </a:lnTo>
                  <a:lnTo>
                    <a:pt x="2789850" y="1948969"/>
                  </a:lnTo>
                  <a:lnTo>
                    <a:pt x="2777789" y="1941362"/>
                  </a:lnTo>
                  <a:lnTo>
                    <a:pt x="2766362" y="1933438"/>
                  </a:lnTo>
                  <a:lnTo>
                    <a:pt x="2755888" y="1925515"/>
                  </a:lnTo>
                  <a:lnTo>
                    <a:pt x="2747001" y="1917274"/>
                  </a:lnTo>
                  <a:lnTo>
                    <a:pt x="2742875" y="1913154"/>
                  </a:lnTo>
                  <a:lnTo>
                    <a:pt x="2739066" y="1908717"/>
                  </a:lnTo>
                  <a:lnTo>
                    <a:pt x="2735574" y="1904913"/>
                  </a:lnTo>
                  <a:lnTo>
                    <a:pt x="2732400" y="1900476"/>
                  </a:lnTo>
                  <a:lnTo>
                    <a:pt x="2729226" y="1895722"/>
                  </a:lnTo>
                  <a:lnTo>
                    <a:pt x="2726370" y="1891285"/>
                  </a:lnTo>
                  <a:lnTo>
                    <a:pt x="2724148" y="1887164"/>
                  </a:lnTo>
                  <a:lnTo>
                    <a:pt x="2722244" y="1882727"/>
                  </a:lnTo>
                  <a:lnTo>
                    <a:pt x="2720022" y="1877973"/>
                  </a:lnTo>
                  <a:lnTo>
                    <a:pt x="2718435" y="1873219"/>
                  </a:lnTo>
                  <a:lnTo>
                    <a:pt x="2717800" y="1869098"/>
                  </a:lnTo>
                  <a:lnTo>
                    <a:pt x="2716530" y="1864344"/>
                  </a:lnTo>
                  <a:lnTo>
                    <a:pt x="2716213" y="1859590"/>
                  </a:lnTo>
                  <a:lnTo>
                    <a:pt x="2716213" y="1854836"/>
                  </a:lnTo>
                  <a:lnTo>
                    <a:pt x="2716213" y="1850081"/>
                  </a:lnTo>
                  <a:lnTo>
                    <a:pt x="2716530" y="1845644"/>
                  </a:lnTo>
                  <a:lnTo>
                    <a:pt x="2717800" y="1840890"/>
                  </a:lnTo>
                  <a:lnTo>
                    <a:pt x="2718435" y="1836136"/>
                  </a:lnTo>
                  <a:lnTo>
                    <a:pt x="2720022" y="1832015"/>
                  </a:lnTo>
                  <a:lnTo>
                    <a:pt x="2722244" y="1827261"/>
                  </a:lnTo>
                  <a:lnTo>
                    <a:pt x="2724148" y="1822824"/>
                  </a:lnTo>
                  <a:lnTo>
                    <a:pt x="2726370" y="1818704"/>
                  </a:lnTo>
                  <a:lnTo>
                    <a:pt x="2729226" y="1813950"/>
                  </a:lnTo>
                  <a:lnTo>
                    <a:pt x="2732400" y="1809512"/>
                  </a:lnTo>
                  <a:lnTo>
                    <a:pt x="2735574" y="1805075"/>
                  </a:lnTo>
                  <a:lnTo>
                    <a:pt x="2739066" y="1800955"/>
                  </a:lnTo>
                  <a:lnTo>
                    <a:pt x="2742875" y="1796834"/>
                  </a:lnTo>
                  <a:lnTo>
                    <a:pt x="2747001" y="1792397"/>
                  </a:lnTo>
                  <a:lnTo>
                    <a:pt x="2755888" y="1784157"/>
                  </a:lnTo>
                  <a:lnTo>
                    <a:pt x="2766362" y="1776550"/>
                  </a:lnTo>
                  <a:lnTo>
                    <a:pt x="2777789" y="1768626"/>
                  </a:lnTo>
                  <a:lnTo>
                    <a:pt x="2789850" y="1760702"/>
                  </a:lnTo>
                  <a:lnTo>
                    <a:pt x="2803181" y="1753413"/>
                  </a:lnTo>
                  <a:lnTo>
                    <a:pt x="2817464" y="1746440"/>
                  </a:lnTo>
                  <a:lnTo>
                    <a:pt x="2832382" y="1739467"/>
                  </a:lnTo>
                  <a:lnTo>
                    <a:pt x="2848569" y="1733128"/>
                  </a:lnTo>
                  <a:lnTo>
                    <a:pt x="2865709" y="1726789"/>
                  </a:lnTo>
                  <a:lnTo>
                    <a:pt x="2883483" y="1720450"/>
                  </a:lnTo>
                  <a:lnTo>
                    <a:pt x="2901575" y="1715062"/>
                  </a:lnTo>
                  <a:lnTo>
                    <a:pt x="2920937" y="1709357"/>
                  </a:lnTo>
                  <a:lnTo>
                    <a:pt x="2940933" y="1704286"/>
                  </a:lnTo>
                  <a:lnTo>
                    <a:pt x="2961564" y="1699532"/>
                  </a:lnTo>
                  <a:lnTo>
                    <a:pt x="2983147" y="1695411"/>
                  </a:lnTo>
                  <a:lnTo>
                    <a:pt x="3004731" y="1691291"/>
                  </a:lnTo>
                  <a:lnTo>
                    <a:pt x="3027584" y="1687805"/>
                  </a:lnTo>
                  <a:lnTo>
                    <a:pt x="3050436" y="1684318"/>
                  </a:lnTo>
                  <a:lnTo>
                    <a:pt x="3074241" y="1681466"/>
                  </a:lnTo>
                  <a:lnTo>
                    <a:pt x="3098681" y="1679247"/>
                  </a:lnTo>
                  <a:lnTo>
                    <a:pt x="3123121" y="1677028"/>
                  </a:lnTo>
                  <a:lnTo>
                    <a:pt x="3148196" y="1675444"/>
                  </a:lnTo>
                  <a:lnTo>
                    <a:pt x="3173905" y="1674493"/>
                  </a:lnTo>
                  <a:lnTo>
                    <a:pt x="3199615" y="1673542"/>
                  </a:lnTo>
                  <a:lnTo>
                    <a:pt x="3225959" y="1673225"/>
                  </a:lnTo>
                  <a:close/>
                  <a:moveTo>
                    <a:pt x="3454389" y="0"/>
                  </a:moveTo>
                  <a:lnTo>
                    <a:pt x="3461374" y="0"/>
                  </a:lnTo>
                  <a:lnTo>
                    <a:pt x="3468995" y="635"/>
                  </a:lnTo>
                  <a:lnTo>
                    <a:pt x="3475981" y="1587"/>
                  </a:lnTo>
                  <a:lnTo>
                    <a:pt x="3482966" y="3174"/>
                  </a:lnTo>
                  <a:lnTo>
                    <a:pt x="3490270" y="5079"/>
                  </a:lnTo>
                  <a:lnTo>
                    <a:pt x="3497255" y="7300"/>
                  </a:lnTo>
                  <a:lnTo>
                    <a:pt x="3503923" y="9839"/>
                  </a:lnTo>
                  <a:lnTo>
                    <a:pt x="3510591" y="13013"/>
                  </a:lnTo>
                  <a:lnTo>
                    <a:pt x="3517259" y="16505"/>
                  </a:lnTo>
                  <a:lnTo>
                    <a:pt x="3523610" y="20314"/>
                  </a:lnTo>
                  <a:lnTo>
                    <a:pt x="3529643" y="24757"/>
                  </a:lnTo>
                  <a:lnTo>
                    <a:pt x="3535676" y="29518"/>
                  </a:lnTo>
                  <a:lnTo>
                    <a:pt x="3541074" y="34596"/>
                  </a:lnTo>
                  <a:lnTo>
                    <a:pt x="3546472" y="39992"/>
                  </a:lnTo>
                  <a:lnTo>
                    <a:pt x="3551235" y="45705"/>
                  </a:lnTo>
                  <a:lnTo>
                    <a:pt x="3555998" y="51418"/>
                  </a:lnTo>
                  <a:lnTo>
                    <a:pt x="3560443" y="57766"/>
                  </a:lnTo>
                  <a:lnTo>
                    <a:pt x="3564254" y="64113"/>
                  </a:lnTo>
                  <a:lnTo>
                    <a:pt x="3567746" y="70779"/>
                  </a:lnTo>
                  <a:lnTo>
                    <a:pt x="3570922" y="77444"/>
                  </a:lnTo>
                  <a:lnTo>
                    <a:pt x="3573462" y="84109"/>
                  </a:lnTo>
                  <a:lnTo>
                    <a:pt x="3575684" y="91410"/>
                  </a:lnTo>
                  <a:lnTo>
                    <a:pt x="3577590" y="98709"/>
                  </a:lnTo>
                  <a:lnTo>
                    <a:pt x="3579177" y="106009"/>
                  </a:lnTo>
                  <a:lnTo>
                    <a:pt x="3580448" y="113309"/>
                  </a:lnTo>
                  <a:lnTo>
                    <a:pt x="3580765" y="120927"/>
                  </a:lnTo>
                  <a:lnTo>
                    <a:pt x="3581400" y="128544"/>
                  </a:lnTo>
                  <a:lnTo>
                    <a:pt x="3580765" y="136162"/>
                  </a:lnTo>
                  <a:lnTo>
                    <a:pt x="3530913" y="1012801"/>
                  </a:lnTo>
                  <a:lnTo>
                    <a:pt x="3529960" y="1019149"/>
                  </a:lnTo>
                  <a:lnTo>
                    <a:pt x="3529326" y="1025814"/>
                  </a:lnTo>
                  <a:lnTo>
                    <a:pt x="3528055" y="1032162"/>
                  </a:lnTo>
                  <a:lnTo>
                    <a:pt x="3526785" y="1038510"/>
                  </a:lnTo>
                  <a:lnTo>
                    <a:pt x="3524880" y="1044541"/>
                  </a:lnTo>
                  <a:lnTo>
                    <a:pt x="3522975" y="1050254"/>
                  </a:lnTo>
                  <a:lnTo>
                    <a:pt x="3520434" y="1056284"/>
                  </a:lnTo>
                  <a:lnTo>
                    <a:pt x="3518212" y="1062315"/>
                  </a:lnTo>
                  <a:lnTo>
                    <a:pt x="3515354" y="1067710"/>
                  </a:lnTo>
                  <a:lnTo>
                    <a:pt x="3512179" y="1072789"/>
                  </a:lnTo>
                  <a:lnTo>
                    <a:pt x="3508686" y="1077867"/>
                  </a:lnTo>
                  <a:lnTo>
                    <a:pt x="3505193" y="1083263"/>
                  </a:lnTo>
                  <a:lnTo>
                    <a:pt x="3501700" y="1087706"/>
                  </a:lnTo>
                  <a:lnTo>
                    <a:pt x="3497572" y="1092467"/>
                  </a:lnTo>
                  <a:lnTo>
                    <a:pt x="3493445" y="1096910"/>
                  </a:lnTo>
                  <a:lnTo>
                    <a:pt x="3488999" y="1101354"/>
                  </a:lnTo>
                  <a:lnTo>
                    <a:pt x="3484554" y="1105163"/>
                  </a:lnTo>
                  <a:lnTo>
                    <a:pt x="3479791" y="1108654"/>
                  </a:lnTo>
                  <a:lnTo>
                    <a:pt x="3474710" y="1112463"/>
                  </a:lnTo>
                  <a:lnTo>
                    <a:pt x="3469630" y="1115319"/>
                  </a:lnTo>
                  <a:lnTo>
                    <a:pt x="3464550" y="1118493"/>
                  </a:lnTo>
                  <a:lnTo>
                    <a:pt x="3459152" y="1121350"/>
                  </a:lnTo>
                  <a:lnTo>
                    <a:pt x="3453436" y="1123889"/>
                  </a:lnTo>
                  <a:lnTo>
                    <a:pt x="3448038" y="1126111"/>
                  </a:lnTo>
                  <a:lnTo>
                    <a:pt x="3442005" y="1128015"/>
                  </a:lnTo>
                  <a:lnTo>
                    <a:pt x="3435972" y="1129602"/>
                  </a:lnTo>
                  <a:lnTo>
                    <a:pt x="3430256" y="1130871"/>
                  </a:lnTo>
                  <a:lnTo>
                    <a:pt x="3423906" y="1132141"/>
                  </a:lnTo>
                  <a:lnTo>
                    <a:pt x="3417873" y="1132776"/>
                  </a:lnTo>
                  <a:lnTo>
                    <a:pt x="3411522" y="1133093"/>
                  </a:lnTo>
                  <a:lnTo>
                    <a:pt x="3405490" y="1133093"/>
                  </a:lnTo>
                  <a:lnTo>
                    <a:pt x="3398504" y="1132776"/>
                  </a:lnTo>
                  <a:lnTo>
                    <a:pt x="3392471" y="1132458"/>
                  </a:lnTo>
                  <a:lnTo>
                    <a:pt x="3386120" y="1131189"/>
                  </a:lnTo>
                  <a:lnTo>
                    <a:pt x="3379770" y="1129919"/>
                  </a:lnTo>
                  <a:lnTo>
                    <a:pt x="3373736" y="1128332"/>
                  </a:lnTo>
                  <a:lnTo>
                    <a:pt x="3368021" y="1126745"/>
                  </a:lnTo>
                  <a:lnTo>
                    <a:pt x="3361988" y="1124524"/>
                  </a:lnTo>
                  <a:lnTo>
                    <a:pt x="3356590" y="1122302"/>
                  </a:lnTo>
                  <a:lnTo>
                    <a:pt x="3350874" y="1119763"/>
                  </a:lnTo>
                  <a:lnTo>
                    <a:pt x="3345476" y="1116589"/>
                  </a:lnTo>
                  <a:lnTo>
                    <a:pt x="3340396" y="1113415"/>
                  </a:lnTo>
                  <a:lnTo>
                    <a:pt x="3334998" y="1109924"/>
                  </a:lnTo>
                  <a:lnTo>
                    <a:pt x="3330553" y="1106432"/>
                  </a:lnTo>
                  <a:lnTo>
                    <a:pt x="3325790" y="1102306"/>
                  </a:lnTo>
                  <a:lnTo>
                    <a:pt x="3321344" y="1098497"/>
                  </a:lnTo>
                  <a:lnTo>
                    <a:pt x="3316899" y="1094054"/>
                  </a:lnTo>
                  <a:lnTo>
                    <a:pt x="3312771" y="1089293"/>
                  </a:lnTo>
                  <a:lnTo>
                    <a:pt x="3308961" y="1084849"/>
                  </a:lnTo>
                  <a:lnTo>
                    <a:pt x="3305150" y="1080089"/>
                  </a:lnTo>
                  <a:lnTo>
                    <a:pt x="3301975" y="1074693"/>
                  </a:lnTo>
                  <a:lnTo>
                    <a:pt x="3298482" y="1069615"/>
                  </a:lnTo>
                  <a:lnTo>
                    <a:pt x="3295625" y="1064219"/>
                  </a:lnTo>
                  <a:lnTo>
                    <a:pt x="3293084" y="1058823"/>
                  </a:lnTo>
                  <a:lnTo>
                    <a:pt x="3290544" y="1053110"/>
                  </a:lnTo>
                  <a:lnTo>
                    <a:pt x="3288639" y="1047397"/>
                  </a:lnTo>
                  <a:lnTo>
                    <a:pt x="3286734" y="1041367"/>
                  </a:lnTo>
                  <a:lnTo>
                    <a:pt x="3285146" y="1035019"/>
                  </a:lnTo>
                  <a:lnTo>
                    <a:pt x="3283558" y="1028988"/>
                  </a:lnTo>
                  <a:lnTo>
                    <a:pt x="3282606" y="1022640"/>
                  </a:lnTo>
                  <a:lnTo>
                    <a:pt x="3281971" y="1015975"/>
                  </a:lnTo>
                  <a:lnTo>
                    <a:pt x="3281654" y="1009627"/>
                  </a:lnTo>
                  <a:lnTo>
                    <a:pt x="3281018" y="1003597"/>
                  </a:lnTo>
                  <a:lnTo>
                    <a:pt x="3281654" y="996614"/>
                  </a:lnTo>
                  <a:lnTo>
                    <a:pt x="3306103" y="573529"/>
                  </a:lnTo>
                  <a:lnTo>
                    <a:pt x="3299118" y="568768"/>
                  </a:lnTo>
                  <a:lnTo>
                    <a:pt x="2057582" y="2162081"/>
                  </a:lnTo>
                  <a:lnTo>
                    <a:pt x="2052502" y="2168112"/>
                  </a:lnTo>
                  <a:lnTo>
                    <a:pt x="2047422" y="2173825"/>
                  </a:lnTo>
                  <a:lnTo>
                    <a:pt x="2042024" y="2178903"/>
                  </a:lnTo>
                  <a:lnTo>
                    <a:pt x="2036626" y="2183981"/>
                  </a:lnTo>
                  <a:lnTo>
                    <a:pt x="2030592" y="2188742"/>
                  </a:lnTo>
                  <a:lnTo>
                    <a:pt x="2024877" y="2193186"/>
                  </a:lnTo>
                  <a:lnTo>
                    <a:pt x="2018844" y="2197629"/>
                  </a:lnTo>
                  <a:lnTo>
                    <a:pt x="2012493" y="2201121"/>
                  </a:lnTo>
                  <a:lnTo>
                    <a:pt x="2006143" y="2204612"/>
                  </a:lnTo>
                  <a:lnTo>
                    <a:pt x="1999475" y="2207786"/>
                  </a:lnTo>
                  <a:lnTo>
                    <a:pt x="1992807" y="2210642"/>
                  </a:lnTo>
                  <a:lnTo>
                    <a:pt x="1986139" y="2213182"/>
                  </a:lnTo>
                  <a:lnTo>
                    <a:pt x="1979470" y="2215403"/>
                  </a:lnTo>
                  <a:lnTo>
                    <a:pt x="1972485" y="2217308"/>
                  </a:lnTo>
                  <a:lnTo>
                    <a:pt x="1965499" y="2218577"/>
                  </a:lnTo>
                  <a:lnTo>
                    <a:pt x="1958514" y="2219529"/>
                  </a:lnTo>
                  <a:lnTo>
                    <a:pt x="1951528" y="2220482"/>
                  </a:lnTo>
                  <a:lnTo>
                    <a:pt x="1944225" y="2221116"/>
                  </a:lnTo>
                  <a:lnTo>
                    <a:pt x="1937239" y="2221116"/>
                  </a:lnTo>
                  <a:lnTo>
                    <a:pt x="1929619" y="2221116"/>
                  </a:lnTo>
                  <a:lnTo>
                    <a:pt x="1922633" y="2220482"/>
                  </a:lnTo>
                  <a:lnTo>
                    <a:pt x="1915647" y="2219529"/>
                  </a:lnTo>
                  <a:lnTo>
                    <a:pt x="1908344" y="2218577"/>
                  </a:lnTo>
                  <a:lnTo>
                    <a:pt x="1901358" y="2216990"/>
                  </a:lnTo>
                  <a:lnTo>
                    <a:pt x="1894690" y="2214769"/>
                  </a:lnTo>
                  <a:lnTo>
                    <a:pt x="1887387" y="2212547"/>
                  </a:lnTo>
                  <a:lnTo>
                    <a:pt x="1880402" y="2210008"/>
                  </a:lnTo>
                  <a:lnTo>
                    <a:pt x="1873734" y="2207151"/>
                  </a:lnTo>
                  <a:lnTo>
                    <a:pt x="1867066" y="2203977"/>
                  </a:lnTo>
                  <a:lnTo>
                    <a:pt x="1860715" y="2199851"/>
                  </a:lnTo>
                  <a:lnTo>
                    <a:pt x="1854047" y="2196042"/>
                  </a:lnTo>
                  <a:lnTo>
                    <a:pt x="1847696" y="2191599"/>
                  </a:lnTo>
                  <a:lnTo>
                    <a:pt x="1229469" y="1731062"/>
                  </a:lnTo>
                  <a:lnTo>
                    <a:pt x="271487" y="2768937"/>
                  </a:lnTo>
                  <a:lnTo>
                    <a:pt x="266406" y="2774967"/>
                  </a:lnTo>
                  <a:lnTo>
                    <a:pt x="260691" y="2780680"/>
                  </a:lnTo>
                  <a:lnTo>
                    <a:pt x="254975" y="2785759"/>
                  </a:lnTo>
                  <a:lnTo>
                    <a:pt x="248942" y="2791154"/>
                  </a:lnTo>
                  <a:lnTo>
                    <a:pt x="242592" y="2795915"/>
                  </a:lnTo>
                  <a:lnTo>
                    <a:pt x="236241" y="2800041"/>
                  </a:lnTo>
                  <a:lnTo>
                    <a:pt x="230208" y="2804167"/>
                  </a:lnTo>
                  <a:lnTo>
                    <a:pt x="223223" y="2807659"/>
                  </a:lnTo>
                  <a:lnTo>
                    <a:pt x="216554" y="2810833"/>
                  </a:lnTo>
                  <a:lnTo>
                    <a:pt x="209886" y="2814007"/>
                  </a:lnTo>
                  <a:lnTo>
                    <a:pt x="202901" y="2816228"/>
                  </a:lnTo>
                  <a:lnTo>
                    <a:pt x="195915" y="2818767"/>
                  </a:lnTo>
                  <a:lnTo>
                    <a:pt x="188612" y="2820354"/>
                  </a:lnTo>
                  <a:lnTo>
                    <a:pt x="181309" y="2821941"/>
                  </a:lnTo>
                  <a:lnTo>
                    <a:pt x="174006" y="2822894"/>
                  </a:lnTo>
                  <a:lnTo>
                    <a:pt x="166703" y="2823846"/>
                  </a:lnTo>
                  <a:lnTo>
                    <a:pt x="159082" y="2824163"/>
                  </a:lnTo>
                  <a:lnTo>
                    <a:pt x="152096" y="2824163"/>
                  </a:lnTo>
                  <a:lnTo>
                    <a:pt x="144476" y="2823846"/>
                  </a:lnTo>
                  <a:lnTo>
                    <a:pt x="136855" y="2823528"/>
                  </a:lnTo>
                  <a:lnTo>
                    <a:pt x="129552" y="2822259"/>
                  </a:lnTo>
                  <a:lnTo>
                    <a:pt x="122249" y="2820672"/>
                  </a:lnTo>
                  <a:lnTo>
                    <a:pt x="114945" y="2819085"/>
                  </a:lnTo>
                  <a:lnTo>
                    <a:pt x="107642" y="2816546"/>
                  </a:lnTo>
                  <a:lnTo>
                    <a:pt x="100657" y="2814324"/>
                  </a:lnTo>
                  <a:lnTo>
                    <a:pt x="93671" y="2811467"/>
                  </a:lnTo>
                  <a:lnTo>
                    <a:pt x="87003" y="2807976"/>
                  </a:lnTo>
                  <a:lnTo>
                    <a:pt x="80335" y="2804485"/>
                  </a:lnTo>
                  <a:lnTo>
                    <a:pt x="73349" y="2800359"/>
                  </a:lnTo>
                  <a:lnTo>
                    <a:pt x="66681" y="2796233"/>
                  </a:lnTo>
                  <a:lnTo>
                    <a:pt x="60331" y="2791472"/>
                  </a:lnTo>
                  <a:lnTo>
                    <a:pt x="54298" y="2785759"/>
                  </a:lnTo>
                  <a:lnTo>
                    <a:pt x="48265" y="2780680"/>
                  </a:lnTo>
                  <a:lnTo>
                    <a:pt x="42867" y="2774967"/>
                  </a:lnTo>
                  <a:lnTo>
                    <a:pt x="37469" y="2768937"/>
                  </a:lnTo>
                  <a:lnTo>
                    <a:pt x="32388" y="2762906"/>
                  </a:lnTo>
                  <a:lnTo>
                    <a:pt x="28260" y="2756876"/>
                  </a:lnTo>
                  <a:lnTo>
                    <a:pt x="23815" y="2749893"/>
                  </a:lnTo>
                  <a:lnTo>
                    <a:pt x="19687" y="2743228"/>
                  </a:lnTo>
                  <a:lnTo>
                    <a:pt x="16194" y="2736563"/>
                  </a:lnTo>
                  <a:lnTo>
                    <a:pt x="13019" y="2729580"/>
                  </a:lnTo>
                  <a:lnTo>
                    <a:pt x="10479" y="2722280"/>
                  </a:lnTo>
                  <a:lnTo>
                    <a:pt x="7938" y="2715297"/>
                  </a:lnTo>
                  <a:lnTo>
                    <a:pt x="5716" y="2708315"/>
                  </a:lnTo>
                  <a:lnTo>
                    <a:pt x="3811" y="2700697"/>
                  </a:lnTo>
                  <a:lnTo>
                    <a:pt x="2540" y="2693080"/>
                  </a:lnTo>
                  <a:lnTo>
                    <a:pt x="1270" y="2685780"/>
                  </a:lnTo>
                  <a:lnTo>
                    <a:pt x="635" y="2678162"/>
                  </a:lnTo>
                  <a:lnTo>
                    <a:pt x="0" y="2670228"/>
                  </a:lnTo>
                  <a:lnTo>
                    <a:pt x="0" y="2662927"/>
                  </a:lnTo>
                  <a:lnTo>
                    <a:pt x="0" y="2655310"/>
                  </a:lnTo>
                  <a:lnTo>
                    <a:pt x="953" y="2648010"/>
                  </a:lnTo>
                  <a:lnTo>
                    <a:pt x="1588" y="2640075"/>
                  </a:lnTo>
                  <a:lnTo>
                    <a:pt x="3176" y="2632458"/>
                  </a:lnTo>
                  <a:lnTo>
                    <a:pt x="4763" y="2625158"/>
                  </a:lnTo>
                  <a:lnTo>
                    <a:pt x="6668" y="2617858"/>
                  </a:lnTo>
                  <a:lnTo>
                    <a:pt x="9526" y="2610558"/>
                  </a:lnTo>
                  <a:lnTo>
                    <a:pt x="12384" y="2603258"/>
                  </a:lnTo>
                  <a:lnTo>
                    <a:pt x="15559" y="2596275"/>
                  </a:lnTo>
                  <a:lnTo>
                    <a:pt x="19052" y="2588975"/>
                  </a:lnTo>
                  <a:lnTo>
                    <a:pt x="22545" y="2582310"/>
                  </a:lnTo>
                  <a:lnTo>
                    <a:pt x="26990" y="2575644"/>
                  </a:lnTo>
                  <a:lnTo>
                    <a:pt x="31753" y="2569297"/>
                  </a:lnTo>
                  <a:lnTo>
                    <a:pt x="36516" y="2562631"/>
                  </a:lnTo>
                  <a:lnTo>
                    <a:pt x="1086264" y="1414621"/>
                  </a:lnTo>
                  <a:lnTo>
                    <a:pt x="1091027" y="1408908"/>
                  </a:lnTo>
                  <a:lnTo>
                    <a:pt x="1096742" y="1403829"/>
                  </a:lnTo>
                  <a:lnTo>
                    <a:pt x="1101823" y="1398751"/>
                  </a:lnTo>
                  <a:lnTo>
                    <a:pt x="1107221" y="1393990"/>
                  </a:lnTo>
                  <a:lnTo>
                    <a:pt x="1113254" y="1389229"/>
                  </a:lnTo>
                  <a:lnTo>
                    <a:pt x="1119287" y="1385103"/>
                  </a:lnTo>
                  <a:lnTo>
                    <a:pt x="1125002" y="1381295"/>
                  </a:lnTo>
                  <a:lnTo>
                    <a:pt x="1131353" y="1377803"/>
                  </a:lnTo>
                  <a:lnTo>
                    <a:pt x="1137703" y="1374629"/>
                  </a:lnTo>
                  <a:lnTo>
                    <a:pt x="1144054" y="1371455"/>
                  </a:lnTo>
                  <a:lnTo>
                    <a:pt x="1150722" y="1368599"/>
                  </a:lnTo>
                  <a:lnTo>
                    <a:pt x="1157390" y="1366694"/>
                  </a:lnTo>
                  <a:lnTo>
                    <a:pt x="1164058" y="1364790"/>
                  </a:lnTo>
                  <a:lnTo>
                    <a:pt x="1170726" y="1362568"/>
                  </a:lnTo>
                  <a:lnTo>
                    <a:pt x="1177394" y="1361616"/>
                  </a:lnTo>
                  <a:lnTo>
                    <a:pt x="1184698" y="1360347"/>
                  </a:lnTo>
                  <a:lnTo>
                    <a:pt x="1191683" y="1360029"/>
                  </a:lnTo>
                  <a:lnTo>
                    <a:pt x="1198351" y="1359712"/>
                  </a:lnTo>
                  <a:lnTo>
                    <a:pt x="1205654" y="1359077"/>
                  </a:lnTo>
                  <a:lnTo>
                    <a:pt x="1212640" y="1359712"/>
                  </a:lnTo>
                  <a:lnTo>
                    <a:pt x="1219626" y="1360347"/>
                  </a:lnTo>
                  <a:lnTo>
                    <a:pt x="1226294" y="1361299"/>
                  </a:lnTo>
                  <a:lnTo>
                    <a:pt x="1233597" y="1362251"/>
                  </a:lnTo>
                  <a:lnTo>
                    <a:pt x="1240582" y="1363838"/>
                  </a:lnTo>
                  <a:lnTo>
                    <a:pt x="1247251" y="1365742"/>
                  </a:lnTo>
                  <a:lnTo>
                    <a:pt x="1253919" y="1368281"/>
                  </a:lnTo>
                  <a:lnTo>
                    <a:pt x="1260904" y="1371138"/>
                  </a:lnTo>
                  <a:lnTo>
                    <a:pt x="1267572" y="1373677"/>
                  </a:lnTo>
                  <a:lnTo>
                    <a:pt x="1274240" y="1376851"/>
                  </a:lnTo>
                  <a:lnTo>
                    <a:pt x="1280591" y="1380977"/>
                  </a:lnTo>
                  <a:lnTo>
                    <a:pt x="1286942" y="1384786"/>
                  </a:lnTo>
                  <a:lnTo>
                    <a:pt x="1292975" y="1389229"/>
                  </a:lnTo>
                  <a:lnTo>
                    <a:pt x="1907709" y="1846910"/>
                  </a:lnTo>
                  <a:lnTo>
                    <a:pt x="3043507" y="389124"/>
                  </a:lnTo>
                  <a:lnTo>
                    <a:pt x="3023186" y="374841"/>
                  </a:lnTo>
                  <a:lnTo>
                    <a:pt x="2660568" y="470377"/>
                  </a:lnTo>
                  <a:lnTo>
                    <a:pt x="2654853" y="471646"/>
                  </a:lnTo>
                  <a:lnTo>
                    <a:pt x="2648502" y="472598"/>
                  </a:lnTo>
                  <a:lnTo>
                    <a:pt x="2642152" y="473551"/>
                  </a:lnTo>
                  <a:lnTo>
                    <a:pt x="2635801" y="473868"/>
                  </a:lnTo>
                  <a:lnTo>
                    <a:pt x="2629450" y="474185"/>
                  </a:lnTo>
                  <a:lnTo>
                    <a:pt x="2623418" y="473868"/>
                  </a:lnTo>
                  <a:lnTo>
                    <a:pt x="2617384" y="473551"/>
                  </a:lnTo>
                  <a:lnTo>
                    <a:pt x="2611352" y="472598"/>
                  </a:lnTo>
                  <a:lnTo>
                    <a:pt x="2605318" y="471964"/>
                  </a:lnTo>
                  <a:lnTo>
                    <a:pt x="2599603" y="470377"/>
                  </a:lnTo>
                  <a:lnTo>
                    <a:pt x="2593570" y="468790"/>
                  </a:lnTo>
                  <a:lnTo>
                    <a:pt x="2587537" y="466885"/>
                  </a:lnTo>
                  <a:lnTo>
                    <a:pt x="2582139" y="464346"/>
                  </a:lnTo>
                  <a:lnTo>
                    <a:pt x="2576741" y="462124"/>
                  </a:lnTo>
                  <a:lnTo>
                    <a:pt x="2571660" y="459268"/>
                  </a:lnTo>
                  <a:lnTo>
                    <a:pt x="2565945" y="456094"/>
                  </a:lnTo>
                  <a:lnTo>
                    <a:pt x="2560864" y="452920"/>
                  </a:lnTo>
                  <a:lnTo>
                    <a:pt x="2556102" y="449429"/>
                  </a:lnTo>
                  <a:lnTo>
                    <a:pt x="2551339" y="445937"/>
                  </a:lnTo>
                  <a:lnTo>
                    <a:pt x="2546576" y="441811"/>
                  </a:lnTo>
                  <a:lnTo>
                    <a:pt x="2542448" y="437685"/>
                  </a:lnTo>
                  <a:lnTo>
                    <a:pt x="2538002" y="433242"/>
                  </a:lnTo>
                  <a:lnTo>
                    <a:pt x="2533875" y="428481"/>
                  </a:lnTo>
                  <a:lnTo>
                    <a:pt x="2530064" y="423402"/>
                  </a:lnTo>
                  <a:lnTo>
                    <a:pt x="2526572" y="418324"/>
                  </a:lnTo>
                  <a:lnTo>
                    <a:pt x="2523396" y="413246"/>
                  </a:lnTo>
                  <a:lnTo>
                    <a:pt x="2520221" y="407533"/>
                  </a:lnTo>
                  <a:lnTo>
                    <a:pt x="2517363" y="402137"/>
                  </a:lnTo>
                  <a:lnTo>
                    <a:pt x="2514823" y="396107"/>
                  </a:lnTo>
                  <a:lnTo>
                    <a:pt x="2512283" y="390394"/>
                  </a:lnTo>
                  <a:lnTo>
                    <a:pt x="2510378" y="384046"/>
                  </a:lnTo>
                  <a:lnTo>
                    <a:pt x="2508472" y="377698"/>
                  </a:lnTo>
                  <a:lnTo>
                    <a:pt x="2507202" y="371350"/>
                  </a:lnTo>
                  <a:lnTo>
                    <a:pt x="2505932" y="364685"/>
                  </a:lnTo>
                  <a:lnTo>
                    <a:pt x="2505297" y="358337"/>
                  </a:lnTo>
                  <a:lnTo>
                    <a:pt x="2504980" y="351989"/>
                  </a:lnTo>
                  <a:lnTo>
                    <a:pt x="2504344" y="345641"/>
                  </a:lnTo>
                  <a:lnTo>
                    <a:pt x="2504344" y="339293"/>
                  </a:lnTo>
                  <a:lnTo>
                    <a:pt x="2505297" y="332946"/>
                  </a:lnTo>
                  <a:lnTo>
                    <a:pt x="2505615" y="326915"/>
                  </a:lnTo>
                  <a:lnTo>
                    <a:pt x="2506885" y="320567"/>
                  </a:lnTo>
                  <a:lnTo>
                    <a:pt x="2508155" y="314537"/>
                  </a:lnTo>
                  <a:lnTo>
                    <a:pt x="2509425" y="308506"/>
                  </a:lnTo>
                  <a:lnTo>
                    <a:pt x="2511648" y="302793"/>
                  </a:lnTo>
                  <a:lnTo>
                    <a:pt x="2513870" y="296763"/>
                  </a:lnTo>
                  <a:lnTo>
                    <a:pt x="2516410" y="291367"/>
                  </a:lnTo>
                  <a:lnTo>
                    <a:pt x="2518633" y="285654"/>
                  </a:lnTo>
                  <a:lnTo>
                    <a:pt x="2521808" y="280576"/>
                  </a:lnTo>
                  <a:lnTo>
                    <a:pt x="2524984" y="275180"/>
                  </a:lnTo>
                  <a:lnTo>
                    <a:pt x="2528159" y="270102"/>
                  </a:lnTo>
                  <a:lnTo>
                    <a:pt x="2531970" y="265341"/>
                  </a:lnTo>
                  <a:lnTo>
                    <a:pt x="2535462" y="260580"/>
                  </a:lnTo>
                  <a:lnTo>
                    <a:pt x="2539908" y="256136"/>
                  </a:lnTo>
                  <a:lnTo>
                    <a:pt x="2544353" y="251693"/>
                  </a:lnTo>
                  <a:lnTo>
                    <a:pt x="2548481" y="247567"/>
                  </a:lnTo>
                  <a:lnTo>
                    <a:pt x="2553244" y="243441"/>
                  </a:lnTo>
                  <a:lnTo>
                    <a:pt x="2558642" y="239949"/>
                  </a:lnTo>
                  <a:lnTo>
                    <a:pt x="2563722" y="236458"/>
                  </a:lnTo>
                  <a:lnTo>
                    <a:pt x="2568803" y="233284"/>
                  </a:lnTo>
                  <a:lnTo>
                    <a:pt x="2574201" y="230428"/>
                  </a:lnTo>
                  <a:lnTo>
                    <a:pt x="2579916" y="227889"/>
                  </a:lnTo>
                  <a:lnTo>
                    <a:pt x="2585632" y="225349"/>
                  </a:lnTo>
                  <a:lnTo>
                    <a:pt x="2591982" y="223445"/>
                  </a:lnTo>
                  <a:lnTo>
                    <a:pt x="2598015" y="221541"/>
                  </a:lnTo>
                  <a:lnTo>
                    <a:pt x="3425176" y="4126"/>
                  </a:lnTo>
                  <a:lnTo>
                    <a:pt x="3432162" y="2222"/>
                  </a:lnTo>
                  <a:lnTo>
                    <a:pt x="3439782" y="952"/>
                  </a:lnTo>
                  <a:lnTo>
                    <a:pt x="3446768" y="318"/>
                  </a:lnTo>
                  <a:lnTo>
                    <a:pt x="3454389" y="0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350">
                <a:solidFill>
                  <a:srgbClr val="414455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Freeform 27"/>
            <p:cNvSpPr/>
            <p:nvPr/>
          </p:nvSpPr>
          <p:spPr bwMode="auto">
            <a:xfrm>
              <a:off x="4382256" y="2370372"/>
              <a:ext cx="1306774" cy="1109827"/>
            </a:xfrm>
            <a:custGeom>
              <a:avLst/>
              <a:gdLst>
                <a:gd name="T0" fmla="*/ 172 w 223"/>
                <a:gd name="T1" fmla="*/ 172 h 190"/>
                <a:gd name="T2" fmla="*/ 50 w 223"/>
                <a:gd name="T3" fmla="*/ 122 h 190"/>
                <a:gd name="T4" fmla="*/ 0 w 223"/>
                <a:gd name="T5" fmla="*/ 0 h 190"/>
                <a:gd name="T6" fmla="*/ 22 w 223"/>
                <a:gd name="T7" fmla="*/ 0 h 190"/>
                <a:gd name="T8" fmla="*/ 66 w 223"/>
                <a:gd name="T9" fmla="*/ 106 h 190"/>
                <a:gd name="T10" fmla="*/ 172 w 223"/>
                <a:gd name="T11" fmla="*/ 150 h 190"/>
                <a:gd name="T12" fmla="*/ 172 w 223"/>
                <a:gd name="T13" fmla="*/ 132 h 190"/>
                <a:gd name="T14" fmla="*/ 223 w 223"/>
                <a:gd name="T15" fmla="*/ 163 h 190"/>
                <a:gd name="T16" fmla="*/ 172 w 223"/>
                <a:gd name="T17" fmla="*/ 190 h 190"/>
                <a:gd name="T18" fmla="*/ 172 w 223"/>
                <a:gd name="T19" fmla="*/ 17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3" h="190">
                  <a:moveTo>
                    <a:pt x="172" y="172"/>
                  </a:moveTo>
                  <a:cubicBezTo>
                    <a:pt x="124" y="172"/>
                    <a:pt x="81" y="153"/>
                    <a:pt x="50" y="122"/>
                  </a:cubicBezTo>
                  <a:cubicBezTo>
                    <a:pt x="19" y="91"/>
                    <a:pt x="0" y="48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41"/>
                    <a:pt x="39" y="79"/>
                    <a:pt x="66" y="106"/>
                  </a:cubicBezTo>
                  <a:cubicBezTo>
                    <a:pt x="93" y="133"/>
                    <a:pt x="131" y="150"/>
                    <a:pt x="172" y="150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223" y="163"/>
                    <a:pt x="223" y="163"/>
                    <a:pt x="223" y="163"/>
                  </a:cubicBezTo>
                  <a:cubicBezTo>
                    <a:pt x="172" y="190"/>
                    <a:pt x="172" y="190"/>
                    <a:pt x="172" y="190"/>
                  </a:cubicBezTo>
                  <a:lnTo>
                    <a:pt x="172" y="172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56605" tIns="28302" rIns="56605" bIns="28302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Freeform 28"/>
            <p:cNvSpPr/>
            <p:nvPr/>
          </p:nvSpPr>
          <p:spPr bwMode="auto">
            <a:xfrm>
              <a:off x="3720191" y="2370373"/>
              <a:ext cx="1968840" cy="1769791"/>
            </a:xfrm>
            <a:custGeom>
              <a:avLst/>
              <a:gdLst>
                <a:gd name="T0" fmla="*/ 285 w 336"/>
                <a:gd name="T1" fmla="*/ 285 h 303"/>
                <a:gd name="T2" fmla="*/ 84 w 336"/>
                <a:gd name="T3" fmla="*/ 202 h 303"/>
                <a:gd name="T4" fmla="*/ 0 w 336"/>
                <a:gd name="T5" fmla="*/ 0 h 303"/>
                <a:gd name="T6" fmla="*/ 23 w 336"/>
                <a:gd name="T7" fmla="*/ 0 h 303"/>
                <a:gd name="T8" fmla="*/ 100 w 336"/>
                <a:gd name="T9" fmla="*/ 186 h 303"/>
                <a:gd name="T10" fmla="*/ 285 w 336"/>
                <a:gd name="T11" fmla="*/ 262 h 303"/>
                <a:gd name="T12" fmla="*/ 285 w 336"/>
                <a:gd name="T13" fmla="*/ 245 h 303"/>
                <a:gd name="T14" fmla="*/ 336 w 336"/>
                <a:gd name="T15" fmla="*/ 275 h 303"/>
                <a:gd name="T16" fmla="*/ 285 w 336"/>
                <a:gd name="T17" fmla="*/ 303 h 303"/>
                <a:gd name="T18" fmla="*/ 285 w 336"/>
                <a:gd name="T19" fmla="*/ 28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6" h="303">
                  <a:moveTo>
                    <a:pt x="285" y="285"/>
                  </a:moveTo>
                  <a:cubicBezTo>
                    <a:pt x="206" y="285"/>
                    <a:pt x="135" y="253"/>
                    <a:pt x="84" y="202"/>
                  </a:cubicBezTo>
                  <a:cubicBezTo>
                    <a:pt x="32" y="150"/>
                    <a:pt x="0" y="79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72"/>
                    <a:pt x="52" y="138"/>
                    <a:pt x="100" y="186"/>
                  </a:cubicBezTo>
                  <a:cubicBezTo>
                    <a:pt x="147" y="233"/>
                    <a:pt x="213" y="262"/>
                    <a:pt x="285" y="262"/>
                  </a:cubicBezTo>
                  <a:cubicBezTo>
                    <a:pt x="285" y="245"/>
                    <a:pt x="285" y="245"/>
                    <a:pt x="285" y="245"/>
                  </a:cubicBezTo>
                  <a:cubicBezTo>
                    <a:pt x="336" y="275"/>
                    <a:pt x="336" y="275"/>
                    <a:pt x="336" y="275"/>
                  </a:cubicBezTo>
                  <a:cubicBezTo>
                    <a:pt x="285" y="303"/>
                    <a:pt x="285" y="303"/>
                    <a:pt x="285" y="303"/>
                  </a:cubicBezTo>
                  <a:lnTo>
                    <a:pt x="285" y="285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56605" tIns="28302" rIns="56605" bIns="28302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Freeform 29"/>
            <p:cNvSpPr/>
            <p:nvPr/>
          </p:nvSpPr>
          <p:spPr bwMode="auto">
            <a:xfrm>
              <a:off x="3077963" y="2370372"/>
              <a:ext cx="2611068" cy="2412453"/>
            </a:xfrm>
            <a:custGeom>
              <a:avLst/>
              <a:gdLst>
                <a:gd name="T0" fmla="*/ 395 w 446"/>
                <a:gd name="T1" fmla="*/ 395 h 413"/>
                <a:gd name="T2" fmla="*/ 116 w 446"/>
                <a:gd name="T3" fmla="*/ 279 h 413"/>
                <a:gd name="T4" fmla="*/ 0 w 446"/>
                <a:gd name="T5" fmla="*/ 0 h 413"/>
                <a:gd name="T6" fmla="*/ 23 w 446"/>
                <a:gd name="T7" fmla="*/ 0 h 413"/>
                <a:gd name="T8" fmla="*/ 132 w 446"/>
                <a:gd name="T9" fmla="*/ 263 h 413"/>
                <a:gd name="T10" fmla="*/ 395 w 446"/>
                <a:gd name="T11" fmla="*/ 373 h 413"/>
                <a:gd name="T12" fmla="*/ 395 w 446"/>
                <a:gd name="T13" fmla="*/ 355 h 413"/>
                <a:gd name="T14" fmla="*/ 446 w 446"/>
                <a:gd name="T15" fmla="*/ 385 h 413"/>
                <a:gd name="T16" fmla="*/ 395 w 446"/>
                <a:gd name="T17" fmla="*/ 413 h 413"/>
                <a:gd name="T18" fmla="*/ 395 w 446"/>
                <a:gd name="T19" fmla="*/ 395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6" h="413">
                  <a:moveTo>
                    <a:pt x="395" y="395"/>
                  </a:moveTo>
                  <a:cubicBezTo>
                    <a:pt x="286" y="395"/>
                    <a:pt x="187" y="351"/>
                    <a:pt x="116" y="279"/>
                  </a:cubicBezTo>
                  <a:cubicBezTo>
                    <a:pt x="44" y="208"/>
                    <a:pt x="0" y="109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103"/>
                    <a:pt x="64" y="196"/>
                    <a:pt x="132" y="263"/>
                  </a:cubicBezTo>
                  <a:cubicBezTo>
                    <a:pt x="199" y="331"/>
                    <a:pt x="292" y="372"/>
                    <a:pt x="395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46" y="385"/>
                    <a:pt x="446" y="385"/>
                    <a:pt x="446" y="385"/>
                  </a:cubicBezTo>
                  <a:cubicBezTo>
                    <a:pt x="395" y="413"/>
                    <a:pt x="395" y="413"/>
                    <a:pt x="395" y="413"/>
                  </a:cubicBezTo>
                  <a:lnTo>
                    <a:pt x="395" y="395"/>
                  </a:lnTo>
                  <a:close/>
                </a:path>
              </a:pathLst>
            </a:custGeom>
            <a:solidFill>
              <a:srgbClr val="1C50A2"/>
            </a:solidFill>
            <a:ln>
              <a:noFill/>
            </a:ln>
          </p:spPr>
          <p:txBody>
            <a:bodyPr vert="horz" wrap="square" lIns="56605" tIns="28302" rIns="56605" bIns="28302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339232" y="2211743"/>
              <a:ext cx="193989" cy="174903"/>
              <a:chOff x="3720691" y="2824413"/>
              <a:chExt cx="1341120" cy="1209172"/>
            </a:xfrm>
          </p:grpSpPr>
          <p:sp>
            <p:nvSpPr>
              <p:cNvPr id="35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  <p:sp>
            <p:nvSpPr>
              <p:cNvPr id="36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3691329" y="2232276"/>
              <a:ext cx="193989" cy="174903"/>
              <a:chOff x="3720691" y="2824413"/>
              <a:chExt cx="1341120" cy="1209172"/>
            </a:xfrm>
          </p:grpSpPr>
          <p:sp>
            <p:nvSpPr>
              <p:cNvPr id="33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  <p:sp>
            <p:nvSpPr>
              <p:cNvPr id="34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043426" y="2232276"/>
              <a:ext cx="193989" cy="174903"/>
              <a:chOff x="3720691" y="2824413"/>
              <a:chExt cx="1341120" cy="1209172"/>
            </a:xfrm>
          </p:grpSpPr>
          <p:sp>
            <p:nvSpPr>
              <p:cNvPr id="3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  <p:sp>
            <p:nvSpPr>
              <p:cNvPr id="3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</p:grpSp>
        <p:sp>
          <p:nvSpPr>
            <p:cNvPr id="22" name="TextBox 100"/>
            <p:cNvSpPr txBox="1"/>
            <p:nvPr/>
          </p:nvSpPr>
          <p:spPr>
            <a:xfrm>
              <a:off x="5706256" y="3088850"/>
              <a:ext cx="333549" cy="468032"/>
            </a:xfrm>
            <a:prstGeom prst="rect">
              <a:avLst/>
            </a:prstGeom>
            <a:noFill/>
          </p:spPr>
          <p:txBody>
            <a:bodyPr wrap="none" lIns="56605" tIns="28302" rIns="56605" bIns="28302" rtlCol="0" anchor="ctr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375" dirty="0">
                  <a:solidFill>
                    <a:srgbClr val="1C50A2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A</a:t>
              </a:r>
              <a:endParaRPr lang="zh-CN" altLang="en-US" sz="3375" dirty="0">
                <a:solidFill>
                  <a:srgbClr val="1C50A2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3" name="TextBox 101"/>
            <p:cNvSpPr txBox="1"/>
            <p:nvPr/>
          </p:nvSpPr>
          <p:spPr>
            <a:xfrm>
              <a:off x="5706256" y="3735373"/>
              <a:ext cx="333549" cy="468032"/>
            </a:xfrm>
            <a:prstGeom prst="rect">
              <a:avLst/>
            </a:prstGeom>
            <a:noFill/>
          </p:spPr>
          <p:txBody>
            <a:bodyPr wrap="none" lIns="56605" tIns="28302" rIns="56605" bIns="28302" rtlCol="0" anchor="ctr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375" dirty="0">
                  <a:solidFill>
                    <a:srgbClr val="1C50A2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B</a:t>
              </a:r>
              <a:endParaRPr lang="zh-CN" altLang="en-US" sz="3375" dirty="0">
                <a:solidFill>
                  <a:srgbClr val="1C50A2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4" name="TextBox 102"/>
            <p:cNvSpPr txBox="1"/>
            <p:nvPr/>
          </p:nvSpPr>
          <p:spPr>
            <a:xfrm>
              <a:off x="5706256" y="4402961"/>
              <a:ext cx="338754" cy="468032"/>
            </a:xfrm>
            <a:prstGeom prst="rect">
              <a:avLst/>
            </a:prstGeom>
            <a:noFill/>
          </p:spPr>
          <p:txBody>
            <a:bodyPr wrap="none" lIns="56605" tIns="28302" rIns="56605" bIns="28302" rtlCol="0" anchor="ctr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375">
                  <a:solidFill>
                    <a:srgbClr val="1C50A2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C</a:t>
              </a:r>
              <a:endParaRPr lang="zh-CN" altLang="en-US" sz="3375">
                <a:solidFill>
                  <a:srgbClr val="1C50A2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25" name="TextBox 103"/>
            <p:cNvSpPr txBox="1"/>
            <p:nvPr/>
          </p:nvSpPr>
          <p:spPr>
            <a:xfrm>
              <a:off x="6188426" y="3031042"/>
              <a:ext cx="3280041" cy="631190"/>
            </a:xfrm>
            <a:prstGeom prst="rect">
              <a:avLst/>
            </a:prstGeom>
            <a:noFill/>
          </p:spPr>
          <p:txBody>
            <a:bodyPr wrap="square" lIns="56605" tIns="28302" rIns="56605" bIns="28302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您的内容打在这里，或者通过复制您的文本后，在此框中选择粘贴，并选择只保留文字，</a:t>
              </a: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在此录入上述图表的综合描述说明。</a:t>
              </a:r>
            </a:p>
          </p:txBody>
        </p:sp>
        <p:sp>
          <p:nvSpPr>
            <p:cNvPr id="26" name="TextBox 104"/>
            <p:cNvSpPr txBox="1"/>
            <p:nvPr/>
          </p:nvSpPr>
          <p:spPr>
            <a:xfrm>
              <a:off x="6188426" y="3722562"/>
              <a:ext cx="3280041" cy="631190"/>
            </a:xfrm>
            <a:prstGeom prst="rect">
              <a:avLst/>
            </a:prstGeom>
            <a:noFill/>
          </p:spPr>
          <p:txBody>
            <a:bodyPr wrap="square" lIns="56605" tIns="28302" rIns="56605" bIns="28302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您的内容打在这里，或者通过复制您的文本后，在此框中选择粘贴，并选择只保留文字，</a:t>
              </a: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在此录入上述图表的综合描述说明。</a:t>
              </a:r>
            </a:p>
          </p:txBody>
        </p:sp>
        <p:sp>
          <p:nvSpPr>
            <p:cNvPr id="27" name="TextBox 105"/>
            <p:cNvSpPr txBox="1"/>
            <p:nvPr/>
          </p:nvSpPr>
          <p:spPr>
            <a:xfrm>
              <a:off x="6188426" y="4414081"/>
              <a:ext cx="3280041" cy="631190"/>
            </a:xfrm>
            <a:prstGeom prst="rect">
              <a:avLst/>
            </a:prstGeom>
            <a:noFill/>
          </p:spPr>
          <p:txBody>
            <a:bodyPr wrap="square" lIns="56605" tIns="28302" rIns="56605" bIns="28302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您的内容打在这里，或者通过复制您的文本后，在此框中选择粘贴，并选择只保留文字，</a:t>
              </a: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在此录入上述图表的综合描述说明。</a:t>
              </a: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5311052" y="1812729"/>
              <a:ext cx="208733" cy="138347"/>
              <a:chOff x="9482595" y="2565731"/>
              <a:chExt cx="278384" cy="184511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9482595" y="2565731"/>
                <a:ext cx="71376" cy="713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9625979" y="2615242"/>
                <a:ext cx="135000" cy="135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4346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518" y="1992284"/>
            <a:ext cx="12192518" cy="2375427"/>
            <a:chOff x="-135" y="2292"/>
            <a:chExt cx="14536" cy="2832"/>
          </a:xfrm>
        </p:grpSpPr>
        <p:sp>
          <p:nvSpPr>
            <p:cNvPr id="3" name="梯形 2"/>
            <p:cNvSpPr/>
            <p:nvPr/>
          </p:nvSpPr>
          <p:spPr>
            <a:xfrm rot="16200000">
              <a:off x="8795" y="-543"/>
              <a:ext cx="2707" cy="8504"/>
            </a:xfrm>
            <a:prstGeom prst="trapezoid">
              <a:avLst>
                <a:gd name="adj" fmla="val 16935"/>
              </a:avLst>
            </a:prstGeom>
            <a:solidFill>
              <a:srgbClr val="1C50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梯形 3"/>
            <p:cNvSpPr/>
            <p:nvPr/>
          </p:nvSpPr>
          <p:spPr>
            <a:xfrm rot="5400000">
              <a:off x="1474" y="683"/>
              <a:ext cx="2832" cy="6049"/>
            </a:xfrm>
            <a:prstGeom prst="trapezoid">
              <a:avLst>
                <a:gd name="adj" fmla="val 17865"/>
              </a:avLst>
            </a:prstGeom>
            <a:solidFill>
              <a:schemeClr val="bg1">
                <a:lumMod val="8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2"/>
            <p:cNvSpPr txBox="1"/>
            <p:nvPr/>
          </p:nvSpPr>
          <p:spPr>
            <a:xfrm>
              <a:off x="4404" y="3019"/>
              <a:ext cx="1040" cy="107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Part</a:t>
              </a: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4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534" y="3282"/>
              <a:ext cx="4018" cy="743"/>
            </a:xfrm>
            <a:prstGeom prst="rect">
              <a:avLst/>
            </a:prstGeom>
          </p:spPr>
          <p:txBody>
            <a:bodyPr wrap="none" lIns="68580" tIns="34290" rIns="68580" bIns="3429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342900">
                <a:defRPr/>
              </a:pPr>
              <a:r>
                <a:rPr lang="zh-CN" altLang="en-US" sz="3600" b="1" dirty="0">
                  <a:solidFill>
                    <a:prstClr val="white"/>
                  </a:solidFill>
                  <a:latin typeface="Arial" panose="020B0604020202020204"/>
                </a:rPr>
                <a:t>研究成果与应用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50" y="2677"/>
              <a:ext cx="2064" cy="2064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/>
          </p:nvGrpSpPr>
          <p:grpSpPr>
            <a:xfrm>
              <a:off x="10782" y="3025"/>
              <a:ext cx="1443" cy="1460"/>
              <a:chOff x="9140243" y="2604870"/>
              <a:chExt cx="1223442" cy="1235911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9140243" y="2604870"/>
                <a:ext cx="1222984" cy="310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4-1 </a:t>
                </a:r>
                <a:r>
                  <a:rPr lang="zh-CN" altLang="en-US" dirty="0">
                    <a:solidFill>
                      <a:prstClr val="white"/>
                    </a:solidFill>
                    <a:latin typeface="Arial" panose="020B0604020202020204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研究目标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9140243" y="2917263"/>
                <a:ext cx="1223213" cy="310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4-2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成果形式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9140243" y="3214491"/>
                <a:ext cx="1223442" cy="310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4-3 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应用前景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9140243" y="3530296"/>
                <a:ext cx="1222523" cy="310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4-4 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案例分析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1407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研究成果与应用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37"/>
          <p:cNvGrpSpPr/>
          <p:nvPr/>
        </p:nvGrpSpPr>
        <p:grpSpPr>
          <a:xfrm>
            <a:off x="6189900" y="1863661"/>
            <a:ext cx="3554453" cy="3435478"/>
            <a:chOff x="3372577" y="418419"/>
            <a:chExt cx="6568281" cy="6348412"/>
          </a:xfrm>
          <a:solidFill>
            <a:sysClr val="window" lastClr="FFFFFF"/>
          </a:solidFill>
        </p:grpSpPr>
        <p:sp>
          <p:nvSpPr>
            <p:cNvPr id="14" name="梯形 2"/>
            <p:cNvSpPr/>
            <p:nvPr/>
          </p:nvSpPr>
          <p:spPr>
            <a:xfrm rot="9515397">
              <a:off x="8798652" y="4987244"/>
              <a:ext cx="654050" cy="452437"/>
            </a:xfrm>
            <a:custGeom>
              <a:avLst/>
              <a:gdLst/>
              <a:ahLst/>
              <a:cxnLst/>
              <a:rect l="l" t="t" r="r" b="b"/>
              <a:pathLst>
                <a:path w="1673569" h="1159396">
                  <a:moveTo>
                    <a:pt x="238714" y="0"/>
                  </a:moveTo>
                  <a:lnTo>
                    <a:pt x="1358427" y="0"/>
                  </a:lnTo>
                  <a:cubicBezTo>
                    <a:pt x="1298580" y="183626"/>
                    <a:pt x="1302125" y="424075"/>
                    <a:pt x="1379974" y="668159"/>
                  </a:cubicBezTo>
                  <a:cubicBezTo>
                    <a:pt x="1444682" y="871041"/>
                    <a:pt x="1549792" y="1042153"/>
                    <a:pt x="1673569" y="1159396"/>
                  </a:cubicBezTo>
                  <a:lnTo>
                    <a:pt x="0" y="1159396"/>
                  </a:lnTo>
                  <a:cubicBezTo>
                    <a:pt x="121244" y="1027568"/>
                    <a:pt x="217761" y="835364"/>
                    <a:pt x="264199" y="611606"/>
                  </a:cubicBezTo>
                  <a:cubicBezTo>
                    <a:pt x="310990" y="386150"/>
                    <a:pt x="298390" y="169853"/>
                    <a:pt x="238714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梯形 2"/>
            <p:cNvSpPr/>
            <p:nvPr/>
          </p:nvSpPr>
          <p:spPr>
            <a:xfrm rot="12193735">
              <a:off x="7077802" y="5007881"/>
              <a:ext cx="825500" cy="571500"/>
            </a:xfrm>
            <a:custGeom>
              <a:avLst/>
              <a:gdLst/>
              <a:ahLst/>
              <a:cxnLst/>
              <a:rect l="l" t="t" r="r" b="b"/>
              <a:pathLst>
                <a:path w="1673569" h="1159396">
                  <a:moveTo>
                    <a:pt x="238714" y="0"/>
                  </a:moveTo>
                  <a:lnTo>
                    <a:pt x="1358427" y="0"/>
                  </a:lnTo>
                  <a:cubicBezTo>
                    <a:pt x="1298580" y="183626"/>
                    <a:pt x="1302125" y="424075"/>
                    <a:pt x="1379974" y="668159"/>
                  </a:cubicBezTo>
                  <a:cubicBezTo>
                    <a:pt x="1444682" y="871041"/>
                    <a:pt x="1549792" y="1042153"/>
                    <a:pt x="1673569" y="1159396"/>
                  </a:cubicBezTo>
                  <a:lnTo>
                    <a:pt x="0" y="1159396"/>
                  </a:lnTo>
                  <a:cubicBezTo>
                    <a:pt x="121244" y="1027568"/>
                    <a:pt x="217761" y="835364"/>
                    <a:pt x="264199" y="611606"/>
                  </a:cubicBezTo>
                  <a:cubicBezTo>
                    <a:pt x="310990" y="386150"/>
                    <a:pt x="298390" y="169853"/>
                    <a:pt x="238714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梯形 2"/>
            <p:cNvSpPr/>
            <p:nvPr/>
          </p:nvSpPr>
          <p:spPr>
            <a:xfrm rot="15420804">
              <a:off x="5346633" y="3421175"/>
              <a:ext cx="1333500" cy="922338"/>
            </a:xfrm>
            <a:custGeom>
              <a:avLst/>
              <a:gdLst/>
              <a:ahLst/>
              <a:cxnLst/>
              <a:rect l="l" t="t" r="r" b="b"/>
              <a:pathLst>
                <a:path w="1673569" h="1159396">
                  <a:moveTo>
                    <a:pt x="238714" y="0"/>
                  </a:moveTo>
                  <a:lnTo>
                    <a:pt x="1358427" y="0"/>
                  </a:lnTo>
                  <a:cubicBezTo>
                    <a:pt x="1298580" y="183626"/>
                    <a:pt x="1302125" y="424075"/>
                    <a:pt x="1379974" y="668159"/>
                  </a:cubicBezTo>
                  <a:cubicBezTo>
                    <a:pt x="1444682" y="871041"/>
                    <a:pt x="1549792" y="1042153"/>
                    <a:pt x="1673569" y="1159396"/>
                  </a:cubicBezTo>
                  <a:lnTo>
                    <a:pt x="0" y="1159396"/>
                  </a:lnTo>
                  <a:cubicBezTo>
                    <a:pt x="121244" y="1027568"/>
                    <a:pt x="217761" y="835364"/>
                    <a:pt x="264199" y="611606"/>
                  </a:cubicBezTo>
                  <a:cubicBezTo>
                    <a:pt x="310990" y="386150"/>
                    <a:pt x="298390" y="169853"/>
                    <a:pt x="238714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梯形 2"/>
            <p:cNvSpPr/>
            <p:nvPr/>
          </p:nvSpPr>
          <p:spPr>
            <a:xfrm rot="18285329">
              <a:off x="5954645" y="1657463"/>
              <a:ext cx="1019175" cy="706438"/>
            </a:xfrm>
            <a:custGeom>
              <a:avLst/>
              <a:gdLst/>
              <a:ahLst/>
              <a:cxnLst/>
              <a:rect l="l" t="t" r="r" b="b"/>
              <a:pathLst>
                <a:path w="1673569" h="1159396">
                  <a:moveTo>
                    <a:pt x="238714" y="0"/>
                  </a:moveTo>
                  <a:lnTo>
                    <a:pt x="1358427" y="0"/>
                  </a:lnTo>
                  <a:cubicBezTo>
                    <a:pt x="1298580" y="183626"/>
                    <a:pt x="1302125" y="424075"/>
                    <a:pt x="1379974" y="668159"/>
                  </a:cubicBezTo>
                  <a:cubicBezTo>
                    <a:pt x="1444682" y="871041"/>
                    <a:pt x="1549792" y="1042153"/>
                    <a:pt x="1673569" y="1159396"/>
                  </a:cubicBezTo>
                  <a:lnTo>
                    <a:pt x="0" y="1159396"/>
                  </a:lnTo>
                  <a:cubicBezTo>
                    <a:pt x="121244" y="1027568"/>
                    <a:pt x="217761" y="835364"/>
                    <a:pt x="264199" y="611606"/>
                  </a:cubicBezTo>
                  <a:cubicBezTo>
                    <a:pt x="310990" y="386150"/>
                    <a:pt x="298390" y="169853"/>
                    <a:pt x="238714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8" name="椭圆 17"/>
            <p:cNvSpPr/>
            <p:nvPr/>
          </p:nvSpPr>
          <p:spPr bwMode="auto">
            <a:xfrm>
              <a:off x="6013382" y="1452713"/>
              <a:ext cx="3927476" cy="3925888"/>
            </a:xfrm>
            <a:prstGeom prst="ellips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椭圆 18"/>
            <p:cNvSpPr/>
            <p:nvPr/>
          </p:nvSpPr>
          <p:spPr bwMode="auto">
            <a:xfrm>
              <a:off x="6411939" y="1827251"/>
              <a:ext cx="3155617" cy="3154342"/>
            </a:xfrm>
            <a:prstGeom prst="ellipse">
              <a:avLst/>
            </a:prstGeom>
            <a:solidFill>
              <a:srgbClr val="1C50A2"/>
            </a:solidFill>
            <a:ln w="57150" cap="flat" cmpd="sng" algn="ctr">
              <a:solidFill>
                <a:srgbClr val="1C50A2"/>
              </a:solidFill>
              <a:prstDash val="solid"/>
            </a:ln>
            <a:effectLst>
              <a:outerShdw blurRad="254000" dist="1016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椭圆 19"/>
            <p:cNvSpPr/>
            <p:nvPr/>
          </p:nvSpPr>
          <p:spPr bwMode="auto">
            <a:xfrm>
              <a:off x="4683852" y="418419"/>
              <a:ext cx="1765300" cy="1765300"/>
            </a:xfrm>
            <a:prstGeom prst="ellipse">
              <a:avLst/>
            </a:prstGeom>
            <a:solidFill>
              <a:srgbClr val="1C50A2"/>
            </a:solidFill>
            <a:ln w="57150" cap="flat" cmpd="sng" algn="ctr">
              <a:solidFill>
                <a:sysClr val="window" lastClr="FFFFFF"/>
              </a:solidFill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3372577" y="2886981"/>
              <a:ext cx="2500312" cy="2500313"/>
            </a:xfrm>
            <a:prstGeom prst="ellipse">
              <a:avLst/>
            </a:prstGeom>
            <a:solidFill>
              <a:srgbClr val="1C50A2"/>
            </a:solidFill>
            <a:ln w="57150" cap="flat" cmpd="sng" algn="ctr">
              <a:solidFill>
                <a:sysClr val="window" lastClr="FFFFFF"/>
              </a:solidFill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2" name="椭圆 21"/>
            <p:cNvSpPr/>
            <p:nvPr/>
          </p:nvSpPr>
          <p:spPr bwMode="auto">
            <a:xfrm>
              <a:off x="6439627" y="5371419"/>
              <a:ext cx="1395412" cy="1395412"/>
            </a:xfrm>
            <a:prstGeom prst="ellipse">
              <a:avLst/>
            </a:prstGeom>
            <a:solidFill>
              <a:srgbClr val="1C50A2"/>
            </a:solidFill>
            <a:ln w="57150" cap="flat" cmpd="sng" algn="ctr">
              <a:solidFill>
                <a:sysClr val="window" lastClr="FFFFFF"/>
              </a:solidFill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8874852" y="5233306"/>
              <a:ext cx="1022350" cy="1022350"/>
            </a:xfrm>
            <a:prstGeom prst="ellipse">
              <a:avLst/>
            </a:prstGeom>
            <a:solidFill>
              <a:srgbClr val="1C50A2"/>
            </a:solidFill>
            <a:ln w="57150" cap="flat" cmpd="sng" algn="ctr">
              <a:solidFill>
                <a:sysClr val="window" lastClr="FFFFFF"/>
              </a:solidFill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 bwMode="auto">
          <a:xfrm>
            <a:off x="8374083" y="3101332"/>
            <a:ext cx="782531" cy="714103"/>
            <a:chOff x="4121150" y="192088"/>
            <a:chExt cx="752475" cy="755650"/>
          </a:xfrm>
          <a:solidFill>
            <a:sysClr val="window" lastClr="FFFFFF"/>
          </a:solidFill>
        </p:grpSpPr>
        <p:sp>
          <p:nvSpPr>
            <p:cNvPr id="25" name="Freeform 50"/>
            <p:cNvSpPr>
              <a:spLocks noEditPoints="1"/>
            </p:cNvSpPr>
            <p:nvPr/>
          </p:nvSpPr>
          <p:spPr bwMode="auto">
            <a:xfrm>
              <a:off x="4121150" y="192088"/>
              <a:ext cx="752475" cy="755650"/>
            </a:xfrm>
            <a:custGeom>
              <a:avLst/>
              <a:gdLst>
                <a:gd name="T0" fmla="*/ 160 w 474"/>
                <a:gd name="T1" fmla="*/ 2 h 476"/>
                <a:gd name="T2" fmla="*/ 130 w 474"/>
                <a:gd name="T3" fmla="*/ 26 h 476"/>
                <a:gd name="T4" fmla="*/ 102 w 474"/>
                <a:gd name="T5" fmla="*/ 72 h 476"/>
                <a:gd name="T6" fmla="*/ 74 w 474"/>
                <a:gd name="T7" fmla="*/ 120 h 476"/>
                <a:gd name="T8" fmla="*/ 172 w 474"/>
                <a:gd name="T9" fmla="*/ 174 h 476"/>
                <a:gd name="T10" fmla="*/ 240 w 474"/>
                <a:gd name="T11" fmla="*/ 58 h 476"/>
                <a:gd name="T12" fmla="*/ 216 w 474"/>
                <a:gd name="T13" fmla="*/ 18 h 476"/>
                <a:gd name="T14" fmla="*/ 188 w 474"/>
                <a:gd name="T15" fmla="*/ 0 h 476"/>
                <a:gd name="T16" fmla="*/ 226 w 474"/>
                <a:gd name="T17" fmla="*/ 26 h 476"/>
                <a:gd name="T18" fmla="*/ 254 w 474"/>
                <a:gd name="T19" fmla="*/ 74 h 476"/>
                <a:gd name="T20" fmla="*/ 274 w 474"/>
                <a:gd name="T21" fmla="*/ 130 h 476"/>
                <a:gd name="T22" fmla="*/ 252 w 474"/>
                <a:gd name="T23" fmla="*/ 142 h 476"/>
                <a:gd name="T24" fmla="*/ 360 w 474"/>
                <a:gd name="T25" fmla="*/ 144 h 476"/>
                <a:gd name="T26" fmla="*/ 416 w 474"/>
                <a:gd name="T27" fmla="*/ 46 h 476"/>
                <a:gd name="T28" fmla="*/ 390 w 474"/>
                <a:gd name="T29" fmla="*/ 62 h 476"/>
                <a:gd name="T30" fmla="*/ 372 w 474"/>
                <a:gd name="T31" fmla="*/ 52 h 476"/>
                <a:gd name="T32" fmla="*/ 350 w 474"/>
                <a:gd name="T33" fmla="*/ 10 h 476"/>
                <a:gd name="T34" fmla="*/ 340 w 474"/>
                <a:gd name="T35" fmla="*/ 4 h 476"/>
                <a:gd name="T36" fmla="*/ 290 w 474"/>
                <a:gd name="T37" fmla="*/ 0 h 476"/>
                <a:gd name="T38" fmla="*/ 200 w 474"/>
                <a:gd name="T39" fmla="*/ 2 h 476"/>
                <a:gd name="T40" fmla="*/ 222 w 474"/>
                <a:gd name="T41" fmla="*/ 18 h 476"/>
                <a:gd name="T42" fmla="*/ 442 w 474"/>
                <a:gd name="T43" fmla="*/ 318 h 476"/>
                <a:gd name="T44" fmla="*/ 470 w 474"/>
                <a:gd name="T45" fmla="*/ 270 h 476"/>
                <a:gd name="T46" fmla="*/ 474 w 474"/>
                <a:gd name="T47" fmla="*/ 254 h 476"/>
                <a:gd name="T48" fmla="*/ 460 w 474"/>
                <a:gd name="T49" fmla="*/ 220 h 476"/>
                <a:gd name="T50" fmla="*/ 426 w 474"/>
                <a:gd name="T51" fmla="*/ 156 h 476"/>
                <a:gd name="T52" fmla="*/ 318 w 474"/>
                <a:gd name="T53" fmla="*/ 196 h 476"/>
                <a:gd name="T54" fmla="*/ 362 w 474"/>
                <a:gd name="T55" fmla="*/ 276 h 476"/>
                <a:gd name="T56" fmla="*/ 390 w 474"/>
                <a:gd name="T57" fmla="*/ 324 h 476"/>
                <a:gd name="T58" fmla="*/ 406 w 474"/>
                <a:gd name="T59" fmla="*/ 378 h 476"/>
                <a:gd name="T60" fmla="*/ 442 w 474"/>
                <a:gd name="T61" fmla="*/ 318 h 476"/>
                <a:gd name="T62" fmla="*/ 34 w 474"/>
                <a:gd name="T63" fmla="*/ 188 h 476"/>
                <a:gd name="T64" fmla="*/ 12 w 474"/>
                <a:gd name="T65" fmla="*/ 222 h 476"/>
                <a:gd name="T66" fmla="*/ 0 w 474"/>
                <a:gd name="T67" fmla="*/ 248 h 476"/>
                <a:gd name="T68" fmla="*/ 2 w 474"/>
                <a:gd name="T69" fmla="*/ 268 h 476"/>
                <a:gd name="T70" fmla="*/ 18 w 474"/>
                <a:gd name="T71" fmla="*/ 298 h 476"/>
                <a:gd name="T72" fmla="*/ 66 w 474"/>
                <a:gd name="T73" fmla="*/ 384 h 476"/>
                <a:gd name="T74" fmla="*/ 70 w 474"/>
                <a:gd name="T75" fmla="*/ 350 h 476"/>
                <a:gd name="T76" fmla="*/ 102 w 474"/>
                <a:gd name="T77" fmla="*/ 296 h 476"/>
                <a:gd name="T78" fmla="*/ 132 w 474"/>
                <a:gd name="T79" fmla="*/ 244 h 476"/>
                <a:gd name="T80" fmla="*/ 136 w 474"/>
                <a:gd name="T81" fmla="*/ 214 h 476"/>
                <a:gd name="T82" fmla="*/ 0 w 474"/>
                <a:gd name="T83" fmla="*/ 164 h 476"/>
                <a:gd name="T84" fmla="*/ 16 w 474"/>
                <a:gd name="T85" fmla="*/ 176 h 476"/>
                <a:gd name="T86" fmla="*/ 34 w 474"/>
                <a:gd name="T87" fmla="*/ 188 h 476"/>
                <a:gd name="T88" fmla="*/ 274 w 474"/>
                <a:gd name="T89" fmla="*/ 428 h 476"/>
                <a:gd name="T90" fmla="*/ 302 w 474"/>
                <a:gd name="T91" fmla="*/ 454 h 476"/>
                <a:gd name="T92" fmla="*/ 324 w 474"/>
                <a:gd name="T93" fmla="*/ 434 h 476"/>
                <a:gd name="T94" fmla="*/ 374 w 474"/>
                <a:gd name="T95" fmla="*/ 422 h 476"/>
                <a:gd name="T96" fmla="*/ 400 w 474"/>
                <a:gd name="T97" fmla="*/ 388 h 476"/>
                <a:gd name="T98" fmla="*/ 400 w 474"/>
                <a:gd name="T99" fmla="*/ 356 h 476"/>
                <a:gd name="T100" fmla="*/ 382 w 474"/>
                <a:gd name="T101" fmla="*/ 318 h 476"/>
                <a:gd name="T102" fmla="*/ 302 w 474"/>
                <a:gd name="T103" fmla="*/ 316 h 476"/>
                <a:gd name="T104" fmla="*/ 302 w 474"/>
                <a:gd name="T105" fmla="*/ 290 h 476"/>
                <a:gd name="T106" fmla="*/ 288 w 474"/>
                <a:gd name="T107" fmla="*/ 306 h 476"/>
                <a:gd name="T108" fmla="*/ 248 w 474"/>
                <a:gd name="T109" fmla="*/ 378 h 476"/>
                <a:gd name="T110" fmla="*/ 80 w 474"/>
                <a:gd name="T111" fmla="*/ 340 h 476"/>
                <a:gd name="T112" fmla="*/ 70 w 474"/>
                <a:gd name="T113" fmla="*/ 372 h 476"/>
                <a:gd name="T114" fmla="*/ 74 w 474"/>
                <a:gd name="T115" fmla="*/ 404 h 476"/>
                <a:gd name="T116" fmla="*/ 86 w 474"/>
                <a:gd name="T117" fmla="*/ 418 h 476"/>
                <a:gd name="T118" fmla="*/ 118 w 474"/>
                <a:gd name="T119" fmla="*/ 432 h 476"/>
                <a:gd name="T120" fmla="*/ 180 w 474"/>
                <a:gd name="T121" fmla="*/ 434 h 476"/>
                <a:gd name="T122" fmla="*/ 222 w 474"/>
                <a:gd name="T123" fmla="*/ 320 h 476"/>
                <a:gd name="T124" fmla="*/ 92 w 474"/>
                <a:gd name="T125" fmla="*/ 32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4" h="476">
                  <a:moveTo>
                    <a:pt x="174" y="0"/>
                  </a:moveTo>
                  <a:lnTo>
                    <a:pt x="174" y="0"/>
                  </a:lnTo>
                  <a:lnTo>
                    <a:pt x="160" y="2"/>
                  </a:lnTo>
                  <a:lnTo>
                    <a:pt x="148" y="8"/>
                  </a:lnTo>
                  <a:lnTo>
                    <a:pt x="138" y="16"/>
                  </a:lnTo>
                  <a:lnTo>
                    <a:pt x="130" y="26"/>
                  </a:lnTo>
                  <a:lnTo>
                    <a:pt x="122" y="38"/>
                  </a:lnTo>
                  <a:lnTo>
                    <a:pt x="114" y="48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88" y="96"/>
                  </a:lnTo>
                  <a:lnTo>
                    <a:pt x="74" y="120"/>
                  </a:lnTo>
                  <a:lnTo>
                    <a:pt x="74" y="120"/>
                  </a:lnTo>
                  <a:lnTo>
                    <a:pt x="172" y="174"/>
                  </a:lnTo>
                  <a:lnTo>
                    <a:pt x="172" y="174"/>
                  </a:lnTo>
                  <a:lnTo>
                    <a:pt x="206" y="116"/>
                  </a:lnTo>
                  <a:lnTo>
                    <a:pt x="240" y="58"/>
                  </a:lnTo>
                  <a:lnTo>
                    <a:pt x="240" y="58"/>
                  </a:lnTo>
                  <a:lnTo>
                    <a:pt x="230" y="36"/>
                  </a:lnTo>
                  <a:lnTo>
                    <a:pt x="224" y="26"/>
                  </a:lnTo>
                  <a:lnTo>
                    <a:pt x="216" y="18"/>
                  </a:lnTo>
                  <a:lnTo>
                    <a:pt x="208" y="10"/>
                  </a:lnTo>
                  <a:lnTo>
                    <a:pt x="200" y="4"/>
                  </a:lnTo>
                  <a:lnTo>
                    <a:pt x="188" y="0"/>
                  </a:lnTo>
                  <a:lnTo>
                    <a:pt x="174" y="0"/>
                  </a:lnTo>
                  <a:lnTo>
                    <a:pt x="174" y="0"/>
                  </a:lnTo>
                  <a:close/>
                  <a:moveTo>
                    <a:pt x="226" y="26"/>
                  </a:moveTo>
                  <a:lnTo>
                    <a:pt x="226" y="26"/>
                  </a:lnTo>
                  <a:lnTo>
                    <a:pt x="240" y="48"/>
                  </a:lnTo>
                  <a:lnTo>
                    <a:pt x="254" y="74"/>
                  </a:lnTo>
                  <a:lnTo>
                    <a:pt x="280" y="124"/>
                  </a:lnTo>
                  <a:lnTo>
                    <a:pt x="280" y="124"/>
                  </a:lnTo>
                  <a:lnTo>
                    <a:pt x="274" y="130"/>
                  </a:lnTo>
                  <a:lnTo>
                    <a:pt x="266" y="134"/>
                  </a:lnTo>
                  <a:lnTo>
                    <a:pt x="258" y="138"/>
                  </a:lnTo>
                  <a:lnTo>
                    <a:pt x="252" y="142"/>
                  </a:lnTo>
                  <a:lnTo>
                    <a:pt x="252" y="142"/>
                  </a:lnTo>
                  <a:lnTo>
                    <a:pt x="308" y="144"/>
                  </a:lnTo>
                  <a:lnTo>
                    <a:pt x="360" y="144"/>
                  </a:lnTo>
                  <a:lnTo>
                    <a:pt x="360" y="144"/>
                  </a:lnTo>
                  <a:lnTo>
                    <a:pt x="416" y="46"/>
                  </a:lnTo>
                  <a:lnTo>
                    <a:pt x="416" y="46"/>
                  </a:lnTo>
                  <a:lnTo>
                    <a:pt x="406" y="52"/>
                  </a:lnTo>
                  <a:lnTo>
                    <a:pt x="398" y="56"/>
                  </a:lnTo>
                  <a:lnTo>
                    <a:pt x="390" y="62"/>
                  </a:lnTo>
                  <a:lnTo>
                    <a:pt x="380" y="66"/>
                  </a:lnTo>
                  <a:lnTo>
                    <a:pt x="380" y="66"/>
                  </a:lnTo>
                  <a:lnTo>
                    <a:pt x="372" y="52"/>
                  </a:lnTo>
                  <a:lnTo>
                    <a:pt x="364" y="38"/>
                  </a:lnTo>
                  <a:lnTo>
                    <a:pt x="358" y="24"/>
                  </a:lnTo>
                  <a:lnTo>
                    <a:pt x="350" y="10"/>
                  </a:lnTo>
                  <a:lnTo>
                    <a:pt x="350" y="10"/>
                  </a:lnTo>
                  <a:lnTo>
                    <a:pt x="344" y="6"/>
                  </a:lnTo>
                  <a:lnTo>
                    <a:pt x="340" y="4"/>
                  </a:lnTo>
                  <a:lnTo>
                    <a:pt x="324" y="2"/>
                  </a:lnTo>
                  <a:lnTo>
                    <a:pt x="290" y="0"/>
                  </a:lnTo>
                  <a:lnTo>
                    <a:pt x="290" y="0"/>
                  </a:lnTo>
                  <a:lnTo>
                    <a:pt x="240" y="0"/>
                  </a:lnTo>
                  <a:lnTo>
                    <a:pt x="200" y="2"/>
                  </a:lnTo>
                  <a:lnTo>
                    <a:pt x="200" y="2"/>
                  </a:lnTo>
                  <a:lnTo>
                    <a:pt x="208" y="6"/>
                  </a:lnTo>
                  <a:lnTo>
                    <a:pt x="216" y="10"/>
                  </a:lnTo>
                  <a:lnTo>
                    <a:pt x="222" y="18"/>
                  </a:lnTo>
                  <a:lnTo>
                    <a:pt x="226" y="26"/>
                  </a:lnTo>
                  <a:lnTo>
                    <a:pt x="226" y="26"/>
                  </a:lnTo>
                  <a:close/>
                  <a:moveTo>
                    <a:pt x="442" y="318"/>
                  </a:moveTo>
                  <a:lnTo>
                    <a:pt x="442" y="318"/>
                  </a:lnTo>
                  <a:lnTo>
                    <a:pt x="460" y="288"/>
                  </a:lnTo>
                  <a:lnTo>
                    <a:pt x="470" y="270"/>
                  </a:lnTo>
                  <a:lnTo>
                    <a:pt x="472" y="262"/>
                  </a:lnTo>
                  <a:lnTo>
                    <a:pt x="474" y="254"/>
                  </a:lnTo>
                  <a:lnTo>
                    <a:pt x="474" y="254"/>
                  </a:lnTo>
                  <a:lnTo>
                    <a:pt x="472" y="244"/>
                  </a:lnTo>
                  <a:lnTo>
                    <a:pt x="470" y="236"/>
                  </a:lnTo>
                  <a:lnTo>
                    <a:pt x="460" y="220"/>
                  </a:lnTo>
                  <a:lnTo>
                    <a:pt x="460" y="220"/>
                  </a:lnTo>
                  <a:lnTo>
                    <a:pt x="438" y="178"/>
                  </a:lnTo>
                  <a:lnTo>
                    <a:pt x="426" y="156"/>
                  </a:lnTo>
                  <a:lnTo>
                    <a:pt x="416" y="138"/>
                  </a:lnTo>
                  <a:lnTo>
                    <a:pt x="416" y="138"/>
                  </a:lnTo>
                  <a:lnTo>
                    <a:pt x="318" y="196"/>
                  </a:lnTo>
                  <a:lnTo>
                    <a:pt x="318" y="196"/>
                  </a:lnTo>
                  <a:lnTo>
                    <a:pt x="340" y="236"/>
                  </a:lnTo>
                  <a:lnTo>
                    <a:pt x="362" y="276"/>
                  </a:lnTo>
                  <a:lnTo>
                    <a:pt x="362" y="276"/>
                  </a:lnTo>
                  <a:lnTo>
                    <a:pt x="376" y="298"/>
                  </a:lnTo>
                  <a:lnTo>
                    <a:pt x="390" y="324"/>
                  </a:lnTo>
                  <a:lnTo>
                    <a:pt x="400" y="350"/>
                  </a:lnTo>
                  <a:lnTo>
                    <a:pt x="404" y="364"/>
                  </a:lnTo>
                  <a:lnTo>
                    <a:pt x="406" y="378"/>
                  </a:lnTo>
                  <a:lnTo>
                    <a:pt x="406" y="378"/>
                  </a:lnTo>
                  <a:lnTo>
                    <a:pt x="422" y="348"/>
                  </a:lnTo>
                  <a:lnTo>
                    <a:pt x="442" y="318"/>
                  </a:lnTo>
                  <a:lnTo>
                    <a:pt x="442" y="318"/>
                  </a:lnTo>
                  <a:close/>
                  <a:moveTo>
                    <a:pt x="34" y="188"/>
                  </a:moveTo>
                  <a:lnTo>
                    <a:pt x="34" y="188"/>
                  </a:lnTo>
                  <a:lnTo>
                    <a:pt x="28" y="196"/>
                  </a:lnTo>
                  <a:lnTo>
                    <a:pt x="24" y="204"/>
                  </a:lnTo>
                  <a:lnTo>
                    <a:pt x="12" y="222"/>
                  </a:lnTo>
                  <a:lnTo>
                    <a:pt x="6" y="230"/>
                  </a:lnTo>
                  <a:lnTo>
                    <a:pt x="2" y="238"/>
                  </a:lnTo>
                  <a:lnTo>
                    <a:pt x="0" y="248"/>
                  </a:lnTo>
                  <a:lnTo>
                    <a:pt x="0" y="258"/>
                  </a:lnTo>
                  <a:lnTo>
                    <a:pt x="0" y="258"/>
                  </a:lnTo>
                  <a:lnTo>
                    <a:pt x="2" y="268"/>
                  </a:lnTo>
                  <a:lnTo>
                    <a:pt x="6" y="278"/>
                  </a:lnTo>
                  <a:lnTo>
                    <a:pt x="18" y="298"/>
                  </a:lnTo>
                  <a:lnTo>
                    <a:pt x="18" y="298"/>
                  </a:lnTo>
                  <a:lnTo>
                    <a:pt x="42" y="342"/>
                  </a:lnTo>
                  <a:lnTo>
                    <a:pt x="66" y="384"/>
                  </a:lnTo>
                  <a:lnTo>
                    <a:pt x="66" y="384"/>
                  </a:lnTo>
                  <a:lnTo>
                    <a:pt x="66" y="376"/>
                  </a:lnTo>
                  <a:lnTo>
                    <a:pt x="66" y="366"/>
                  </a:lnTo>
                  <a:lnTo>
                    <a:pt x="70" y="350"/>
                  </a:lnTo>
                  <a:lnTo>
                    <a:pt x="70" y="350"/>
                  </a:lnTo>
                  <a:lnTo>
                    <a:pt x="86" y="324"/>
                  </a:lnTo>
                  <a:lnTo>
                    <a:pt x="102" y="296"/>
                  </a:lnTo>
                  <a:lnTo>
                    <a:pt x="116" y="270"/>
                  </a:lnTo>
                  <a:lnTo>
                    <a:pt x="132" y="244"/>
                  </a:lnTo>
                  <a:lnTo>
                    <a:pt x="132" y="244"/>
                  </a:lnTo>
                  <a:lnTo>
                    <a:pt x="160" y="260"/>
                  </a:lnTo>
                  <a:lnTo>
                    <a:pt x="160" y="260"/>
                  </a:lnTo>
                  <a:lnTo>
                    <a:pt x="136" y="214"/>
                  </a:lnTo>
                  <a:lnTo>
                    <a:pt x="110" y="164"/>
                  </a:lnTo>
                  <a:lnTo>
                    <a:pt x="110" y="164"/>
                  </a:lnTo>
                  <a:lnTo>
                    <a:pt x="0" y="164"/>
                  </a:lnTo>
                  <a:lnTo>
                    <a:pt x="0" y="164"/>
                  </a:lnTo>
                  <a:lnTo>
                    <a:pt x="8" y="170"/>
                  </a:lnTo>
                  <a:lnTo>
                    <a:pt x="16" y="176"/>
                  </a:lnTo>
                  <a:lnTo>
                    <a:pt x="26" y="180"/>
                  </a:lnTo>
                  <a:lnTo>
                    <a:pt x="34" y="188"/>
                  </a:lnTo>
                  <a:lnTo>
                    <a:pt x="34" y="188"/>
                  </a:lnTo>
                  <a:close/>
                  <a:moveTo>
                    <a:pt x="248" y="378"/>
                  </a:moveTo>
                  <a:lnTo>
                    <a:pt x="248" y="378"/>
                  </a:lnTo>
                  <a:lnTo>
                    <a:pt x="274" y="428"/>
                  </a:lnTo>
                  <a:lnTo>
                    <a:pt x="302" y="476"/>
                  </a:lnTo>
                  <a:lnTo>
                    <a:pt x="302" y="476"/>
                  </a:lnTo>
                  <a:lnTo>
                    <a:pt x="302" y="454"/>
                  </a:lnTo>
                  <a:lnTo>
                    <a:pt x="302" y="432"/>
                  </a:lnTo>
                  <a:lnTo>
                    <a:pt x="302" y="432"/>
                  </a:lnTo>
                  <a:lnTo>
                    <a:pt x="324" y="434"/>
                  </a:lnTo>
                  <a:lnTo>
                    <a:pt x="342" y="432"/>
                  </a:lnTo>
                  <a:lnTo>
                    <a:pt x="358" y="428"/>
                  </a:lnTo>
                  <a:lnTo>
                    <a:pt x="374" y="422"/>
                  </a:lnTo>
                  <a:lnTo>
                    <a:pt x="384" y="414"/>
                  </a:lnTo>
                  <a:lnTo>
                    <a:pt x="394" y="402"/>
                  </a:lnTo>
                  <a:lnTo>
                    <a:pt x="400" y="388"/>
                  </a:lnTo>
                  <a:lnTo>
                    <a:pt x="402" y="372"/>
                  </a:lnTo>
                  <a:lnTo>
                    <a:pt x="402" y="372"/>
                  </a:lnTo>
                  <a:lnTo>
                    <a:pt x="400" y="356"/>
                  </a:lnTo>
                  <a:lnTo>
                    <a:pt x="394" y="342"/>
                  </a:lnTo>
                  <a:lnTo>
                    <a:pt x="382" y="318"/>
                  </a:lnTo>
                  <a:lnTo>
                    <a:pt x="382" y="318"/>
                  </a:lnTo>
                  <a:lnTo>
                    <a:pt x="342" y="318"/>
                  </a:lnTo>
                  <a:lnTo>
                    <a:pt x="322" y="318"/>
                  </a:lnTo>
                  <a:lnTo>
                    <a:pt x="302" y="316"/>
                  </a:lnTo>
                  <a:lnTo>
                    <a:pt x="302" y="316"/>
                  </a:lnTo>
                  <a:lnTo>
                    <a:pt x="302" y="298"/>
                  </a:lnTo>
                  <a:lnTo>
                    <a:pt x="302" y="290"/>
                  </a:lnTo>
                  <a:lnTo>
                    <a:pt x="302" y="282"/>
                  </a:lnTo>
                  <a:lnTo>
                    <a:pt x="302" y="282"/>
                  </a:lnTo>
                  <a:lnTo>
                    <a:pt x="288" y="306"/>
                  </a:lnTo>
                  <a:lnTo>
                    <a:pt x="274" y="330"/>
                  </a:lnTo>
                  <a:lnTo>
                    <a:pt x="248" y="378"/>
                  </a:lnTo>
                  <a:lnTo>
                    <a:pt x="248" y="378"/>
                  </a:lnTo>
                  <a:close/>
                  <a:moveTo>
                    <a:pt x="92" y="320"/>
                  </a:moveTo>
                  <a:lnTo>
                    <a:pt x="92" y="320"/>
                  </a:lnTo>
                  <a:lnTo>
                    <a:pt x="80" y="340"/>
                  </a:lnTo>
                  <a:lnTo>
                    <a:pt x="76" y="350"/>
                  </a:lnTo>
                  <a:lnTo>
                    <a:pt x="72" y="360"/>
                  </a:lnTo>
                  <a:lnTo>
                    <a:pt x="70" y="372"/>
                  </a:lnTo>
                  <a:lnTo>
                    <a:pt x="68" y="382"/>
                  </a:lnTo>
                  <a:lnTo>
                    <a:pt x="70" y="394"/>
                  </a:lnTo>
                  <a:lnTo>
                    <a:pt x="74" y="404"/>
                  </a:lnTo>
                  <a:lnTo>
                    <a:pt x="74" y="404"/>
                  </a:lnTo>
                  <a:lnTo>
                    <a:pt x="80" y="412"/>
                  </a:lnTo>
                  <a:lnTo>
                    <a:pt x="86" y="418"/>
                  </a:lnTo>
                  <a:lnTo>
                    <a:pt x="92" y="422"/>
                  </a:lnTo>
                  <a:lnTo>
                    <a:pt x="100" y="426"/>
                  </a:lnTo>
                  <a:lnTo>
                    <a:pt x="118" y="432"/>
                  </a:lnTo>
                  <a:lnTo>
                    <a:pt x="138" y="434"/>
                  </a:lnTo>
                  <a:lnTo>
                    <a:pt x="158" y="434"/>
                  </a:lnTo>
                  <a:lnTo>
                    <a:pt x="180" y="434"/>
                  </a:lnTo>
                  <a:lnTo>
                    <a:pt x="222" y="432"/>
                  </a:lnTo>
                  <a:lnTo>
                    <a:pt x="222" y="432"/>
                  </a:lnTo>
                  <a:lnTo>
                    <a:pt x="222" y="320"/>
                  </a:lnTo>
                  <a:lnTo>
                    <a:pt x="222" y="320"/>
                  </a:lnTo>
                  <a:lnTo>
                    <a:pt x="92" y="320"/>
                  </a:lnTo>
                  <a:lnTo>
                    <a:pt x="92" y="3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Freeform 51"/>
            <p:cNvSpPr/>
            <p:nvPr/>
          </p:nvSpPr>
          <p:spPr bwMode="auto">
            <a:xfrm>
              <a:off x="4238625" y="192088"/>
              <a:ext cx="263525" cy="276225"/>
            </a:xfrm>
            <a:custGeom>
              <a:avLst/>
              <a:gdLst>
                <a:gd name="T0" fmla="*/ 166 w 166"/>
                <a:gd name="T1" fmla="*/ 58 h 174"/>
                <a:gd name="T2" fmla="*/ 166 w 166"/>
                <a:gd name="T3" fmla="*/ 58 h 174"/>
                <a:gd name="T4" fmla="*/ 132 w 166"/>
                <a:gd name="T5" fmla="*/ 116 h 174"/>
                <a:gd name="T6" fmla="*/ 98 w 166"/>
                <a:gd name="T7" fmla="*/ 174 h 174"/>
                <a:gd name="T8" fmla="*/ 98 w 166"/>
                <a:gd name="T9" fmla="*/ 174 h 174"/>
                <a:gd name="T10" fmla="*/ 0 w 166"/>
                <a:gd name="T11" fmla="*/ 120 h 174"/>
                <a:gd name="T12" fmla="*/ 0 w 166"/>
                <a:gd name="T13" fmla="*/ 120 h 174"/>
                <a:gd name="T14" fmla="*/ 14 w 166"/>
                <a:gd name="T15" fmla="*/ 96 h 174"/>
                <a:gd name="T16" fmla="*/ 28 w 166"/>
                <a:gd name="T17" fmla="*/ 72 h 174"/>
                <a:gd name="T18" fmla="*/ 28 w 166"/>
                <a:gd name="T19" fmla="*/ 72 h 174"/>
                <a:gd name="T20" fmla="*/ 40 w 166"/>
                <a:gd name="T21" fmla="*/ 48 h 174"/>
                <a:gd name="T22" fmla="*/ 48 w 166"/>
                <a:gd name="T23" fmla="*/ 38 h 174"/>
                <a:gd name="T24" fmla="*/ 56 w 166"/>
                <a:gd name="T25" fmla="*/ 26 h 174"/>
                <a:gd name="T26" fmla="*/ 64 w 166"/>
                <a:gd name="T27" fmla="*/ 16 h 174"/>
                <a:gd name="T28" fmla="*/ 74 w 166"/>
                <a:gd name="T29" fmla="*/ 8 h 174"/>
                <a:gd name="T30" fmla="*/ 86 w 166"/>
                <a:gd name="T31" fmla="*/ 2 h 174"/>
                <a:gd name="T32" fmla="*/ 100 w 166"/>
                <a:gd name="T33" fmla="*/ 0 h 174"/>
                <a:gd name="T34" fmla="*/ 100 w 166"/>
                <a:gd name="T35" fmla="*/ 0 h 174"/>
                <a:gd name="T36" fmla="*/ 114 w 166"/>
                <a:gd name="T37" fmla="*/ 0 h 174"/>
                <a:gd name="T38" fmla="*/ 126 w 166"/>
                <a:gd name="T39" fmla="*/ 4 h 174"/>
                <a:gd name="T40" fmla="*/ 134 w 166"/>
                <a:gd name="T41" fmla="*/ 10 h 174"/>
                <a:gd name="T42" fmla="*/ 142 w 166"/>
                <a:gd name="T43" fmla="*/ 18 h 174"/>
                <a:gd name="T44" fmla="*/ 150 w 166"/>
                <a:gd name="T45" fmla="*/ 26 h 174"/>
                <a:gd name="T46" fmla="*/ 156 w 166"/>
                <a:gd name="T47" fmla="*/ 36 h 174"/>
                <a:gd name="T48" fmla="*/ 166 w 166"/>
                <a:gd name="T49" fmla="*/ 58 h 174"/>
                <a:gd name="T50" fmla="*/ 166 w 166"/>
                <a:gd name="T51" fmla="*/ 5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6" h="174">
                  <a:moveTo>
                    <a:pt x="166" y="58"/>
                  </a:moveTo>
                  <a:lnTo>
                    <a:pt x="166" y="58"/>
                  </a:lnTo>
                  <a:lnTo>
                    <a:pt x="132" y="116"/>
                  </a:lnTo>
                  <a:lnTo>
                    <a:pt x="98" y="174"/>
                  </a:lnTo>
                  <a:lnTo>
                    <a:pt x="98" y="174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14" y="96"/>
                  </a:lnTo>
                  <a:lnTo>
                    <a:pt x="28" y="72"/>
                  </a:lnTo>
                  <a:lnTo>
                    <a:pt x="28" y="72"/>
                  </a:lnTo>
                  <a:lnTo>
                    <a:pt x="40" y="48"/>
                  </a:lnTo>
                  <a:lnTo>
                    <a:pt x="48" y="38"/>
                  </a:lnTo>
                  <a:lnTo>
                    <a:pt x="56" y="26"/>
                  </a:lnTo>
                  <a:lnTo>
                    <a:pt x="64" y="16"/>
                  </a:lnTo>
                  <a:lnTo>
                    <a:pt x="74" y="8"/>
                  </a:lnTo>
                  <a:lnTo>
                    <a:pt x="86" y="2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14" y="0"/>
                  </a:lnTo>
                  <a:lnTo>
                    <a:pt x="126" y="4"/>
                  </a:lnTo>
                  <a:lnTo>
                    <a:pt x="134" y="10"/>
                  </a:lnTo>
                  <a:lnTo>
                    <a:pt x="142" y="18"/>
                  </a:lnTo>
                  <a:lnTo>
                    <a:pt x="150" y="26"/>
                  </a:lnTo>
                  <a:lnTo>
                    <a:pt x="156" y="36"/>
                  </a:lnTo>
                  <a:lnTo>
                    <a:pt x="166" y="58"/>
                  </a:lnTo>
                  <a:lnTo>
                    <a:pt x="166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7" name="Freeform 52"/>
            <p:cNvSpPr/>
            <p:nvPr/>
          </p:nvSpPr>
          <p:spPr bwMode="auto">
            <a:xfrm>
              <a:off x="4438650" y="192088"/>
              <a:ext cx="342900" cy="228600"/>
            </a:xfrm>
            <a:custGeom>
              <a:avLst/>
              <a:gdLst>
                <a:gd name="T0" fmla="*/ 0 w 216"/>
                <a:gd name="T1" fmla="*/ 2 h 144"/>
                <a:gd name="T2" fmla="*/ 0 w 216"/>
                <a:gd name="T3" fmla="*/ 2 h 144"/>
                <a:gd name="T4" fmla="*/ 40 w 216"/>
                <a:gd name="T5" fmla="*/ 0 h 144"/>
                <a:gd name="T6" fmla="*/ 90 w 216"/>
                <a:gd name="T7" fmla="*/ 0 h 144"/>
                <a:gd name="T8" fmla="*/ 90 w 216"/>
                <a:gd name="T9" fmla="*/ 0 h 144"/>
                <a:gd name="T10" fmla="*/ 124 w 216"/>
                <a:gd name="T11" fmla="*/ 2 h 144"/>
                <a:gd name="T12" fmla="*/ 140 w 216"/>
                <a:gd name="T13" fmla="*/ 4 h 144"/>
                <a:gd name="T14" fmla="*/ 144 w 216"/>
                <a:gd name="T15" fmla="*/ 6 h 144"/>
                <a:gd name="T16" fmla="*/ 150 w 216"/>
                <a:gd name="T17" fmla="*/ 10 h 144"/>
                <a:gd name="T18" fmla="*/ 150 w 216"/>
                <a:gd name="T19" fmla="*/ 10 h 144"/>
                <a:gd name="T20" fmla="*/ 158 w 216"/>
                <a:gd name="T21" fmla="*/ 24 h 144"/>
                <a:gd name="T22" fmla="*/ 164 w 216"/>
                <a:gd name="T23" fmla="*/ 38 h 144"/>
                <a:gd name="T24" fmla="*/ 172 w 216"/>
                <a:gd name="T25" fmla="*/ 52 h 144"/>
                <a:gd name="T26" fmla="*/ 180 w 216"/>
                <a:gd name="T27" fmla="*/ 66 h 144"/>
                <a:gd name="T28" fmla="*/ 180 w 216"/>
                <a:gd name="T29" fmla="*/ 66 h 144"/>
                <a:gd name="T30" fmla="*/ 190 w 216"/>
                <a:gd name="T31" fmla="*/ 62 h 144"/>
                <a:gd name="T32" fmla="*/ 198 w 216"/>
                <a:gd name="T33" fmla="*/ 56 h 144"/>
                <a:gd name="T34" fmla="*/ 206 w 216"/>
                <a:gd name="T35" fmla="*/ 52 h 144"/>
                <a:gd name="T36" fmla="*/ 216 w 216"/>
                <a:gd name="T37" fmla="*/ 46 h 144"/>
                <a:gd name="T38" fmla="*/ 216 w 216"/>
                <a:gd name="T39" fmla="*/ 46 h 144"/>
                <a:gd name="T40" fmla="*/ 160 w 216"/>
                <a:gd name="T41" fmla="*/ 144 h 144"/>
                <a:gd name="T42" fmla="*/ 160 w 216"/>
                <a:gd name="T43" fmla="*/ 144 h 144"/>
                <a:gd name="T44" fmla="*/ 108 w 216"/>
                <a:gd name="T45" fmla="*/ 144 h 144"/>
                <a:gd name="T46" fmla="*/ 52 w 216"/>
                <a:gd name="T47" fmla="*/ 142 h 144"/>
                <a:gd name="T48" fmla="*/ 52 w 216"/>
                <a:gd name="T49" fmla="*/ 142 h 144"/>
                <a:gd name="T50" fmla="*/ 58 w 216"/>
                <a:gd name="T51" fmla="*/ 138 h 144"/>
                <a:gd name="T52" fmla="*/ 66 w 216"/>
                <a:gd name="T53" fmla="*/ 134 h 144"/>
                <a:gd name="T54" fmla="*/ 74 w 216"/>
                <a:gd name="T55" fmla="*/ 130 h 144"/>
                <a:gd name="T56" fmla="*/ 80 w 216"/>
                <a:gd name="T57" fmla="*/ 124 h 144"/>
                <a:gd name="T58" fmla="*/ 80 w 216"/>
                <a:gd name="T59" fmla="*/ 124 h 144"/>
                <a:gd name="T60" fmla="*/ 54 w 216"/>
                <a:gd name="T61" fmla="*/ 74 h 144"/>
                <a:gd name="T62" fmla="*/ 40 w 216"/>
                <a:gd name="T63" fmla="*/ 48 h 144"/>
                <a:gd name="T64" fmla="*/ 26 w 216"/>
                <a:gd name="T65" fmla="*/ 26 h 144"/>
                <a:gd name="T66" fmla="*/ 26 w 216"/>
                <a:gd name="T67" fmla="*/ 26 h 144"/>
                <a:gd name="T68" fmla="*/ 22 w 216"/>
                <a:gd name="T69" fmla="*/ 18 h 144"/>
                <a:gd name="T70" fmla="*/ 16 w 216"/>
                <a:gd name="T71" fmla="*/ 10 h 144"/>
                <a:gd name="T72" fmla="*/ 8 w 216"/>
                <a:gd name="T73" fmla="*/ 6 h 144"/>
                <a:gd name="T74" fmla="*/ 0 w 216"/>
                <a:gd name="T75" fmla="*/ 2 h 144"/>
                <a:gd name="T76" fmla="*/ 0 w 216"/>
                <a:gd name="T77" fmla="*/ 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6" h="144">
                  <a:moveTo>
                    <a:pt x="0" y="2"/>
                  </a:moveTo>
                  <a:lnTo>
                    <a:pt x="0" y="2"/>
                  </a:lnTo>
                  <a:lnTo>
                    <a:pt x="4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124" y="2"/>
                  </a:lnTo>
                  <a:lnTo>
                    <a:pt x="140" y="4"/>
                  </a:lnTo>
                  <a:lnTo>
                    <a:pt x="144" y="6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58" y="24"/>
                  </a:lnTo>
                  <a:lnTo>
                    <a:pt x="164" y="38"/>
                  </a:lnTo>
                  <a:lnTo>
                    <a:pt x="172" y="52"/>
                  </a:lnTo>
                  <a:lnTo>
                    <a:pt x="180" y="66"/>
                  </a:lnTo>
                  <a:lnTo>
                    <a:pt x="180" y="66"/>
                  </a:lnTo>
                  <a:lnTo>
                    <a:pt x="190" y="62"/>
                  </a:lnTo>
                  <a:lnTo>
                    <a:pt x="198" y="56"/>
                  </a:lnTo>
                  <a:lnTo>
                    <a:pt x="206" y="52"/>
                  </a:lnTo>
                  <a:lnTo>
                    <a:pt x="216" y="46"/>
                  </a:lnTo>
                  <a:lnTo>
                    <a:pt x="216" y="46"/>
                  </a:lnTo>
                  <a:lnTo>
                    <a:pt x="160" y="144"/>
                  </a:lnTo>
                  <a:lnTo>
                    <a:pt x="160" y="144"/>
                  </a:lnTo>
                  <a:lnTo>
                    <a:pt x="108" y="144"/>
                  </a:lnTo>
                  <a:lnTo>
                    <a:pt x="52" y="142"/>
                  </a:lnTo>
                  <a:lnTo>
                    <a:pt x="52" y="142"/>
                  </a:lnTo>
                  <a:lnTo>
                    <a:pt x="58" y="138"/>
                  </a:lnTo>
                  <a:lnTo>
                    <a:pt x="66" y="134"/>
                  </a:lnTo>
                  <a:lnTo>
                    <a:pt x="74" y="130"/>
                  </a:lnTo>
                  <a:lnTo>
                    <a:pt x="80" y="124"/>
                  </a:lnTo>
                  <a:lnTo>
                    <a:pt x="80" y="124"/>
                  </a:lnTo>
                  <a:lnTo>
                    <a:pt x="54" y="74"/>
                  </a:lnTo>
                  <a:lnTo>
                    <a:pt x="40" y="48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2" y="18"/>
                  </a:lnTo>
                  <a:lnTo>
                    <a:pt x="16" y="10"/>
                  </a:lnTo>
                  <a:lnTo>
                    <a:pt x="8" y="6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Freeform 53"/>
            <p:cNvSpPr/>
            <p:nvPr/>
          </p:nvSpPr>
          <p:spPr bwMode="auto">
            <a:xfrm>
              <a:off x="4625975" y="411163"/>
              <a:ext cx="247650" cy="381000"/>
            </a:xfrm>
            <a:custGeom>
              <a:avLst/>
              <a:gdLst>
                <a:gd name="T0" fmla="*/ 88 w 156"/>
                <a:gd name="T1" fmla="*/ 240 h 240"/>
                <a:gd name="T2" fmla="*/ 88 w 156"/>
                <a:gd name="T3" fmla="*/ 240 h 240"/>
                <a:gd name="T4" fmla="*/ 86 w 156"/>
                <a:gd name="T5" fmla="*/ 226 h 240"/>
                <a:gd name="T6" fmla="*/ 82 w 156"/>
                <a:gd name="T7" fmla="*/ 212 h 240"/>
                <a:gd name="T8" fmla="*/ 72 w 156"/>
                <a:gd name="T9" fmla="*/ 186 h 240"/>
                <a:gd name="T10" fmla="*/ 58 w 156"/>
                <a:gd name="T11" fmla="*/ 160 h 240"/>
                <a:gd name="T12" fmla="*/ 44 w 156"/>
                <a:gd name="T13" fmla="*/ 138 h 240"/>
                <a:gd name="T14" fmla="*/ 44 w 156"/>
                <a:gd name="T15" fmla="*/ 138 h 240"/>
                <a:gd name="T16" fmla="*/ 22 w 156"/>
                <a:gd name="T17" fmla="*/ 98 h 240"/>
                <a:gd name="T18" fmla="*/ 0 w 156"/>
                <a:gd name="T19" fmla="*/ 58 h 240"/>
                <a:gd name="T20" fmla="*/ 0 w 156"/>
                <a:gd name="T21" fmla="*/ 58 h 240"/>
                <a:gd name="T22" fmla="*/ 98 w 156"/>
                <a:gd name="T23" fmla="*/ 0 h 240"/>
                <a:gd name="T24" fmla="*/ 98 w 156"/>
                <a:gd name="T25" fmla="*/ 0 h 240"/>
                <a:gd name="T26" fmla="*/ 108 w 156"/>
                <a:gd name="T27" fmla="*/ 18 h 240"/>
                <a:gd name="T28" fmla="*/ 120 w 156"/>
                <a:gd name="T29" fmla="*/ 40 h 240"/>
                <a:gd name="T30" fmla="*/ 142 w 156"/>
                <a:gd name="T31" fmla="*/ 82 h 240"/>
                <a:gd name="T32" fmla="*/ 142 w 156"/>
                <a:gd name="T33" fmla="*/ 82 h 240"/>
                <a:gd name="T34" fmla="*/ 152 w 156"/>
                <a:gd name="T35" fmla="*/ 98 h 240"/>
                <a:gd name="T36" fmla="*/ 154 w 156"/>
                <a:gd name="T37" fmla="*/ 106 h 240"/>
                <a:gd name="T38" fmla="*/ 156 w 156"/>
                <a:gd name="T39" fmla="*/ 116 h 240"/>
                <a:gd name="T40" fmla="*/ 156 w 156"/>
                <a:gd name="T41" fmla="*/ 116 h 240"/>
                <a:gd name="T42" fmla="*/ 154 w 156"/>
                <a:gd name="T43" fmla="*/ 124 h 240"/>
                <a:gd name="T44" fmla="*/ 152 w 156"/>
                <a:gd name="T45" fmla="*/ 132 h 240"/>
                <a:gd name="T46" fmla="*/ 142 w 156"/>
                <a:gd name="T47" fmla="*/ 150 h 240"/>
                <a:gd name="T48" fmla="*/ 124 w 156"/>
                <a:gd name="T49" fmla="*/ 180 h 240"/>
                <a:gd name="T50" fmla="*/ 124 w 156"/>
                <a:gd name="T51" fmla="*/ 180 h 240"/>
                <a:gd name="T52" fmla="*/ 104 w 156"/>
                <a:gd name="T53" fmla="*/ 210 h 240"/>
                <a:gd name="T54" fmla="*/ 88 w 156"/>
                <a:gd name="T55" fmla="*/ 240 h 240"/>
                <a:gd name="T56" fmla="*/ 88 w 156"/>
                <a:gd name="T57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" h="240">
                  <a:moveTo>
                    <a:pt x="88" y="240"/>
                  </a:moveTo>
                  <a:lnTo>
                    <a:pt x="88" y="240"/>
                  </a:lnTo>
                  <a:lnTo>
                    <a:pt x="86" y="226"/>
                  </a:lnTo>
                  <a:lnTo>
                    <a:pt x="82" y="212"/>
                  </a:lnTo>
                  <a:lnTo>
                    <a:pt x="72" y="186"/>
                  </a:lnTo>
                  <a:lnTo>
                    <a:pt x="58" y="160"/>
                  </a:lnTo>
                  <a:lnTo>
                    <a:pt x="44" y="138"/>
                  </a:lnTo>
                  <a:lnTo>
                    <a:pt x="44" y="138"/>
                  </a:lnTo>
                  <a:lnTo>
                    <a:pt x="22" y="98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108" y="18"/>
                  </a:lnTo>
                  <a:lnTo>
                    <a:pt x="120" y="40"/>
                  </a:lnTo>
                  <a:lnTo>
                    <a:pt x="142" y="82"/>
                  </a:lnTo>
                  <a:lnTo>
                    <a:pt x="142" y="82"/>
                  </a:lnTo>
                  <a:lnTo>
                    <a:pt x="152" y="98"/>
                  </a:lnTo>
                  <a:lnTo>
                    <a:pt x="154" y="106"/>
                  </a:lnTo>
                  <a:lnTo>
                    <a:pt x="156" y="116"/>
                  </a:lnTo>
                  <a:lnTo>
                    <a:pt x="156" y="116"/>
                  </a:lnTo>
                  <a:lnTo>
                    <a:pt x="154" y="124"/>
                  </a:lnTo>
                  <a:lnTo>
                    <a:pt x="152" y="132"/>
                  </a:lnTo>
                  <a:lnTo>
                    <a:pt x="142" y="150"/>
                  </a:lnTo>
                  <a:lnTo>
                    <a:pt x="124" y="180"/>
                  </a:lnTo>
                  <a:lnTo>
                    <a:pt x="124" y="180"/>
                  </a:lnTo>
                  <a:lnTo>
                    <a:pt x="104" y="210"/>
                  </a:lnTo>
                  <a:lnTo>
                    <a:pt x="88" y="240"/>
                  </a:lnTo>
                  <a:lnTo>
                    <a:pt x="88" y="2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Freeform 54"/>
            <p:cNvSpPr/>
            <p:nvPr/>
          </p:nvSpPr>
          <p:spPr bwMode="auto">
            <a:xfrm>
              <a:off x="4121150" y="452438"/>
              <a:ext cx="254000" cy="349250"/>
            </a:xfrm>
            <a:custGeom>
              <a:avLst/>
              <a:gdLst>
                <a:gd name="T0" fmla="*/ 0 w 160"/>
                <a:gd name="T1" fmla="*/ 0 h 220"/>
                <a:gd name="T2" fmla="*/ 0 w 160"/>
                <a:gd name="T3" fmla="*/ 0 h 220"/>
                <a:gd name="T4" fmla="*/ 110 w 160"/>
                <a:gd name="T5" fmla="*/ 0 h 220"/>
                <a:gd name="T6" fmla="*/ 110 w 160"/>
                <a:gd name="T7" fmla="*/ 0 h 220"/>
                <a:gd name="T8" fmla="*/ 136 w 160"/>
                <a:gd name="T9" fmla="*/ 50 h 220"/>
                <a:gd name="T10" fmla="*/ 160 w 160"/>
                <a:gd name="T11" fmla="*/ 96 h 220"/>
                <a:gd name="T12" fmla="*/ 160 w 160"/>
                <a:gd name="T13" fmla="*/ 96 h 220"/>
                <a:gd name="T14" fmla="*/ 132 w 160"/>
                <a:gd name="T15" fmla="*/ 80 h 220"/>
                <a:gd name="T16" fmla="*/ 132 w 160"/>
                <a:gd name="T17" fmla="*/ 80 h 220"/>
                <a:gd name="T18" fmla="*/ 116 w 160"/>
                <a:gd name="T19" fmla="*/ 106 h 220"/>
                <a:gd name="T20" fmla="*/ 102 w 160"/>
                <a:gd name="T21" fmla="*/ 132 h 220"/>
                <a:gd name="T22" fmla="*/ 86 w 160"/>
                <a:gd name="T23" fmla="*/ 160 h 220"/>
                <a:gd name="T24" fmla="*/ 70 w 160"/>
                <a:gd name="T25" fmla="*/ 186 h 220"/>
                <a:gd name="T26" fmla="*/ 70 w 160"/>
                <a:gd name="T27" fmla="*/ 186 h 220"/>
                <a:gd name="T28" fmla="*/ 66 w 160"/>
                <a:gd name="T29" fmla="*/ 202 h 220"/>
                <a:gd name="T30" fmla="*/ 66 w 160"/>
                <a:gd name="T31" fmla="*/ 212 h 220"/>
                <a:gd name="T32" fmla="*/ 66 w 160"/>
                <a:gd name="T33" fmla="*/ 220 h 220"/>
                <a:gd name="T34" fmla="*/ 66 w 160"/>
                <a:gd name="T35" fmla="*/ 220 h 220"/>
                <a:gd name="T36" fmla="*/ 42 w 160"/>
                <a:gd name="T37" fmla="*/ 178 h 220"/>
                <a:gd name="T38" fmla="*/ 18 w 160"/>
                <a:gd name="T39" fmla="*/ 134 h 220"/>
                <a:gd name="T40" fmla="*/ 18 w 160"/>
                <a:gd name="T41" fmla="*/ 134 h 220"/>
                <a:gd name="T42" fmla="*/ 6 w 160"/>
                <a:gd name="T43" fmla="*/ 114 h 220"/>
                <a:gd name="T44" fmla="*/ 2 w 160"/>
                <a:gd name="T45" fmla="*/ 104 h 220"/>
                <a:gd name="T46" fmla="*/ 0 w 160"/>
                <a:gd name="T47" fmla="*/ 94 h 220"/>
                <a:gd name="T48" fmla="*/ 0 w 160"/>
                <a:gd name="T49" fmla="*/ 94 h 220"/>
                <a:gd name="T50" fmla="*/ 0 w 160"/>
                <a:gd name="T51" fmla="*/ 84 h 220"/>
                <a:gd name="T52" fmla="*/ 2 w 160"/>
                <a:gd name="T53" fmla="*/ 74 h 220"/>
                <a:gd name="T54" fmla="*/ 6 w 160"/>
                <a:gd name="T55" fmla="*/ 66 h 220"/>
                <a:gd name="T56" fmla="*/ 12 w 160"/>
                <a:gd name="T57" fmla="*/ 58 h 220"/>
                <a:gd name="T58" fmla="*/ 24 w 160"/>
                <a:gd name="T59" fmla="*/ 40 h 220"/>
                <a:gd name="T60" fmla="*/ 28 w 160"/>
                <a:gd name="T61" fmla="*/ 32 h 220"/>
                <a:gd name="T62" fmla="*/ 34 w 160"/>
                <a:gd name="T63" fmla="*/ 24 h 220"/>
                <a:gd name="T64" fmla="*/ 34 w 160"/>
                <a:gd name="T65" fmla="*/ 24 h 220"/>
                <a:gd name="T66" fmla="*/ 26 w 160"/>
                <a:gd name="T67" fmla="*/ 16 h 220"/>
                <a:gd name="T68" fmla="*/ 16 w 160"/>
                <a:gd name="T69" fmla="*/ 12 h 220"/>
                <a:gd name="T70" fmla="*/ 8 w 160"/>
                <a:gd name="T71" fmla="*/ 6 h 220"/>
                <a:gd name="T72" fmla="*/ 0 w 160"/>
                <a:gd name="T73" fmla="*/ 0 h 220"/>
                <a:gd name="T74" fmla="*/ 0 w 160"/>
                <a:gd name="T75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0" h="220">
                  <a:moveTo>
                    <a:pt x="0" y="0"/>
                  </a:moveTo>
                  <a:lnTo>
                    <a:pt x="0" y="0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36" y="50"/>
                  </a:lnTo>
                  <a:lnTo>
                    <a:pt x="160" y="96"/>
                  </a:lnTo>
                  <a:lnTo>
                    <a:pt x="160" y="96"/>
                  </a:lnTo>
                  <a:lnTo>
                    <a:pt x="132" y="80"/>
                  </a:lnTo>
                  <a:lnTo>
                    <a:pt x="132" y="80"/>
                  </a:lnTo>
                  <a:lnTo>
                    <a:pt x="116" y="106"/>
                  </a:lnTo>
                  <a:lnTo>
                    <a:pt x="102" y="132"/>
                  </a:lnTo>
                  <a:lnTo>
                    <a:pt x="86" y="160"/>
                  </a:lnTo>
                  <a:lnTo>
                    <a:pt x="70" y="186"/>
                  </a:lnTo>
                  <a:lnTo>
                    <a:pt x="70" y="186"/>
                  </a:lnTo>
                  <a:lnTo>
                    <a:pt x="66" y="202"/>
                  </a:lnTo>
                  <a:lnTo>
                    <a:pt x="66" y="212"/>
                  </a:lnTo>
                  <a:lnTo>
                    <a:pt x="66" y="220"/>
                  </a:lnTo>
                  <a:lnTo>
                    <a:pt x="66" y="220"/>
                  </a:lnTo>
                  <a:lnTo>
                    <a:pt x="42" y="178"/>
                  </a:lnTo>
                  <a:lnTo>
                    <a:pt x="18" y="134"/>
                  </a:lnTo>
                  <a:lnTo>
                    <a:pt x="18" y="134"/>
                  </a:lnTo>
                  <a:lnTo>
                    <a:pt x="6" y="114"/>
                  </a:lnTo>
                  <a:lnTo>
                    <a:pt x="2" y="10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84"/>
                  </a:lnTo>
                  <a:lnTo>
                    <a:pt x="2" y="74"/>
                  </a:lnTo>
                  <a:lnTo>
                    <a:pt x="6" y="66"/>
                  </a:lnTo>
                  <a:lnTo>
                    <a:pt x="12" y="58"/>
                  </a:lnTo>
                  <a:lnTo>
                    <a:pt x="24" y="40"/>
                  </a:lnTo>
                  <a:lnTo>
                    <a:pt x="28" y="32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26" y="16"/>
                  </a:lnTo>
                  <a:lnTo>
                    <a:pt x="16" y="12"/>
                  </a:lnTo>
                  <a:lnTo>
                    <a:pt x="8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Freeform 55"/>
            <p:cNvSpPr/>
            <p:nvPr/>
          </p:nvSpPr>
          <p:spPr bwMode="auto">
            <a:xfrm>
              <a:off x="4514850" y="639763"/>
              <a:ext cx="244475" cy="307975"/>
            </a:xfrm>
            <a:custGeom>
              <a:avLst/>
              <a:gdLst>
                <a:gd name="T0" fmla="*/ 54 w 154"/>
                <a:gd name="T1" fmla="*/ 0 h 194"/>
                <a:gd name="T2" fmla="*/ 54 w 154"/>
                <a:gd name="T3" fmla="*/ 0 h 194"/>
                <a:gd name="T4" fmla="*/ 54 w 154"/>
                <a:gd name="T5" fmla="*/ 8 h 194"/>
                <a:gd name="T6" fmla="*/ 54 w 154"/>
                <a:gd name="T7" fmla="*/ 16 h 194"/>
                <a:gd name="T8" fmla="*/ 54 w 154"/>
                <a:gd name="T9" fmla="*/ 34 h 194"/>
                <a:gd name="T10" fmla="*/ 54 w 154"/>
                <a:gd name="T11" fmla="*/ 34 h 194"/>
                <a:gd name="T12" fmla="*/ 74 w 154"/>
                <a:gd name="T13" fmla="*/ 36 h 194"/>
                <a:gd name="T14" fmla="*/ 94 w 154"/>
                <a:gd name="T15" fmla="*/ 36 h 194"/>
                <a:gd name="T16" fmla="*/ 134 w 154"/>
                <a:gd name="T17" fmla="*/ 36 h 194"/>
                <a:gd name="T18" fmla="*/ 134 w 154"/>
                <a:gd name="T19" fmla="*/ 36 h 194"/>
                <a:gd name="T20" fmla="*/ 146 w 154"/>
                <a:gd name="T21" fmla="*/ 60 h 194"/>
                <a:gd name="T22" fmla="*/ 152 w 154"/>
                <a:gd name="T23" fmla="*/ 74 h 194"/>
                <a:gd name="T24" fmla="*/ 154 w 154"/>
                <a:gd name="T25" fmla="*/ 90 h 194"/>
                <a:gd name="T26" fmla="*/ 154 w 154"/>
                <a:gd name="T27" fmla="*/ 90 h 194"/>
                <a:gd name="T28" fmla="*/ 152 w 154"/>
                <a:gd name="T29" fmla="*/ 106 h 194"/>
                <a:gd name="T30" fmla="*/ 146 w 154"/>
                <a:gd name="T31" fmla="*/ 120 h 194"/>
                <a:gd name="T32" fmla="*/ 136 w 154"/>
                <a:gd name="T33" fmla="*/ 132 h 194"/>
                <a:gd name="T34" fmla="*/ 126 w 154"/>
                <a:gd name="T35" fmla="*/ 140 h 194"/>
                <a:gd name="T36" fmla="*/ 110 w 154"/>
                <a:gd name="T37" fmla="*/ 146 h 194"/>
                <a:gd name="T38" fmla="*/ 94 w 154"/>
                <a:gd name="T39" fmla="*/ 150 h 194"/>
                <a:gd name="T40" fmla="*/ 76 w 154"/>
                <a:gd name="T41" fmla="*/ 152 h 194"/>
                <a:gd name="T42" fmla="*/ 54 w 154"/>
                <a:gd name="T43" fmla="*/ 150 h 194"/>
                <a:gd name="T44" fmla="*/ 54 w 154"/>
                <a:gd name="T45" fmla="*/ 150 h 194"/>
                <a:gd name="T46" fmla="*/ 54 w 154"/>
                <a:gd name="T47" fmla="*/ 172 h 194"/>
                <a:gd name="T48" fmla="*/ 54 w 154"/>
                <a:gd name="T49" fmla="*/ 194 h 194"/>
                <a:gd name="T50" fmla="*/ 54 w 154"/>
                <a:gd name="T51" fmla="*/ 194 h 194"/>
                <a:gd name="T52" fmla="*/ 26 w 154"/>
                <a:gd name="T53" fmla="*/ 146 h 194"/>
                <a:gd name="T54" fmla="*/ 0 w 154"/>
                <a:gd name="T55" fmla="*/ 96 h 194"/>
                <a:gd name="T56" fmla="*/ 0 w 154"/>
                <a:gd name="T57" fmla="*/ 96 h 194"/>
                <a:gd name="T58" fmla="*/ 26 w 154"/>
                <a:gd name="T59" fmla="*/ 48 h 194"/>
                <a:gd name="T60" fmla="*/ 40 w 154"/>
                <a:gd name="T61" fmla="*/ 24 h 194"/>
                <a:gd name="T62" fmla="*/ 54 w 154"/>
                <a:gd name="T63" fmla="*/ 0 h 194"/>
                <a:gd name="T64" fmla="*/ 54 w 154"/>
                <a:gd name="T65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4" h="194">
                  <a:moveTo>
                    <a:pt x="54" y="0"/>
                  </a:moveTo>
                  <a:lnTo>
                    <a:pt x="54" y="0"/>
                  </a:lnTo>
                  <a:lnTo>
                    <a:pt x="54" y="8"/>
                  </a:lnTo>
                  <a:lnTo>
                    <a:pt x="54" y="16"/>
                  </a:lnTo>
                  <a:lnTo>
                    <a:pt x="54" y="34"/>
                  </a:lnTo>
                  <a:lnTo>
                    <a:pt x="54" y="34"/>
                  </a:lnTo>
                  <a:lnTo>
                    <a:pt x="74" y="36"/>
                  </a:lnTo>
                  <a:lnTo>
                    <a:pt x="94" y="36"/>
                  </a:lnTo>
                  <a:lnTo>
                    <a:pt x="134" y="36"/>
                  </a:lnTo>
                  <a:lnTo>
                    <a:pt x="134" y="36"/>
                  </a:lnTo>
                  <a:lnTo>
                    <a:pt x="146" y="60"/>
                  </a:lnTo>
                  <a:lnTo>
                    <a:pt x="152" y="74"/>
                  </a:lnTo>
                  <a:lnTo>
                    <a:pt x="154" y="90"/>
                  </a:lnTo>
                  <a:lnTo>
                    <a:pt x="154" y="90"/>
                  </a:lnTo>
                  <a:lnTo>
                    <a:pt x="152" y="106"/>
                  </a:lnTo>
                  <a:lnTo>
                    <a:pt x="146" y="120"/>
                  </a:lnTo>
                  <a:lnTo>
                    <a:pt x="136" y="132"/>
                  </a:lnTo>
                  <a:lnTo>
                    <a:pt x="126" y="140"/>
                  </a:lnTo>
                  <a:lnTo>
                    <a:pt x="110" y="146"/>
                  </a:lnTo>
                  <a:lnTo>
                    <a:pt x="94" y="150"/>
                  </a:lnTo>
                  <a:lnTo>
                    <a:pt x="76" y="152"/>
                  </a:lnTo>
                  <a:lnTo>
                    <a:pt x="54" y="150"/>
                  </a:lnTo>
                  <a:lnTo>
                    <a:pt x="54" y="150"/>
                  </a:lnTo>
                  <a:lnTo>
                    <a:pt x="54" y="172"/>
                  </a:lnTo>
                  <a:lnTo>
                    <a:pt x="54" y="194"/>
                  </a:lnTo>
                  <a:lnTo>
                    <a:pt x="54" y="194"/>
                  </a:lnTo>
                  <a:lnTo>
                    <a:pt x="26" y="146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26" y="48"/>
                  </a:lnTo>
                  <a:lnTo>
                    <a:pt x="40" y="24"/>
                  </a:lnTo>
                  <a:lnTo>
                    <a:pt x="54" y="0"/>
                  </a:lnTo>
                  <a:lnTo>
                    <a:pt x="5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1" name="Freeform 56"/>
            <p:cNvSpPr/>
            <p:nvPr/>
          </p:nvSpPr>
          <p:spPr bwMode="auto">
            <a:xfrm>
              <a:off x="4229100" y="700088"/>
              <a:ext cx="244475" cy="180975"/>
            </a:xfrm>
            <a:custGeom>
              <a:avLst/>
              <a:gdLst>
                <a:gd name="T0" fmla="*/ 154 w 154"/>
                <a:gd name="T1" fmla="*/ 0 h 114"/>
                <a:gd name="T2" fmla="*/ 154 w 154"/>
                <a:gd name="T3" fmla="*/ 0 h 114"/>
                <a:gd name="T4" fmla="*/ 154 w 154"/>
                <a:gd name="T5" fmla="*/ 112 h 114"/>
                <a:gd name="T6" fmla="*/ 154 w 154"/>
                <a:gd name="T7" fmla="*/ 112 h 114"/>
                <a:gd name="T8" fmla="*/ 112 w 154"/>
                <a:gd name="T9" fmla="*/ 114 h 114"/>
                <a:gd name="T10" fmla="*/ 90 w 154"/>
                <a:gd name="T11" fmla="*/ 114 h 114"/>
                <a:gd name="T12" fmla="*/ 70 w 154"/>
                <a:gd name="T13" fmla="*/ 114 h 114"/>
                <a:gd name="T14" fmla="*/ 50 w 154"/>
                <a:gd name="T15" fmla="*/ 112 h 114"/>
                <a:gd name="T16" fmla="*/ 32 w 154"/>
                <a:gd name="T17" fmla="*/ 106 h 114"/>
                <a:gd name="T18" fmla="*/ 24 w 154"/>
                <a:gd name="T19" fmla="*/ 102 h 114"/>
                <a:gd name="T20" fmla="*/ 18 w 154"/>
                <a:gd name="T21" fmla="*/ 98 h 114"/>
                <a:gd name="T22" fmla="*/ 12 w 154"/>
                <a:gd name="T23" fmla="*/ 92 h 114"/>
                <a:gd name="T24" fmla="*/ 6 w 154"/>
                <a:gd name="T25" fmla="*/ 84 h 114"/>
                <a:gd name="T26" fmla="*/ 6 w 154"/>
                <a:gd name="T27" fmla="*/ 84 h 114"/>
                <a:gd name="T28" fmla="*/ 2 w 154"/>
                <a:gd name="T29" fmla="*/ 74 h 114"/>
                <a:gd name="T30" fmla="*/ 0 w 154"/>
                <a:gd name="T31" fmla="*/ 62 h 114"/>
                <a:gd name="T32" fmla="*/ 2 w 154"/>
                <a:gd name="T33" fmla="*/ 52 h 114"/>
                <a:gd name="T34" fmla="*/ 4 w 154"/>
                <a:gd name="T35" fmla="*/ 40 h 114"/>
                <a:gd name="T36" fmla="*/ 8 w 154"/>
                <a:gd name="T37" fmla="*/ 30 h 114"/>
                <a:gd name="T38" fmla="*/ 12 w 154"/>
                <a:gd name="T39" fmla="*/ 20 h 114"/>
                <a:gd name="T40" fmla="*/ 24 w 154"/>
                <a:gd name="T41" fmla="*/ 0 h 114"/>
                <a:gd name="T42" fmla="*/ 24 w 154"/>
                <a:gd name="T43" fmla="*/ 0 h 114"/>
                <a:gd name="T44" fmla="*/ 154 w 154"/>
                <a:gd name="T45" fmla="*/ 0 h 114"/>
                <a:gd name="T46" fmla="*/ 154 w 154"/>
                <a:gd name="T4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4" h="114">
                  <a:moveTo>
                    <a:pt x="154" y="0"/>
                  </a:moveTo>
                  <a:lnTo>
                    <a:pt x="154" y="0"/>
                  </a:lnTo>
                  <a:lnTo>
                    <a:pt x="154" y="112"/>
                  </a:lnTo>
                  <a:lnTo>
                    <a:pt x="154" y="112"/>
                  </a:lnTo>
                  <a:lnTo>
                    <a:pt x="112" y="114"/>
                  </a:lnTo>
                  <a:lnTo>
                    <a:pt x="90" y="114"/>
                  </a:lnTo>
                  <a:lnTo>
                    <a:pt x="70" y="114"/>
                  </a:lnTo>
                  <a:lnTo>
                    <a:pt x="50" y="112"/>
                  </a:lnTo>
                  <a:lnTo>
                    <a:pt x="32" y="106"/>
                  </a:lnTo>
                  <a:lnTo>
                    <a:pt x="24" y="102"/>
                  </a:lnTo>
                  <a:lnTo>
                    <a:pt x="18" y="98"/>
                  </a:lnTo>
                  <a:lnTo>
                    <a:pt x="12" y="92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2" y="74"/>
                  </a:lnTo>
                  <a:lnTo>
                    <a:pt x="0" y="62"/>
                  </a:lnTo>
                  <a:lnTo>
                    <a:pt x="2" y="52"/>
                  </a:lnTo>
                  <a:lnTo>
                    <a:pt x="4" y="40"/>
                  </a:lnTo>
                  <a:lnTo>
                    <a:pt x="8" y="30"/>
                  </a:lnTo>
                  <a:lnTo>
                    <a:pt x="12" y="2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54" y="0"/>
                  </a:lnTo>
                  <a:lnTo>
                    <a:pt x="15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2" name="Group 38"/>
          <p:cNvGrpSpPr/>
          <p:nvPr/>
        </p:nvGrpSpPr>
        <p:grpSpPr>
          <a:xfrm>
            <a:off x="6644644" y="3628670"/>
            <a:ext cx="489678" cy="490515"/>
            <a:chOff x="7287419" y="3505994"/>
            <a:chExt cx="464344" cy="465138"/>
          </a:xfrm>
          <a:solidFill>
            <a:sysClr val="window" lastClr="FFFFFF"/>
          </a:solidFill>
        </p:grpSpPr>
        <p:sp>
          <p:nvSpPr>
            <p:cNvPr id="33" name="AutoShape 37"/>
            <p:cNvSpPr/>
            <p:nvPr/>
          </p:nvSpPr>
          <p:spPr bwMode="auto">
            <a:xfrm>
              <a:off x="7287419" y="3549650"/>
              <a:ext cx="423069" cy="421482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4" name="AutoShape 38"/>
            <p:cNvSpPr/>
            <p:nvPr/>
          </p:nvSpPr>
          <p:spPr bwMode="auto">
            <a:xfrm>
              <a:off x="7490619" y="3738563"/>
              <a:ext cx="72231" cy="730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5" name="AutoShape 39"/>
            <p:cNvSpPr/>
            <p:nvPr/>
          </p:nvSpPr>
          <p:spPr bwMode="auto">
            <a:xfrm>
              <a:off x="7679532" y="3505994"/>
              <a:ext cx="72231" cy="730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AutoShape 40"/>
            <p:cNvSpPr/>
            <p:nvPr/>
          </p:nvSpPr>
          <p:spPr bwMode="auto">
            <a:xfrm>
              <a:off x="7403307" y="3724275"/>
              <a:ext cx="57944" cy="579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7" name="AutoShape 41"/>
            <p:cNvSpPr/>
            <p:nvPr/>
          </p:nvSpPr>
          <p:spPr bwMode="auto">
            <a:xfrm>
              <a:off x="7461250" y="3825875"/>
              <a:ext cx="29369" cy="285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8" name="AutoShape 42"/>
            <p:cNvSpPr/>
            <p:nvPr/>
          </p:nvSpPr>
          <p:spPr bwMode="auto">
            <a:xfrm>
              <a:off x="7693819" y="3607594"/>
              <a:ext cx="28575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9" name="AutoShape 59"/>
          <p:cNvSpPr/>
          <p:nvPr/>
        </p:nvSpPr>
        <p:spPr bwMode="auto">
          <a:xfrm>
            <a:off x="8042743" y="4735481"/>
            <a:ext cx="368531" cy="367902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ysClr val="window" lastClr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20089" tIns="20089" rIns="20089" bIns="20089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4130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40" name="Group 46"/>
          <p:cNvGrpSpPr/>
          <p:nvPr/>
        </p:nvGrpSpPr>
        <p:grpSpPr>
          <a:xfrm>
            <a:off x="9315135" y="4594536"/>
            <a:ext cx="304051" cy="304051"/>
            <a:chOff x="4439441" y="2582069"/>
            <a:chExt cx="464344" cy="464344"/>
          </a:xfrm>
          <a:solidFill>
            <a:sysClr val="window" lastClr="FFFFFF"/>
          </a:solidFill>
        </p:grpSpPr>
        <p:sp>
          <p:nvSpPr>
            <p:cNvPr id="41" name="AutoShape 123"/>
            <p:cNvSpPr/>
            <p:nvPr/>
          </p:nvSpPr>
          <p:spPr bwMode="auto">
            <a:xfrm>
              <a:off x="4439441" y="2582069"/>
              <a:ext cx="464344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2" name="AutoShape 124"/>
            <p:cNvSpPr/>
            <p:nvPr/>
          </p:nvSpPr>
          <p:spPr bwMode="auto">
            <a:xfrm>
              <a:off x="4570413" y="2712244"/>
              <a:ext cx="203200" cy="2032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3" name="AutoShape 125"/>
            <p:cNvSpPr/>
            <p:nvPr/>
          </p:nvSpPr>
          <p:spPr bwMode="auto">
            <a:xfrm>
              <a:off x="4613275" y="2755900"/>
              <a:ext cx="116682" cy="1166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4" name="Group 50"/>
          <p:cNvGrpSpPr/>
          <p:nvPr/>
        </p:nvGrpSpPr>
        <p:grpSpPr>
          <a:xfrm>
            <a:off x="7242270" y="2159226"/>
            <a:ext cx="367901" cy="367901"/>
            <a:chOff x="4439444" y="1652588"/>
            <a:chExt cx="464344" cy="464344"/>
          </a:xfrm>
          <a:solidFill>
            <a:sysClr val="window" lastClr="FFFFFF"/>
          </a:solidFill>
        </p:grpSpPr>
        <p:sp>
          <p:nvSpPr>
            <p:cNvPr id="45" name="AutoShape 136"/>
            <p:cNvSpPr/>
            <p:nvPr/>
          </p:nvSpPr>
          <p:spPr bwMode="auto">
            <a:xfrm>
              <a:off x="4686300" y="1710532"/>
              <a:ext cx="152400" cy="1524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538" y="20579"/>
                  </a:moveTo>
                  <a:lnTo>
                    <a:pt x="19542" y="20579"/>
                  </a:lnTo>
                  <a:cubicBezTo>
                    <a:pt x="19546" y="21142"/>
                    <a:pt x="20004" y="21600"/>
                    <a:pt x="20571" y="21600"/>
                  </a:cubicBezTo>
                  <a:cubicBezTo>
                    <a:pt x="21137" y="21600"/>
                    <a:pt x="21599" y="21138"/>
                    <a:pt x="21599" y="20571"/>
                  </a:cubicBezTo>
                  <a:cubicBezTo>
                    <a:pt x="21599" y="20565"/>
                    <a:pt x="21595" y="20561"/>
                    <a:pt x="21595" y="20555"/>
                  </a:cubicBezTo>
                  <a:cubicBezTo>
                    <a:pt x="21583" y="9221"/>
                    <a:pt x="12411" y="41"/>
                    <a:pt x="1080" y="12"/>
                  </a:cubicBezTo>
                  <a:cubicBezTo>
                    <a:pt x="1064" y="10"/>
                    <a:pt x="1048" y="0"/>
                    <a:pt x="1028" y="0"/>
                  </a:cubicBezTo>
                  <a:cubicBezTo>
                    <a:pt x="458" y="0"/>
                    <a:pt x="0" y="461"/>
                    <a:pt x="0" y="1028"/>
                  </a:cubicBezTo>
                  <a:cubicBezTo>
                    <a:pt x="0" y="1594"/>
                    <a:pt x="458" y="2055"/>
                    <a:pt x="1024" y="2057"/>
                  </a:cubicBezTo>
                  <a:lnTo>
                    <a:pt x="1024" y="2065"/>
                  </a:lnTo>
                  <a:cubicBezTo>
                    <a:pt x="11233" y="2065"/>
                    <a:pt x="19538" y="10370"/>
                    <a:pt x="19538" y="2057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6" name="AutoShape 137"/>
            <p:cNvSpPr/>
            <p:nvPr/>
          </p:nvSpPr>
          <p:spPr bwMode="auto">
            <a:xfrm>
              <a:off x="4439444" y="1652588"/>
              <a:ext cx="464344" cy="464344"/>
            </a:xfrm>
            <a:custGeom>
              <a:avLst/>
              <a:gdLst>
                <a:gd name="T0" fmla="+- 0 10819 195"/>
                <a:gd name="T1" fmla="*/ T0 w 21248"/>
                <a:gd name="T2" fmla="*/ 10800 h 21600"/>
                <a:gd name="T3" fmla="+- 0 10819 195"/>
                <a:gd name="T4" fmla="*/ T3 w 21248"/>
                <a:gd name="T5" fmla="*/ 10800 h 21600"/>
                <a:gd name="T6" fmla="+- 0 10819 195"/>
                <a:gd name="T7" fmla="*/ T6 w 21248"/>
                <a:gd name="T8" fmla="*/ 10800 h 21600"/>
                <a:gd name="T9" fmla="+- 0 10819 195"/>
                <a:gd name="T10" fmla="*/ T9 w 212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248" h="21600">
                  <a:moveTo>
                    <a:pt x="19868" y="17133"/>
                  </a:moveTo>
                  <a:cubicBezTo>
                    <a:pt x="19766" y="17386"/>
                    <a:pt x="19525" y="17549"/>
                    <a:pt x="19255" y="17549"/>
                  </a:cubicBezTo>
                  <a:lnTo>
                    <a:pt x="19058" y="17549"/>
                  </a:lnTo>
                  <a:lnTo>
                    <a:pt x="3983" y="2226"/>
                  </a:lnTo>
                  <a:lnTo>
                    <a:pt x="3983" y="2025"/>
                  </a:lnTo>
                  <a:cubicBezTo>
                    <a:pt x="3983" y="1750"/>
                    <a:pt x="4144" y="1506"/>
                    <a:pt x="4393" y="1401"/>
                  </a:cubicBezTo>
                  <a:cubicBezTo>
                    <a:pt x="4475" y="1367"/>
                    <a:pt x="4560" y="1350"/>
                    <a:pt x="4647" y="1350"/>
                  </a:cubicBezTo>
                  <a:cubicBezTo>
                    <a:pt x="4824" y="1350"/>
                    <a:pt x="4991" y="1420"/>
                    <a:pt x="5116" y="1547"/>
                  </a:cubicBezTo>
                  <a:lnTo>
                    <a:pt x="19724" y="16397"/>
                  </a:lnTo>
                  <a:cubicBezTo>
                    <a:pt x="19915" y="16591"/>
                    <a:pt x="19972" y="16880"/>
                    <a:pt x="19868" y="17133"/>
                  </a:cubicBezTo>
                  <a:moveTo>
                    <a:pt x="10121" y="17549"/>
                  </a:moveTo>
                  <a:cubicBezTo>
                    <a:pt x="10017" y="17549"/>
                    <a:pt x="9922" y="17586"/>
                    <a:pt x="9824" y="17609"/>
                  </a:cubicBezTo>
                  <a:lnTo>
                    <a:pt x="3923" y="11612"/>
                  </a:lnTo>
                  <a:cubicBezTo>
                    <a:pt x="3946" y="11512"/>
                    <a:pt x="3982" y="11415"/>
                    <a:pt x="3982" y="11311"/>
                  </a:cubicBezTo>
                  <a:lnTo>
                    <a:pt x="3983" y="3180"/>
                  </a:lnTo>
                  <a:lnTo>
                    <a:pt x="18119" y="17549"/>
                  </a:lnTo>
                  <a:cubicBezTo>
                    <a:pt x="18119" y="17549"/>
                    <a:pt x="10121" y="17549"/>
                    <a:pt x="10121" y="17549"/>
                  </a:cubicBezTo>
                  <a:close/>
                  <a:moveTo>
                    <a:pt x="9182" y="17945"/>
                  </a:moveTo>
                  <a:lnTo>
                    <a:pt x="7109" y="20052"/>
                  </a:lnTo>
                  <a:cubicBezTo>
                    <a:pt x="6939" y="20224"/>
                    <a:pt x="6742" y="20249"/>
                    <a:pt x="6640" y="20249"/>
                  </a:cubicBezTo>
                  <a:cubicBezTo>
                    <a:pt x="6537" y="20249"/>
                    <a:pt x="6339" y="20224"/>
                    <a:pt x="6170" y="20052"/>
                  </a:cubicBezTo>
                  <a:lnTo>
                    <a:pt x="1522" y="15327"/>
                  </a:lnTo>
                  <a:cubicBezTo>
                    <a:pt x="1352" y="15154"/>
                    <a:pt x="1327" y="14953"/>
                    <a:pt x="1327" y="14850"/>
                  </a:cubicBezTo>
                  <a:cubicBezTo>
                    <a:pt x="1327" y="14745"/>
                    <a:pt x="1352" y="14544"/>
                    <a:pt x="1522" y="14373"/>
                  </a:cubicBezTo>
                  <a:lnTo>
                    <a:pt x="3593" y="12266"/>
                  </a:lnTo>
                  <a:cubicBezTo>
                    <a:pt x="3599" y="12260"/>
                    <a:pt x="3601" y="12251"/>
                    <a:pt x="3607" y="12245"/>
                  </a:cubicBezTo>
                  <a:lnTo>
                    <a:pt x="9202" y="17932"/>
                  </a:lnTo>
                  <a:cubicBezTo>
                    <a:pt x="9196" y="17937"/>
                    <a:pt x="9187" y="17939"/>
                    <a:pt x="9182" y="17945"/>
                  </a:cubicBezTo>
                  <a:moveTo>
                    <a:pt x="6056" y="593"/>
                  </a:moveTo>
                  <a:cubicBezTo>
                    <a:pt x="5675" y="205"/>
                    <a:pt x="5165" y="0"/>
                    <a:pt x="4647" y="0"/>
                  </a:cubicBezTo>
                  <a:cubicBezTo>
                    <a:pt x="4390" y="0"/>
                    <a:pt x="4132" y="49"/>
                    <a:pt x="3885" y="154"/>
                  </a:cubicBezTo>
                  <a:cubicBezTo>
                    <a:pt x="3141" y="467"/>
                    <a:pt x="2655" y="1205"/>
                    <a:pt x="2655" y="2025"/>
                  </a:cubicBezTo>
                  <a:lnTo>
                    <a:pt x="2654" y="11311"/>
                  </a:lnTo>
                  <a:lnTo>
                    <a:pt x="583" y="13418"/>
                  </a:lnTo>
                  <a:cubicBezTo>
                    <a:pt x="-195" y="14208"/>
                    <a:pt x="-195" y="15491"/>
                    <a:pt x="583" y="16281"/>
                  </a:cubicBezTo>
                  <a:lnTo>
                    <a:pt x="5231" y="21006"/>
                  </a:lnTo>
                  <a:cubicBezTo>
                    <a:pt x="5620" y="21402"/>
                    <a:pt x="6131" y="21599"/>
                    <a:pt x="6640" y="21599"/>
                  </a:cubicBezTo>
                  <a:cubicBezTo>
                    <a:pt x="7150" y="21599"/>
                    <a:pt x="7659" y="21402"/>
                    <a:pt x="8048" y="21006"/>
                  </a:cubicBezTo>
                  <a:lnTo>
                    <a:pt x="10121" y="18900"/>
                  </a:lnTo>
                  <a:lnTo>
                    <a:pt x="19255" y="18900"/>
                  </a:lnTo>
                  <a:cubicBezTo>
                    <a:pt x="20062" y="18900"/>
                    <a:pt x="20788" y="18407"/>
                    <a:pt x="21095" y="17650"/>
                  </a:cubicBezTo>
                  <a:cubicBezTo>
                    <a:pt x="21405" y="16893"/>
                    <a:pt x="21234" y="16022"/>
                    <a:pt x="20663" y="15443"/>
                  </a:cubicBezTo>
                  <a:cubicBezTo>
                    <a:pt x="20663" y="15443"/>
                    <a:pt x="6056" y="593"/>
                    <a:pt x="6056" y="59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7" name="AutoShape 138"/>
            <p:cNvSpPr/>
            <p:nvPr/>
          </p:nvSpPr>
          <p:spPr bwMode="auto">
            <a:xfrm>
              <a:off x="4686300" y="1652588"/>
              <a:ext cx="217488" cy="2174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37" y="2880"/>
                  </a:moveTo>
                  <a:lnTo>
                    <a:pt x="1437" y="2885"/>
                  </a:lnTo>
                  <a:cubicBezTo>
                    <a:pt x="10965" y="2885"/>
                    <a:pt x="18717" y="10637"/>
                    <a:pt x="18717" y="20165"/>
                  </a:cubicBezTo>
                  <a:lnTo>
                    <a:pt x="18720" y="20165"/>
                  </a:lnTo>
                  <a:cubicBezTo>
                    <a:pt x="18722" y="20959"/>
                    <a:pt x="19366" y="21600"/>
                    <a:pt x="20160" y="21600"/>
                  </a:cubicBezTo>
                  <a:cubicBezTo>
                    <a:pt x="20955" y="21600"/>
                    <a:pt x="21599" y="20956"/>
                    <a:pt x="21599" y="20160"/>
                  </a:cubicBezTo>
                  <a:cubicBezTo>
                    <a:pt x="21599" y="20155"/>
                    <a:pt x="21597" y="20152"/>
                    <a:pt x="21597" y="20148"/>
                  </a:cubicBezTo>
                  <a:cubicBezTo>
                    <a:pt x="21588" y="9034"/>
                    <a:pt x="12588" y="28"/>
                    <a:pt x="1476" y="8"/>
                  </a:cubicBezTo>
                  <a:cubicBezTo>
                    <a:pt x="1465" y="7"/>
                    <a:pt x="1454" y="0"/>
                    <a:pt x="1440" y="0"/>
                  </a:cubicBezTo>
                  <a:cubicBezTo>
                    <a:pt x="644" y="0"/>
                    <a:pt x="0" y="644"/>
                    <a:pt x="0" y="1440"/>
                  </a:cubicBezTo>
                  <a:cubicBezTo>
                    <a:pt x="0" y="2234"/>
                    <a:pt x="644" y="2878"/>
                    <a:pt x="1437" y="288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89" tIns="20089" rIns="20089" bIns="2008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4130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8" name="文本框 1"/>
          <p:cNvSpPr txBox="1"/>
          <p:nvPr/>
        </p:nvSpPr>
        <p:spPr>
          <a:xfrm>
            <a:off x="4001425" y="1882101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išļîďè"/>
          <p:cNvSpPr txBox="1"/>
          <p:nvPr/>
        </p:nvSpPr>
        <p:spPr bwMode="auto">
          <a:xfrm>
            <a:off x="3985542" y="1537277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50" name="文本框 1"/>
          <p:cNvSpPr txBox="1"/>
          <p:nvPr/>
        </p:nvSpPr>
        <p:spPr>
          <a:xfrm>
            <a:off x="2485046" y="3272663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" name="išļîďè"/>
          <p:cNvSpPr txBox="1"/>
          <p:nvPr/>
        </p:nvSpPr>
        <p:spPr bwMode="auto">
          <a:xfrm>
            <a:off x="2469163" y="2927839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52" name="文本框 1"/>
          <p:cNvSpPr txBox="1"/>
          <p:nvPr/>
        </p:nvSpPr>
        <p:spPr>
          <a:xfrm>
            <a:off x="3585983" y="4663225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3" name="išļîďè"/>
          <p:cNvSpPr txBox="1"/>
          <p:nvPr/>
        </p:nvSpPr>
        <p:spPr bwMode="auto">
          <a:xfrm>
            <a:off x="3570100" y="4333047"/>
            <a:ext cx="2875945" cy="40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54" name="文本框 1"/>
          <p:cNvSpPr txBox="1"/>
          <p:nvPr/>
        </p:nvSpPr>
        <p:spPr>
          <a:xfrm>
            <a:off x="8851327" y="5567544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5" name="išļîďè"/>
          <p:cNvSpPr txBox="1"/>
          <p:nvPr/>
        </p:nvSpPr>
        <p:spPr bwMode="auto">
          <a:xfrm>
            <a:off x="8835444" y="5237366"/>
            <a:ext cx="2875945" cy="40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056440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研究成果与应用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50"/>
          <p:cNvGrpSpPr/>
          <p:nvPr/>
        </p:nvGrpSpPr>
        <p:grpSpPr>
          <a:xfrm>
            <a:off x="3730376" y="1578580"/>
            <a:ext cx="4760865" cy="3548440"/>
            <a:chOff x="3091555" y="1666710"/>
            <a:chExt cx="6008884" cy="4478633"/>
          </a:xfrm>
          <a:solidFill>
            <a:sysClr val="window" lastClr="FFFFFF"/>
          </a:solidFill>
        </p:grpSpPr>
        <p:grpSp>
          <p:nvGrpSpPr>
            <p:cNvPr id="14" name="Group 3"/>
            <p:cNvGrpSpPr/>
            <p:nvPr/>
          </p:nvGrpSpPr>
          <p:grpSpPr>
            <a:xfrm>
              <a:off x="3091555" y="1666710"/>
              <a:ext cx="6008884" cy="4478633"/>
              <a:chOff x="5005784" y="1125225"/>
              <a:chExt cx="7270750" cy="5419147"/>
            </a:xfrm>
            <a:grpFill/>
          </p:grpSpPr>
          <p:sp>
            <p:nvSpPr>
              <p:cNvPr id="37" name="椭圆 36"/>
              <p:cNvSpPr/>
              <p:nvPr/>
            </p:nvSpPr>
            <p:spPr bwMode="auto">
              <a:xfrm>
                <a:off x="5005784" y="3063417"/>
                <a:ext cx="2291773" cy="2291773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>
                <a:outerShdw blurRad="3810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 bwMode="auto">
              <a:xfrm>
                <a:off x="10028057" y="3782122"/>
                <a:ext cx="1831399" cy="1829956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>
                <a:outerShdw blurRad="3810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 bwMode="auto">
              <a:xfrm>
                <a:off x="7486614" y="1125225"/>
                <a:ext cx="3053773" cy="3052329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>
                <a:outerShdw blurRad="3810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 bwMode="auto">
              <a:xfrm>
                <a:off x="7703092" y="4379599"/>
                <a:ext cx="2166215" cy="2164773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>
                <a:outerShdw blurRad="3810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1" name="矩形 4"/>
              <p:cNvSpPr/>
              <p:nvPr/>
            </p:nvSpPr>
            <p:spPr bwMode="auto">
              <a:xfrm rot="19694411">
                <a:off x="5035109" y="2052207"/>
                <a:ext cx="5535672" cy="2702353"/>
              </a:xfrm>
              <a:custGeom>
                <a:avLst/>
                <a:gdLst/>
                <a:ahLst/>
                <a:cxnLst/>
                <a:rect l="l" t="t" r="r" b="b"/>
                <a:pathLst>
                  <a:path w="6636810" h="3240537">
                    <a:moveTo>
                      <a:pt x="5995706" y="329447"/>
                    </a:moveTo>
                    <a:cubicBezTo>
                      <a:pt x="6708608" y="870225"/>
                      <a:pt x="6848141" y="1886532"/>
                      <a:pt x="6307363" y="2599433"/>
                    </a:cubicBezTo>
                    <a:cubicBezTo>
                      <a:pt x="5766586" y="3312335"/>
                      <a:pt x="4750279" y="3451868"/>
                      <a:pt x="4037377" y="2911090"/>
                    </a:cubicBezTo>
                    <a:cubicBezTo>
                      <a:pt x="3834697" y="2757346"/>
                      <a:pt x="3678362" y="2565165"/>
                      <a:pt x="3572521" y="2351592"/>
                    </a:cubicBezTo>
                    <a:cubicBezTo>
                      <a:pt x="3382613" y="2221161"/>
                      <a:pt x="3125137" y="2125355"/>
                      <a:pt x="2835026" y="2089472"/>
                    </a:cubicBezTo>
                    <a:cubicBezTo>
                      <a:pt x="2470925" y="2044438"/>
                      <a:pt x="2133683" y="2103468"/>
                      <a:pt x="1902855" y="2234479"/>
                    </a:cubicBezTo>
                    <a:cubicBezTo>
                      <a:pt x="1508230" y="2603881"/>
                      <a:pt x="893457" y="2645913"/>
                      <a:pt x="448097" y="2308081"/>
                    </a:cubicBezTo>
                    <a:cubicBezTo>
                      <a:pt x="-50183" y="1930106"/>
                      <a:pt x="-147709" y="1219762"/>
                      <a:pt x="230265" y="721482"/>
                    </a:cubicBezTo>
                    <a:cubicBezTo>
                      <a:pt x="608240" y="223202"/>
                      <a:pt x="1318584" y="125676"/>
                      <a:pt x="1816864" y="503651"/>
                    </a:cubicBezTo>
                    <a:cubicBezTo>
                      <a:pt x="1922519" y="583796"/>
                      <a:pt x="2010155" y="678885"/>
                      <a:pt x="2077971" y="784443"/>
                    </a:cubicBezTo>
                    <a:cubicBezTo>
                      <a:pt x="2289760" y="902821"/>
                      <a:pt x="2577725" y="972444"/>
                      <a:pt x="2893769" y="967396"/>
                    </a:cubicBezTo>
                    <a:cubicBezTo>
                      <a:pt x="3168575" y="963007"/>
                      <a:pt x="3420358" y="902868"/>
                      <a:pt x="3617906" y="804590"/>
                    </a:cubicBezTo>
                    <a:cubicBezTo>
                      <a:pt x="3649441" y="748230"/>
                      <a:pt x="3685719" y="693837"/>
                      <a:pt x="3725720" y="641104"/>
                    </a:cubicBezTo>
                    <a:cubicBezTo>
                      <a:pt x="4266498" y="-71797"/>
                      <a:pt x="5282805" y="-211331"/>
                      <a:pt x="5995706" y="329447"/>
                    </a:cubicBezTo>
                    <a:close/>
                  </a:path>
                </a:pathLst>
              </a:cu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2" name="矩形 4"/>
              <p:cNvSpPr/>
              <p:nvPr/>
            </p:nvSpPr>
            <p:spPr bwMode="auto">
              <a:xfrm rot="13415964">
                <a:off x="7511547" y="2326114"/>
                <a:ext cx="4764987" cy="2326127"/>
              </a:xfrm>
              <a:custGeom>
                <a:avLst/>
                <a:gdLst/>
                <a:ahLst/>
                <a:cxnLst/>
                <a:rect l="l" t="t" r="r" b="b"/>
                <a:pathLst>
                  <a:path w="6636810" h="3240537">
                    <a:moveTo>
                      <a:pt x="5995706" y="329447"/>
                    </a:moveTo>
                    <a:cubicBezTo>
                      <a:pt x="6708608" y="870225"/>
                      <a:pt x="6848141" y="1886532"/>
                      <a:pt x="6307363" y="2599433"/>
                    </a:cubicBezTo>
                    <a:cubicBezTo>
                      <a:pt x="5766586" y="3312335"/>
                      <a:pt x="4750279" y="3451868"/>
                      <a:pt x="4037377" y="2911090"/>
                    </a:cubicBezTo>
                    <a:cubicBezTo>
                      <a:pt x="3834697" y="2757346"/>
                      <a:pt x="3678362" y="2565165"/>
                      <a:pt x="3572521" y="2351592"/>
                    </a:cubicBezTo>
                    <a:cubicBezTo>
                      <a:pt x="3382613" y="2221161"/>
                      <a:pt x="3125137" y="2125355"/>
                      <a:pt x="2835026" y="2089472"/>
                    </a:cubicBezTo>
                    <a:cubicBezTo>
                      <a:pt x="2470925" y="2044438"/>
                      <a:pt x="2133683" y="2103468"/>
                      <a:pt x="1902855" y="2234479"/>
                    </a:cubicBezTo>
                    <a:cubicBezTo>
                      <a:pt x="1508230" y="2603881"/>
                      <a:pt x="893457" y="2645913"/>
                      <a:pt x="448097" y="2308081"/>
                    </a:cubicBezTo>
                    <a:cubicBezTo>
                      <a:pt x="-50183" y="1930106"/>
                      <a:pt x="-147709" y="1219762"/>
                      <a:pt x="230265" y="721482"/>
                    </a:cubicBezTo>
                    <a:cubicBezTo>
                      <a:pt x="608240" y="223202"/>
                      <a:pt x="1318584" y="125676"/>
                      <a:pt x="1816864" y="503651"/>
                    </a:cubicBezTo>
                    <a:cubicBezTo>
                      <a:pt x="1922519" y="583796"/>
                      <a:pt x="2010155" y="678885"/>
                      <a:pt x="2077971" y="784443"/>
                    </a:cubicBezTo>
                    <a:cubicBezTo>
                      <a:pt x="2289760" y="902821"/>
                      <a:pt x="2577725" y="972444"/>
                      <a:pt x="2893769" y="967396"/>
                    </a:cubicBezTo>
                    <a:cubicBezTo>
                      <a:pt x="3168575" y="963007"/>
                      <a:pt x="3420358" y="902868"/>
                      <a:pt x="3617906" y="804590"/>
                    </a:cubicBezTo>
                    <a:cubicBezTo>
                      <a:pt x="3649441" y="748230"/>
                      <a:pt x="3685719" y="693837"/>
                      <a:pt x="3725720" y="641104"/>
                    </a:cubicBezTo>
                    <a:cubicBezTo>
                      <a:pt x="4266498" y="-71797"/>
                      <a:pt x="5282805" y="-211331"/>
                      <a:pt x="5995706" y="329447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3" name="矩形 4"/>
              <p:cNvSpPr/>
              <p:nvPr/>
            </p:nvSpPr>
            <p:spPr bwMode="auto">
              <a:xfrm rot="9397107">
                <a:off x="7762262" y="4118384"/>
                <a:ext cx="3867727" cy="1887682"/>
              </a:xfrm>
              <a:custGeom>
                <a:avLst/>
                <a:gdLst/>
                <a:ahLst/>
                <a:cxnLst/>
                <a:rect l="l" t="t" r="r" b="b"/>
                <a:pathLst>
                  <a:path w="6636810" h="3240537">
                    <a:moveTo>
                      <a:pt x="5995706" y="329447"/>
                    </a:moveTo>
                    <a:cubicBezTo>
                      <a:pt x="6708608" y="870225"/>
                      <a:pt x="6848141" y="1886532"/>
                      <a:pt x="6307363" y="2599433"/>
                    </a:cubicBezTo>
                    <a:cubicBezTo>
                      <a:pt x="5766586" y="3312335"/>
                      <a:pt x="4750279" y="3451868"/>
                      <a:pt x="4037377" y="2911090"/>
                    </a:cubicBezTo>
                    <a:cubicBezTo>
                      <a:pt x="3834697" y="2757346"/>
                      <a:pt x="3678362" y="2565165"/>
                      <a:pt x="3572521" y="2351592"/>
                    </a:cubicBezTo>
                    <a:cubicBezTo>
                      <a:pt x="3382613" y="2221161"/>
                      <a:pt x="3125137" y="2125355"/>
                      <a:pt x="2835026" y="2089472"/>
                    </a:cubicBezTo>
                    <a:cubicBezTo>
                      <a:pt x="2470925" y="2044438"/>
                      <a:pt x="2133683" y="2103468"/>
                      <a:pt x="1902855" y="2234479"/>
                    </a:cubicBezTo>
                    <a:cubicBezTo>
                      <a:pt x="1508230" y="2603881"/>
                      <a:pt x="893457" y="2645913"/>
                      <a:pt x="448097" y="2308081"/>
                    </a:cubicBezTo>
                    <a:cubicBezTo>
                      <a:pt x="-50183" y="1930106"/>
                      <a:pt x="-147709" y="1219762"/>
                      <a:pt x="230265" y="721482"/>
                    </a:cubicBezTo>
                    <a:cubicBezTo>
                      <a:pt x="608240" y="223202"/>
                      <a:pt x="1318584" y="125676"/>
                      <a:pt x="1816864" y="503651"/>
                    </a:cubicBezTo>
                    <a:cubicBezTo>
                      <a:pt x="1922519" y="583796"/>
                      <a:pt x="2010155" y="678885"/>
                      <a:pt x="2077971" y="784443"/>
                    </a:cubicBezTo>
                    <a:cubicBezTo>
                      <a:pt x="2289760" y="902821"/>
                      <a:pt x="2577725" y="972444"/>
                      <a:pt x="2893769" y="967396"/>
                    </a:cubicBezTo>
                    <a:cubicBezTo>
                      <a:pt x="3168575" y="963007"/>
                      <a:pt x="3420358" y="902868"/>
                      <a:pt x="3617906" y="804590"/>
                    </a:cubicBezTo>
                    <a:cubicBezTo>
                      <a:pt x="3649441" y="748230"/>
                      <a:pt x="3685719" y="693837"/>
                      <a:pt x="3725720" y="641104"/>
                    </a:cubicBezTo>
                    <a:cubicBezTo>
                      <a:pt x="4266498" y="-71797"/>
                      <a:pt x="5282805" y="-211331"/>
                      <a:pt x="5995706" y="329447"/>
                    </a:cubicBezTo>
                    <a:close/>
                  </a:path>
                </a:pathLst>
              </a:cu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5" name="Freeform 21"/>
            <p:cNvSpPr>
              <a:spLocks noEditPoints="1"/>
            </p:cNvSpPr>
            <p:nvPr/>
          </p:nvSpPr>
          <p:spPr bwMode="auto">
            <a:xfrm>
              <a:off x="5978518" y="2554767"/>
              <a:ext cx="837133" cy="745198"/>
            </a:xfrm>
            <a:custGeom>
              <a:avLst/>
              <a:gdLst>
                <a:gd name="T0" fmla="*/ 62 w 401"/>
                <a:gd name="T1" fmla="*/ 116 h 357"/>
                <a:gd name="T2" fmla="*/ 117 w 401"/>
                <a:gd name="T3" fmla="*/ 135 h 357"/>
                <a:gd name="T4" fmla="*/ 124 w 401"/>
                <a:gd name="T5" fmla="*/ 133 h 357"/>
                <a:gd name="T6" fmla="*/ 155 w 401"/>
                <a:gd name="T7" fmla="*/ 106 h 357"/>
                <a:gd name="T8" fmla="*/ 156 w 401"/>
                <a:gd name="T9" fmla="*/ 100 h 357"/>
                <a:gd name="T10" fmla="*/ 141 w 401"/>
                <a:gd name="T11" fmla="*/ 81 h 357"/>
                <a:gd name="T12" fmla="*/ 219 w 401"/>
                <a:gd name="T13" fmla="*/ 1 h 357"/>
                <a:gd name="T14" fmla="*/ 160 w 401"/>
                <a:gd name="T15" fmla="*/ 1 h 357"/>
                <a:gd name="T16" fmla="*/ 86 w 401"/>
                <a:gd name="T17" fmla="*/ 39 h 357"/>
                <a:gd name="T18" fmla="*/ 55 w 401"/>
                <a:gd name="T19" fmla="*/ 63 h 357"/>
                <a:gd name="T20" fmla="*/ 43 w 401"/>
                <a:gd name="T21" fmla="*/ 90 h 357"/>
                <a:gd name="T22" fmla="*/ 18 w 401"/>
                <a:gd name="T23" fmla="*/ 98 h 357"/>
                <a:gd name="T24" fmla="*/ 3 w 401"/>
                <a:gd name="T25" fmla="*/ 110 h 357"/>
                <a:gd name="T26" fmla="*/ 2 w 401"/>
                <a:gd name="T27" fmla="*/ 120 h 357"/>
                <a:gd name="T28" fmla="*/ 30 w 401"/>
                <a:gd name="T29" fmla="*/ 150 h 357"/>
                <a:gd name="T30" fmla="*/ 41 w 401"/>
                <a:gd name="T31" fmla="*/ 152 h 357"/>
                <a:gd name="T32" fmla="*/ 55 w 401"/>
                <a:gd name="T33" fmla="*/ 139 h 357"/>
                <a:gd name="T34" fmla="*/ 62 w 401"/>
                <a:gd name="T35" fmla="*/ 116 h 357"/>
                <a:gd name="T36" fmla="*/ 177 w 401"/>
                <a:gd name="T37" fmla="*/ 126 h 357"/>
                <a:gd name="T38" fmla="*/ 169 w 401"/>
                <a:gd name="T39" fmla="*/ 125 h 357"/>
                <a:gd name="T40" fmla="*/ 140 w 401"/>
                <a:gd name="T41" fmla="*/ 150 h 357"/>
                <a:gd name="T42" fmla="*/ 139 w 401"/>
                <a:gd name="T43" fmla="*/ 158 h 357"/>
                <a:gd name="T44" fmla="*/ 305 w 401"/>
                <a:gd name="T45" fmla="*/ 347 h 357"/>
                <a:gd name="T46" fmla="*/ 320 w 401"/>
                <a:gd name="T47" fmla="*/ 348 h 357"/>
                <a:gd name="T48" fmla="*/ 340 w 401"/>
                <a:gd name="T49" fmla="*/ 332 h 357"/>
                <a:gd name="T50" fmla="*/ 341 w 401"/>
                <a:gd name="T51" fmla="*/ 317 h 357"/>
                <a:gd name="T52" fmla="*/ 177 w 401"/>
                <a:gd name="T53" fmla="*/ 126 h 357"/>
                <a:gd name="T54" fmla="*/ 398 w 401"/>
                <a:gd name="T55" fmla="*/ 46 h 357"/>
                <a:gd name="T56" fmla="*/ 389 w 401"/>
                <a:gd name="T57" fmla="*/ 42 h 357"/>
                <a:gd name="T58" fmla="*/ 369 w 401"/>
                <a:gd name="T59" fmla="*/ 72 h 357"/>
                <a:gd name="T60" fmla="*/ 331 w 401"/>
                <a:gd name="T61" fmla="*/ 80 h 357"/>
                <a:gd name="T62" fmla="*/ 320 w 401"/>
                <a:gd name="T63" fmla="*/ 45 h 357"/>
                <a:gd name="T64" fmla="*/ 338 w 401"/>
                <a:gd name="T65" fmla="*/ 13 h 357"/>
                <a:gd name="T66" fmla="*/ 330 w 401"/>
                <a:gd name="T67" fmla="*/ 6 h 357"/>
                <a:gd name="T68" fmla="*/ 274 w 401"/>
                <a:gd name="T69" fmla="*/ 51 h 357"/>
                <a:gd name="T70" fmla="*/ 257 w 401"/>
                <a:gd name="T71" fmla="*/ 121 h 357"/>
                <a:gd name="T72" fmla="*/ 230 w 401"/>
                <a:gd name="T73" fmla="*/ 149 h 357"/>
                <a:gd name="T74" fmla="*/ 257 w 401"/>
                <a:gd name="T75" fmla="*/ 181 h 357"/>
                <a:gd name="T76" fmla="*/ 290 w 401"/>
                <a:gd name="T77" fmla="*/ 149 h 357"/>
                <a:gd name="T78" fmla="*/ 330 w 401"/>
                <a:gd name="T79" fmla="*/ 137 h 357"/>
                <a:gd name="T80" fmla="*/ 391 w 401"/>
                <a:gd name="T81" fmla="*/ 112 h 357"/>
                <a:gd name="T82" fmla="*/ 398 w 401"/>
                <a:gd name="T83" fmla="*/ 46 h 357"/>
                <a:gd name="T84" fmla="*/ 55 w 401"/>
                <a:gd name="T85" fmla="*/ 319 h 357"/>
                <a:gd name="T86" fmla="*/ 55 w 401"/>
                <a:gd name="T87" fmla="*/ 334 h 357"/>
                <a:gd name="T88" fmla="*/ 74 w 401"/>
                <a:gd name="T89" fmla="*/ 353 h 357"/>
                <a:gd name="T90" fmla="*/ 89 w 401"/>
                <a:gd name="T91" fmla="*/ 351 h 357"/>
                <a:gd name="T92" fmla="*/ 187 w 401"/>
                <a:gd name="T93" fmla="*/ 254 h 357"/>
                <a:gd name="T94" fmla="*/ 157 w 401"/>
                <a:gd name="T95" fmla="*/ 220 h 357"/>
                <a:gd name="T96" fmla="*/ 55 w 401"/>
                <a:gd name="T97" fmla="*/ 319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01" h="357">
                  <a:moveTo>
                    <a:pt x="62" y="116"/>
                  </a:moveTo>
                  <a:cubicBezTo>
                    <a:pt x="81" y="101"/>
                    <a:pt x="97" y="111"/>
                    <a:pt x="117" y="135"/>
                  </a:cubicBezTo>
                  <a:cubicBezTo>
                    <a:pt x="120" y="138"/>
                    <a:pt x="123" y="135"/>
                    <a:pt x="124" y="133"/>
                  </a:cubicBezTo>
                  <a:cubicBezTo>
                    <a:pt x="126" y="132"/>
                    <a:pt x="154" y="107"/>
                    <a:pt x="155" y="106"/>
                  </a:cubicBezTo>
                  <a:cubicBezTo>
                    <a:pt x="156" y="105"/>
                    <a:pt x="158" y="102"/>
                    <a:pt x="156" y="100"/>
                  </a:cubicBezTo>
                  <a:cubicBezTo>
                    <a:pt x="154" y="98"/>
                    <a:pt x="146" y="88"/>
                    <a:pt x="141" y="81"/>
                  </a:cubicBezTo>
                  <a:cubicBezTo>
                    <a:pt x="105" y="34"/>
                    <a:pt x="240" y="2"/>
                    <a:pt x="219" y="1"/>
                  </a:cubicBezTo>
                  <a:cubicBezTo>
                    <a:pt x="208" y="1"/>
                    <a:pt x="166" y="0"/>
                    <a:pt x="160" y="1"/>
                  </a:cubicBezTo>
                  <a:cubicBezTo>
                    <a:pt x="134" y="4"/>
                    <a:pt x="102" y="28"/>
                    <a:pt x="86" y="39"/>
                  </a:cubicBezTo>
                  <a:cubicBezTo>
                    <a:pt x="64" y="53"/>
                    <a:pt x="57" y="62"/>
                    <a:pt x="55" y="63"/>
                  </a:cubicBezTo>
                  <a:cubicBezTo>
                    <a:pt x="49" y="68"/>
                    <a:pt x="54" y="80"/>
                    <a:pt x="43" y="90"/>
                  </a:cubicBezTo>
                  <a:cubicBezTo>
                    <a:pt x="32" y="100"/>
                    <a:pt x="25" y="92"/>
                    <a:pt x="18" y="98"/>
                  </a:cubicBezTo>
                  <a:cubicBezTo>
                    <a:pt x="15" y="101"/>
                    <a:pt x="5" y="108"/>
                    <a:pt x="3" y="110"/>
                  </a:cubicBezTo>
                  <a:cubicBezTo>
                    <a:pt x="0" y="113"/>
                    <a:pt x="0" y="117"/>
                    <a:pt x="2" y="120"/>
                  </a:cubicBezTo>
                  <a:cubicBezTo>
                    <a:pt x="2" y="120"/>
                    <a:pt x="28" y="148"/>
                    <a:pt x="30" y="150"/>
                  </a:cubicBezTo>
                  <a:cubicBezTo>
                    <a:pt x="32" y="153"/>
                    <a:pt x="38" y="155"/>
                    <a:pt x="41" y="152"/>
                  </a:cubicBezTo>
                  <a:cubicBezTo>
                    <a:pt x="45" y="149"/>
                    <a:pt x="54" y="141"/>
                    <a:pt x="55" y="139"/>
                  </a:cubicBezTo>
                  <a:cubicBezTo>
                    <a:pt x="57" y="138"/>
                    <a:pt x="54" y="122"/>
                    <a:pt x="62" y="116"/>
                  </a:cubicBezTo>
                  <a:close/>
                  <a:moveTo>
                    <a:pt x="177" y="126"/>
                  </a:moveTo>
                  <a:cubicBezTo>
                    <a:pt x="174" y="123"/>
                    <a:pt x="171" y="123"/>
                    <a:pt x="169" y="125"/>
                  </a:cubicBezTo>
                  <a:cubicBezTo>
                    <a:pt x="140" y="150"/>
                    <a:pt x="140" y="150"/>
                    <a:pt x="140" y="150"/>
                  </a:cubicBezTo>
                  <a:cubicBezTo>
                    <a:pt x="138" y="152"/>
                    <a:pt x="137" y="156"/>
                    <a:pt x="139" y="158"/>
                  </a:cubicBezTo>
                  <a:cubicBezTo>
                    <a:pt x="305" y="347"/>
                    <a:pt x="305" y="347"/>
                    <a:pt x="305" y="347"/>
                  </a:cubicBezTo>
                  <a:cubicBezTo>
                    <a:pt x="309" y="352"/>
                    <a:pt x="316" y="352"/>
                    <a:pt x="320" y="348"/>
                  </a:cubicBezTo>
                  <a:cubicBezTo>
                    <a:pt x="340" y="332"/>
                    <a:pt x="340" y="332"/>
                    <a:pt x="340" y="332"/>
                  </a:cubicBezTo>
                  <a:cubicBezTo>
                    <a:pt x="344" y="328"/>
                    <a:pt x="345" y="321"/>
                    <a:pt x="341" y="317"/>
                  </a:cubicBezTo>
                  <a:lnTo>
                    <a:pt x="177" y="126"/>
                  </a:lnTo>
                  <a:close/>
                  <a:moveTo>
                    <a:pt x="398" y="46"/>
                  </a:moveTo>
                  <a:cubicBezTo>
                    <a:pt x="396" y="36"/>
                    <a:pt x="391" y="38"/>
                    <a:pt x="389" y="42"/>
                  </a:cubicBezTo>
                  <a:cubicBezTo>
                    <a:pt x="386" y="46"/>
                    <a:pt x="374" y="64"/>
                    <a:pt x="369" y="72"/>
                  </a:cubicBezTo>
                  <a:cubicBezTo>
                    <a:pt x="364" y="80"/>
                    <a:pt x="353" y="96"/>
                    <a:pt x="331" y="80"/>
                  </a:cubicBezTo>
                  <a:cubicBezTo>
                    <a:pt x="308" y="64"/>
                    <a:pt x="316" y="53"/>
                    <a:pt x="320" y="45"/>
                  </a:cubicBezTo>
                  <a:cubicBezTo>
                    <a:pt x="324" y="38"/>
                    <a:pt x="336" y="16"/>
                    <a:pt x="338" y="13"/>
                  </a:cubicBezTo>
                  <a:cubicBezTo>
                    <a:pt x="340" y="11"/>
                    <a:pt x="338" y="3"/>
                    <a:pt x="330" y="6"/>
                  </a:cubicBezTo>
                  <a:cubicBezTo>
                    <a:pt x="323" y="9"/>
                    <a:pt x="280" y="27"/>
                    <a:pt x="274" y="51"/>
                  </a:cubicBezTo>
                  <a:cubicBezTo>
                    <a:pt x="268" y="76"/>
                    <a:pt x="279" y="99"/>
                    <a:pt x="257" y="121"/>
                  </a:cubicBezTo>
                  <a:cubicBezTo>
                    <a:pt x="230" y="149"/>
                    <a:pt x="230" y="149"/>
                    <a:pt x="230" y="149"/>
                  </a:cubicBezTo>
                  <a:cubicBezTo>
                    <a:pt x="257" y="181"/>
                    <a:pt x="257" y="181"/>
                    <a:pt x="257" y="181"/>
                  </a:cubicBezTo>
                  <a:cubicBezTo>
                    <a:pt x="290" y="149"/>
                    <a:pt x="290" y="149"/>
                    <a:pt x="290" y="149"/>
                  </a:cubicBezTo>
                  <a:cubicBezTo>
                    <a:pt x="298" y="141"/>
                    <a:pt x="315" y="134"/>
                    <a:pt x="330" y="137"/>
                  </a:cubicBezTo>
                  <a:cubicBezTo>
                    <a:pt x="363" y="144"/>
                    <a:pt x="381" y="132"/>
                    <a:pt x="391" y="112"/>
                  </a:cubicBezTo>
                  <a:cubicBezTo>
                    <a:pt x="401" y="94"/>
                    <a:pt x="399" y="56"/>
                    <a:pt x="398" y="46"/>
                  </a:cubicBezTo>
                  <a:close/>
                  <a:moveTo>
                    <a:pt x="55" y="319"/>
                  </a:moveTo>
                  <a:cubicBezTo>
                    <a:pt x="50" y="323"/>
                    <a:pt x="50" y="330"/>
                    <a:pt x="55" y="334"/>
                  </a:cubicBezTo>
                  <a:cubicBezTo>
                    <a:pt x="74" y="353"/>
                    <a:pt x="74" y="353"/>
                    <a:pt x="74" y="353"/>
                  </a:cubicBezTo>
                  <a:cubicBezTo>
                    <a:pt x="78" y="357"/>
                    <a:pt x="84" y="355"/>
                    <a:pt x="89" y="351"/>
                  </a:cubicBezTo>
                  <a:cubicBezTo>
                    <a:pt x="187" y="254"/>
                    <a:pt x="187" y="254"/>
                    <a:pt x="187" y="254"/>
                  </a:cubicBezTo>
                  <a:cubicBezTo>
                    <a:pt x="157" y="220"/>
                    <a:pt x="157" y="220"/>
                    <a:pt x="157" y="220"/>
                  </a:cubicBezTo>
                  <a:lnTo>
                    <a:pt x="55" y="3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6429" tIns="48214" rIns="96429" bIns="4821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16" name="Group 18"/>
            <p:cNvGrpSpPr/>
            <p:nvPr/>
          </p:nvGrpSpPr>
          <p:grpSpPr>
            <a:xfrm>
              <a:off x="7720651" y="4331747"/>
              <a:ext cx="561856" cy="562817"/>
              <a:chOff x="9145588" y="4435475"/>
              <a:chExt cx="464344" cy="465138"/>
            </a:xfrm>
            <a:grpFill/>
          </p:grpSpPr>
          <p:sp>
            <p:nvSpPr>
              <p:cNvPr id="28" name="AutoShape 7"/>
              <p:cNvSpPr/>
              <p:nvPr/>
            </p:nvSpPr>
            <p:spPr bwMode="auto">
              <a:xfrm>
                <a:off x="9145588" y="4435475"/>
                <a:ext cx="464344" cy="465138"/>
              </a:xfrm>
              <a:custGeom>
                <a:avLst/>
                <a:gdLst>
                  <a:gd name="T0" fmla="+- 0 10800 1271"/>
                  <a:gd name="T1" fmla="*/ T0 w 19058"/>
                  <a:gd name="T2" fmla="+- 0 10799 1270"/>
                  <a:gd name="T3" fmla="*/ 10799 h 19059"/>
                  <a:gd name="T4" fmla="+- 0 10800 1271"/>
                  <a:gd name="T5" fmla="*/ T4 w 19058"/>
                  <a:gd name="T6" fmla="+- 0 10799 1270"/>
                  <a:gd name="T7" fmla="*/ 10799 h 19059"/>
                  <a:gd name="T8" fmla="+- 0 10800 1271"/>
                  <a:gd name="T9" fmla="*/ T8 w 19058"/>
                  <a:gd name="T10" fmla="+- 0 10799 1270"/>
                  <a:gd name="T11" fmla="*/ 10799 h 19059"/>
                  <a:gd name="T12" fmla="+- 0 10800 1271"/>
                  <a:gd name="T13" fmla="*/ T12 w 19058"/>
                  <a:gd name="T14" fmla="+- 0 10799 1270"/>
                  <a:gd name="T15" fmla="*/ 10799 h 190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8" h="19059">
                    <a:moveTo>
                      <a:pt x="6430" y="17268"/>
                    </a:moveTo>
                    <a:cubicBezTo>
                      <a:pt x="2162" y="15559"/>
                      <a:pt x="82" y="10698"/>
                      <a:pt x="1790" y="6431"/>
                    </a:cubicBezTo>
                    <a:cubicBezTo>
                      <a:pt x="3499" y="2164"/>
                      <a:pt x="8360" y="81"/>
                      <a:pt x="12627" y="1791"/>
                    </a:cubicBezTo>
                    <a:cubicBezTo>
                      <a:pt x="16894" y="3499"/>
                      <a:pt x="18975" y="8361"/>
                      <a:pt x="17267" y="12628"/>
                    </a:cubicBezTo>
                    <a:cubicBezTo>
                      <a:pt x="15558" y="16895"/>
                      <a:pt x="10696" y="18976"/>
                      <a:pt x="6430" y="17268"/>
                    </a:cubicBezTo>
                    <a:moveTo>
                      <a:pt x="13070" y="685"/>
                    </a:moveTo>
                    <a:cubicBezTo>
                      <a:pt x="8186" y="-1270"/>
                      <a:pt x="2641" y="1103"/>
                      <a:pt x="685" y="5987"/>
                    </a:cubicBezTo>
                    <a:cubicBezTo>
                      <a:pt x="-1271" y="10872"/>
                      <a:pt x="1103" y="16418"/>
                      <a:pt x="5987" y="18373"/>
                    </a:cubicBezTo>
                    <a:cubicBezTo>
                      <a:pt x="10871" y="20330"/>
                      <a:pt x="16416" y="17955"/>
                      <a:pt x="18373" y="13071"/>
                    </a:cubicBezTo>
                    <a:cubicBezTo>
                      <a:pt x="20329" y="8186"/>
                      <a:pt x="17954" y="2641"/>
                      <a:pt x="13070" y="68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AutoShape 8"/>
              <p:cNvSpPr/>
              <p:nvPr/>
            </p:nvSpPr>
            <p:spPr bwMode="auto">
              <a:xfrm>
                <a:off x="9348788" y="4638675"/>
                <a:ext cx="57944" cy="57944"/>
              </a:xfrm>
              <a:custGeom>
                <a:avLst/>
                <a:gdLst>
                  <a:gd name="T0" fmla="+- 0 10801 1272"/>
                  <a:gd name="T1" fmla="*/ T0 w 19059"/>
                  <a:gd name="T2" fmla="+- 0 10800 1272"/>
                  <a:gd name="T3" fmla="*/ 10800 h 19056"/>
                  <a:gd name="T4" fmla="+- 0 10801 1272"/>
                  <a:gd name="T5" fmla="*/ T4 w 19059"/>
                  <a:gd name="T6" fmla="+- 0 10800 1272"/>
                  <a:gd name="T7" fmla="*/ 10800 h 19056"/>
                  <a:gd name="T8" fmla="+- 0 10801 1272"/>
                  <a:gd name="T9" fmla="*/ T8 w 19059"/>
                  <a:gd name="T10" fmla="+- 0 10800 1272"/>
                  <a:gd name="T11" fmla="*/ 10800 h 19056"/>
                  <a:gd name="T12" fmla="+- 0 10801 1272"/>
                  <a:gd name="T13" fmla="*/ T12 w 19059"/>
                  <a:gd name="T14" fmla="+- 0 10800 1272"/>
                  <a:gd name="T15" fmla="*/ 10800 h 190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6">
                    <a:moveTo>
                      <a:pt x="7753" y="13951"/>
                    </a:moveTo>
                    <a:cubicBezTo>
                      <a:pt x="5315" y="12969"/>
                      <a:pt x="4129" y="10197"/>
                      <a:pt x="5101" y="7755"/>
                    </a:cubicBezTo>
                    <a:cubicBezTo>
                      <a:pt x="6083" y="5323"/>
                      <a:pt x="8860" y="4132"/>
                      <a:pt x="11298" y="5104"/>
                    </a:cubicBezTo>
                    <a:cubicBezTo>
                      <a:pt x="13735" y="6081"/>
                      <a:pt x="14926" y="8858"/>
                      <a:pt x="13949" y="11300"/>
                    </a:cubicBezTo>
                    <a:cubicBezTo>
                      <a:pt x="12972" y="13737"/>
                      <a:pt x="10195" y="14923"/>
                      <a:pt x="7753" y="13951"/>
                    </a:cubicBezTo>
                    <a:moveTo>
                      <a:pt x="13070" y="686"/>
                    </a:moveTo>
                    <a:cubicBezTo>
                      <a:pt x="8190" y="-1272"/>
                      <a:pt x="2640" y="1104"/>
                      <a:pt x="686" y="5988"/>
                    </a:cubicBezTo>
                    <a:cubicBezTo>
                      <a:pt x="-1272" y="10872"/>
                      <a:pt x="1105" y="16416"/>
                      <a:pt x="5985" y="18369"/>
                    </a:cubicBezTo>
                    <a:cubicBezTo>
                      <a:pt x="10870" y="20328"/>
                      <a:pt x="16415" y="17951"/>
                      <a:pt x="18374" y="13072"/>
                    </a:cubicBezTo>
                    <a:cubicBezTo>
                      <a:pt x="20328" y="8188"/>
                      <a:pt x="17960" y="2644"/>
                      <a:pt x="13070" y="68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AutoShape 9"/>
              <p:cNvSpPr/>
              <p:nvPr/>
            </p:nvSpPr>
            <p:spPr bwMode="auto">
              <a:xfrm>
                <a:off x="9290050" y="4580732"/>
                <a:ext cx="174625" cy="174625"/>
              </a:xfrm>
              <a:custGeom>
                <a:avLst/>
                <a:gdLst>
                  <a:gd name="T0" fmla="+- 0 10800 1271"/>
                  <a:gd name="T1" fmla="*/ T0 w 19059"/>
                  <a:gd name="T2" fmla="+- 0 10800 1271"/>
                  <a:gd name="T3" fmla="*/ 10800 h 19058"/>
                  <a:gd name="T4" fmla="+- 0 10800 1271"/>
                  <a:gd name="T5" fmla="*/ T4 w 19059"/>
                  <a:gd name="T6" fmla="+- 0 10800 1271"/>
                  <a:gd name="T7" fmla="*/ 10800 h 19058"/>
                  <a:gd name="T8" fmla="+- 0 10800 1271"/>
                  <a:gd name="T9" fmla="*/ T8 w 19059"/>
                  <a:gd name="T10" fmla="+- 0 10800 1271"/>
                  <a:gd name="T11" fmla="*/ 10800 h 19058"/>
                  <a:gd name="T12" fmla="+- 0 10800 1271"/>
                  <a:gd name="T13" fmla="*/ T12 w 19059"/>
                  <a:gd name="T14" fmla="+- 0 10800 1271"/>
                  <a:gd name="T15" fmla="*/ 10800 h 1905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8">
                    <a:moveTo>
                      <a:pt x="7169" y="15424"/>
                    </a:moveTo>
                    <a:cubicBezTo>
                      <a:pt x="3916" y="14123"/>
                      <a:pt x="2331" y="10417"/>
                      <a:pt x="3632" y="7167"/>
                    </a:cubicBezTo>
                    <a:cubicBezTo>
                      <a:pt x="4934" y="3917"/>
                      <a:pt x="8638" y="2331"/>
                      <a:pt x="11889" y="3632"/>
                    </a:cubicBezTo>
                    <a:cubicBezTo>
                      <a:pt x="15141" y="4934"/>
                      <a:pt x="16728" y="8640"/>
                      <a:pt x="15425" y="11890"/>
                    </a:cubicBezTo>
                    <a:cubicBezTo>
                      <a:pt x="14124" y="15140"/>
                      <a:pt x="10419" y="16728"/>
                      <a:pt x="7169" y="15424"/>
                    </a:cubicBezTo>
                    <a:moveTo>
                      <a:pt x="13071" y="685"/>
                    </a:moveTo>
                    <a:cubicBezTo>
                      <a:pt x="8186" y="-1271"/>
                      <a:pt x="2639" y="1104"/>
                      <a:pt x="686" y="5987"/>
                    </a:cubicBezTo>
                    <a:cubicBezTo>
                      <a:pt x="-1271" y="10871"/>
                      <a:pt x="1104" y="16416"/>
                      <a:pt x="5987" y="18372"/>
                    </a:cubicBezTo>
                    <a:cubicBezTo>
                      <a:pt x="10874" y="20329"/>
                      <a:pt x="16418" y="17955"/>
                      <a:pt x="18375" y="13070"/>
                    </a:cubicBezTo>
                    <a:cubicBezTo>
                      <a:pt x="20328" y="8186"/>
                      <a:pt x="17956" y="2641"/>
                      <a:pt x="13071" y="68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AutoShape 10"/>
              <p:cNvSpPr/>
              <p:nvPr/>
            </p:nvSpPr>
            <p:spPr bwMode="auto">
              <a:xfrm>
                <a:off x="9406732" y="4696619"/>
                <a:ext cx="72231" cy="74613"/>
              </a:xfrm>
              <a:custGeom>
                <a:avLst/>
                <a:gdLst>
                  <a:gd name="T0" fmla="+- 0 10804 288"/>
                  <a:gd name="T1" fmla="*/ T0 w 21033"/>
                  <a:gd name="T2" fmla="+- 0 10798 277"/>
                  <a:gd name="T3" fmla="*/ 10798 h 21043"/>
                  <a:gd name="T4" fmla="+- 0 10804 288"/>
                  <a:gd name="T5" fmla="*/ T4 w 21033"/>
                  <a:gd name="T6" fmla="+- 0 10798 277"/>
                  <a:gd name="T7" fmla="*/ 10798 h 21043"/>
                  <a:gd name="T8" fmla="+- 0 10804 288"/>
                  <a:gd name="T9" fmla="*/ T8 w 21033"/>
                  <a:gd name="T10" fmla="+- 0 10798 277"/>
                  <a:gd name="T11" fmla="*/ 10798 h 21043"/>
                  <a:gd name="T12" fmla="+- 0 10804 288"/>
                  <a:gd name="T13" fmla="*/ T12 w 21033"/>
                  <a:gd name="T14" fmla="+- 0 10798 277"/>
                  <a:gd name="T15" fmla="*/ 10798 h 2104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3" h="21043">
                    <a:moveTo>
                      <a:pt x="20881" y="2825"/>
                    </a:moveTo>
                    <a:cubicBezTo>
                      <a:pt x="21312" y="1771"/>
                      <a:pt x="20787" y="572"/>
                      <a:pt x="19713" y="149"/>
                    </a:cubicBezTo>
                    <a:cubicBezTo>
                      <a:pt x="18636" y="-277"/>
                      <a:pt x="17414" y="238"/>
                      <a:pt x="16984" y="1296"/>
                    </a:cubicBezTo>
                    <a:lnTo>
                      <a:pt x="16980" y="1292"/>
                    </a:lnTo>
                    <a:cubicBezTo>
                      <a:pt x="13964" y="8692"/>
                      <a:pt x="8182" y="14184"/>
                      <a:pt x="1269" y="17089"/>
                    </a:cubicBezTo>
                    <a:cubicBezTo>
                      <a:pt x="207" y="17536"/>
                      <a:pt x="-288" y="18747"/>
                      <a:pt x="170" y="19789"/>
                    </a:cubicBezTo>
                    <a:cubicBezTo>
                      <a:pt x="629" y="20840"/>
                      <a:pt x="1863" y="21323"/>
                      <a:pt x="2924" y="20876"/>
                    </a:cubicBezTo>
                    <a:cubicBezTo>
                      <a:pt x="2961" y="20860"/>
                      <a:pt x="2982" y="20828"/>
                      <a:pt x="3014" y="20815"/>
                    </a:cubicBezTo>
                    <a:cubicBezTo>
                      <a:pt x="10874" y="17480"/>
                      <a:pt x="17451" y="11227"/>
                      <a:pt x="20877" y="2825"/>
                    </a:cubicBezTo>
                    <a:cubicBezTo>
                      <a:pt x="20877" y="2825"/>
                      <a:pt x="20881" y="2825"/>
                      <a:pt x="20881" y="282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AutoShape 11"/>
              <p:cNvSpPr/>
              <p:nvPr/>
            </p:nvSpPr>
            <p:spPr bwMode="auto">
              <a:xfrm>
                <a:off x="9435307" y="4725988"/>
                <a:ext cx="103981" cy="106363"/>
              </a:xfrm>
              <a:custGeom>
                <a:avLst/>
                <a:gdLst>
                  <a:gd name="T0" fmla="+- 0 10803 203"/>
                  <a:gd name="T1" fmla="*/ T0 w 21201"/>
                  <a:gd name="T2" fmla="+- 0 10798 194"/>
                  <a:gd name="T3" fmla="*/ 10798 h 21209"/>
                  <a:gd name="T4" fmla="+- 0 10803 203"/>
                  <a:gd name="T5" fmla="*/ T4 w 21201"/>
                  <a:gd name="T6" fmla="+- 0 10798 194"/>
                  <a:gd name="T7" fmla="*/ 10798 h 21209"/>
                  <a:gd name="T8" fmla="+- 0 10803 203"/>
                  <a:gd name="T9" fmla="*/ T8 w 21201"/>
                  <a:gd name="T10" fmla="+- 0 10798 194"/>
                  <a:gd name="T11" fmla="*/ 10798 h 21209"/>
                  <a:gd name="T12" fmla="+- 0 10803 203"/>
                  <a:gd name="T13" fmla="*/ T12 w 21201"/>
                  <a:gd name="T14" fmla="+- 0 10798 194"/>
                  <a:gd name="T15" fmla="*/ 10798 h 2120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201" h="21209">
                    <a:moveTo>
                      <a:pt x="20267" y="104"/>
                    </a:moveTo>
                    <a:cubicBezTo>
                      <a:pt x="19508" y="-194"/>
                      <a:pt x="18645" y="169"/>
                      <a:pt x="18339" y="912"/>
                    </a:cubicBezTo>
                    <a:cubicBezTo>
                      <a:pt x="14991" y="9110"/>
                      <a:pt x="8568" y="15198"/>
                      <a:pt x="894" y="18420"/>
                    </a:cubicBezTo>
                    <a:cubicBezTo>
                      <a:pt x="144" y="18735"/>
                      <a:pt x="-203" y="19589"/>
                      <a:pt x="121" y="20327"/>
                    </a:cubicBezTo>
                    <a:cubicBezTo>
                      <a:pt x="442" y="21068"/>
                      <a:pt x="1314" y="21406"/>
                      <a:pt x="2067" y="21090"/>
                    </a:cubicBezTo>
                    <a:cubicBezTo>
                      <a:pt x="2102" y="21073"/>
                      <a:pt x="2125" y="21042"/>
                      <a:pt x="2159" y="21025"/>
                    </a:cubicBezTo>
                    <a:cubicBezTo>
                      <a:pt x="10491" y="17500"/>
                      <a:pt x="17461" y="10881"/>
                      <a:pt x="21095" y="1994"/>
                    </a:cubicBezTo>
                    <a:cubicBezTo>
                      <a:pt x="21397" y="1250"/>
                      <a:pt x="21026" y="404"/>
                      <a:pt x="20267" y="10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AutoShape 12"/>
              <p:cNvSpPr/>
              <p:nvPr/>
            </p:nvSpPr>
            <p:spPr bwMode="auto">
              <a:xfrm>
                <a:off x="9421019" y="4711700"/>
                <a:ext cx="88106" cy="89694"/>
              </a:xfrm>
              <a:custGeom>
                <a:avLst/>
                <a:gdLst>
                  <a:gd name="T0" fmla="+- 0 10802 238"/>
                  <a:gd name="T1" fmla="*/ T0 w 21128"/>
                  <a:gd name="T2" fmla="+- 0 10797 227"/>
                  <a:gd name="T3" fmla="*/ 10797 h 21141"/>
                  <a:gd name="T4" fmla="+- 0 10802 238"/>
                  <a:gd name="T5" fmla="*/ T4 w 21128"/>
                  <a:gd name="T6" fmla="+- 0 10797 227"/>
                  <a:gd name="T7" fmla="*/ 10797 h 21141"/>
                  <a:gd name="T8" fmla="+- 0 10802 238"/>
                  <a:gd name="T9" fmla="*/ T8 w 21128"/>
                  <a:gd name="T10" fmla="+- 0 10797 227"/>
                  <a:gd name="T11" fmla="*/ 10797 h 21141"/>
                  <a:gd name="T12" fmla="+- 0 10802 238"/>
                  <a:gd name="T13" fmla="*/ T12 w 21128"/>
                  <a:gd name="T14" fmla="+- 0 10797 227"/>
                  <a:gd name="T15" fmla="*/ 10797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8" h="21141">
                    <a:moveTo>
                      <a:pt x="20035" y="122"/>
                    </a:moveTo>
                    <a:cubicBezTo>
                      <a:pt x="19142" y="-227"/>
                      <a:pt x="18134" y="195"/>
                      <a:pt x="17778" y="1071"/>
                    </a:cubicBezTo>
                    <a:cubicBezTo>
                      <a:pt x="14571" y="8936"/>
                      <a:pt x="8412" y="14778"/>
                      <a:pt x="1051" y="17867"/>
                    </a:cubicBezTo>
                    <a:lnTo>
                      <a:pt x="1054" y="17867"/>
                    </a:lnTo>
                    <a:cubicBezTo>
                      <a:pt x="172" y="18240"/>
                      <a:pt x="-238" y="19242"/>
                      <a:pt x="142" y="20108"/>
                    </a:cubicBezTo>
                    <a:cubicBezTo>
                      <a:pt x="522" y="20973"/>
                      <a:pt x="1543" y="21372"/>
                      <a:pt x="2425" y="21003"/>
                    </a:cubicBezTo>
                    <a:cubicBezTo>
                      <a:pt x="2459" y="20986"/>
                      <a:pt x="2476" y="20956"/>
                      <a:pt x="2514" y="20936"/>
                    </a:cubicBezTo>
                    <a:cubicBezTo>
                      <a:pt x="10651" y="17491"/>
                      <a:pt x="17459" y="11027"/>
                      <a:pt x="21002" y="2339"/>
                    </a:cubicBezTo>
                    <a:cubicBezTo>
                      <a:pt x="21361" y="1463"/>
                      <a:pt x="20927" y="472"/>
                      <a:pt x="20035" y="12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4" name="AutoShape 13"/>
              <p:cNvSpPr/>
              <p:nvPr/>
            </p:nvSpPr>
            <p:spPr bwMode="auto">
              <a:xfrm>
                <a:off x="9275763" y="4566444"/>
                <a:ext cx="73025" cy="73819"/>
              </a:xfrm>
              <a:custGeom>
                <a:avLst/>
                <a:gdLst>
                  <a:gd name="T0" fmla="+- 0 10797 278"/>
                  <a:gd name="T1" fmla="*/ T0 w 21039"/>
                  <a:gd name="T2" fmla="+- 0 10803 281"/>
                  <a:gd name="T3" fmla="*/ 10803 h 21044"/>
                  <a:gd name="T4" fmla="+- 0 10797 278"/>
                  <a:gd name="T5" fmla="*/ T4 w 21039"/>
                  <a:gd name="T6" fmla="+- 0 10803 281"/>
                  <a:gd name="T7" fmla="*/ 10803 h 21044"/>
                  <a:gd name="T8" fmla="+- 0 10797 278"/>
                  <a:gd name="T9" fmla="*/ T8 w 21039"/>
                  <a:gd name="T10" fmla="+- 0 10803 281"/>
                  <a:gd name="T11" fmla="*/ 10803 h 21044"/>
                  <a:gd name="T12" fmla="+- 0 10797 278"/>
                  <a:gd name="T13" fmla="*/ T12 w 21039"/>
                  <a:gd name="T14" fmla="+- 0 10803 281"/>
                  <a:gd name="T15" fmla="*/ 10803 h 2104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9" h="21044">
                    <a:moveTo>
                      <a:pt x="20871" y="1248"/>
                    </a:moveTo>
                    <a:cubicBezTo>
                      <a:pt x="20411" y="197"/>
                      <a:pt x="19177" y="-281"/>
                      <a:pt x="18112" y="169"/>
                    </a:cubicBezTo>
                    <a:cubicBezTo>
                      <a:pt x="18075" y="181"/>
                      <a:pt x="18050" y="214"/>
                      <a:pt x="18021" y="226"/>
                    </a:cubicBezTo>
                    <a:cubicBezTo>
                      <a:pt x="10159" y="3562"/>
                      <a:pt x="3583" y="9820"/>
                      <a:pt x="152" y="18220"/>
                    </a:cubicBezTo>
                    <a:lnTo>
                      <a:pt x="148" y="18220"/>
                    </a:lnTo>
                    <a:cubicBezTo>
                      <a:pt x="-278" y="19278"/>
                      <a:pt x="242" y="20473"/>
                      <a:pt x="1320" y="20896"/>
                    </a:cubicBezTo>
                    <a:cubicBezTo>
                      <a:pt x="2398" y="21318"/>
                      <a:pt x="3620" y="20803"/>
                      <a:pt x="4046" y="19749"/>
                    </a:cubicBezTo>
                    <a:lnTo>
                      <a:pt x="4051" y="19749"/>
                    </a:lnTo>
                    <a:cubicBezTo>
                      <a:pt x="7068" y="12356"/>
                      <a:pt x="12856" y="6858"/>
                      <a:pt x="19764" y="3956"/>
                    </a:cubicBezTo>
                    <a:cubicBezTo>
                      <a:pt x="20830" y="3506"/>
                      <a:pt x="21322" y="2298"/>
                      <a:pt x="20871" y="124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AutoShape 14"/>
              <p:cNvSpPr/>
              <p:nvPr/>
            </p:nvSpPr>
            <p:spPr bwMode="auto">
              <a:xfrm>
                <a:off x="9217819" y="4508500"/>
                <a:ext cx="103981" cy="105569"/>
              </a:xfrm>
              <a:custGeom>
                <a:avLst/>
                <a:gdLst>
                  <a:gd name="T0" fmla="+- 0 10797 198"/>
                  <a:gd name="T1" fmla="*/ T0 w 21199"/>
                  <a:gd name="T2" fmla="+- 0 10802 198"/>
                  <a:gd name="T3" fmla="*/ 10802 h 21208"/>
                  <a:gd name="T4" fmla="+- 0 10797 198"/>
                  <a:gd name="T5" fmla="*/ T4 w 21199"/>
                  <a:gd name="T6" fmla="+- 0 10802 198"/>
                  <a:gd name="T7" fmla="*/ 10802 h 21208"/>
                  <a:gd name="T8" fmla="+- 0 10797 198"/>
                  <a:gd name="T9" fmla="*/ T8 w 21199"/>
                  <a:gd name="T10" fmla="+- 0 10802 198"/>
                  <a:gd name="T11" fmla="*/ 10802 h 21208"/>
                  <a:gd name="T12" fmla="+- 0 10797 198"/>
                  <a:gd name="T13" fmla="*/ T12 w 21199"/>
                  <a:gd name="T14" fmla="+- 0 10802 198"/>
                  <a:gd name="T15" fmla="*/ 10802 h 2120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99" h="21208">
                    <a:moveTo>
                      <a:pt x="21077" y="880"/>
                    </a:moveTo>
                    <a:cubicBezTo>
                      <a:pt x="20753" y="142"/>
                      <a:pt x="19881" y="-198"/>
                      <a:pt x="19129" y="117"/>
                    </a:cubicBezTo>
                    <a:cubicBezTo>
                      <a:pt x="19097" y="131"/>
                      <a:pt x="19071" y="162"/>
                      <a:pt x="19039" y="179"/>
                    </a:cubicBezTo>
                    <a:cubicBezTo>
                      <a:pt x="10706" y="3707"/>
                      <a:pt x="3739" y="10322"/>
                      <a:pt x="106" y="19208"/>
                    </a:cubicBezTo>
                    <a:cubicBezTo>
                      <a:pt x="-198" y="19957"/>
                      <a:pt x="172" y="20803"/>
                      <a:pt x="934" y="21101"/>
                    </a:cubicBezTo>
                    <a:cubicBezTo>
                      <a:pt x="1689" y="21401"/>
                      <a:pt x="2552" y="21041"/>
                      <a:pt x="2859" y="20292"/>
                    </a:cubicBezTo>
                    <a:cubicBezTo>
                      <a:pt x="6206" y="12096"/>
                      <a:pt x="12625" y="6008"/>
                      <a:pt x="20301" y="2787"/>
                    </a:cubicBezTo>
                    <a:cubicBezTo>
                      <a:pt x="21051" y="2469"/>
                      <a:pt x="21402" y="1618"/>
                      <a:pt x="21077" y="88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AutoShape 15"/>
              <p:cNvSpPr/>
              <p:nvPr/>
            </p:nvSpPr>
            <p:spPr bwMode="auto">
              <a:xfrm>
                <a:off x="9247188" y="4537075"/>
                <a:ext cx="88107" cy="90488"/>
              </a:xfrm>
              <a:custGeom>
                <a:avLst/>
                <a:gdLst>
                  <a:gd name="T0" fmla="+- 0 10796 232"/>
                  <a:gd name="T1" fmla="*/ T0 w 21129"/>
                  <a:gd name="T2" fmla="+- 0 10804 234"/>
                  <a:gd name="T3" fmla="*/ 10804 h 21141"/>
                  <a:gd name="T4" fmla="+- 0 10796 232"/>
                  <a:gd name="T5" fmla="*/ T4 w 21129"/>
                  <a:gd name="T6" fmla="+- 0 10804 234"/>
                  <a:gd name="T7" fmla="*/ 10804 h 21141"/>
                  <a:gd name="T8" fmla="+- 0 10796 232"/>
                  <a:gd name="T9" fmla="*/ T8 w 21129"/>
                  <a:gd name="T10" fmla="+- 0 10804 234"/>
                  <a:gd name="T11" fmla="*/ 10804 h 21141"/>
                  <a:gd name="T12" fmla="+- 0 10796 232"/>
                  <a:gd name="T13" fmla="*/ T12 w 21129"/>
                  <a:gd name="T14" fmla="+- 0 10804 234"/>
                  <a:gd name="T15" fmla="*/ 10804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9" h="21141">
                    <a:moveTo>
                      <a:pt x="20075" y="3267"/>
                    </a:moveTo>
                    <a:cubicBezTo>
                      <a:pt x="20953" y="2898"/>
                      <a:pt x="21368" y="1899"/>
                      <a:pt x="20987" y="1030"/>
                    </a:cubicBezTo>
                    <a:cubicBezTo>
                      <a:pt x="20611" y="168"/>
                      <a:pt x="19589" y="-234"/>
                      <a:pt x="18707" y="138"/>
                    </a:cubicBezTo>
                    <a:cubicBezTo>
                      <a:pt x="18670" y="152"/>
                      <a:pt x="18649" y="185"/>
                      <a:pt x="18615" y="198"/>
                    </a:cubicBezTo>
                    <a:cubicBezTo>
                      <a:pt x="10481" y="3647"/>
                      <a:pt x="3673" y="10118"/>
                      <a:pt x="124" y="18802"/>
                    </a:cubicBezTo>
                    <a:cubicBezTo>
                      <a:pt x="-232" y="19678"/>
                      <a:pt x="205" y="20666"/>
                      <a:pt x="1094" y="21019"/>
                    </a:cubicBezTo>
                    <a:cubicBezTo>
                      <a:pt x="1983" y="21366"/>
                      <a:pt x="2991" y="20946"/>
                      <a:pt x="3354" y="20071"/>
                    </a:cubicBezTo>
                    <a:cubicBezTo>
                      <a:pt x="6561" y="12205"/>
                      <a:pt x="12717" y="6360"/>
                      <a:pt x="20075" y="3274"/>
                    </a:cubicBezTo>
                    <a:cubicBezTo>
                      <a:pt x="20075" y="3274"/>
                      <a:pt x="20075" y="3267"/>
                      <a:pt x="20075" y="3267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7" name="Group 28"/>
            <p:cNvGrpSpPr/>
            <p:nvPr/>
          </p:nvGrpSpPr>
          <p:grpSpPr>
            <a:xfrm>
              <a:off x="5911816" y="4960280"/>
              <a:ext cx="619099" cy="580010"/>
              <a:chOff x="5368132" y="3540125"/>
              <a:chExt cx="465138" cy="435769"/>
            </a:xfrm>
            <a:grpFill/>
          </p:grpSpPr>
          <p:sp>
            <p:nvSpPr>
              <p:cNvPr id="26" name="AutoShape 110"/>
              <p:cNvSpPr/>
              <p:nvPr/>
            </p:nvSpPr>
            <p:spPr bwMode="auto">
              <a:xfrm>
                <a:off x="5426869" y="3598069"/>
                <a:ext cx="347663" cy="23256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699" y="20255"/>
                    </a:moveTo>
                    <a:lnTo>
                      <a:pt x="899" y="20255"/>
                    </a:lnTo>
                    <a:lnTo>
                      <a:pt x="899" y="1350"/>
                    </a:lnTo>
                    <a:lnTo>
                      <a:pt x="20699" y="1350"/>
                    </a:lnTo>
                    <a:cubicBezTo>
                      <a:pt x="20699" y="1350"/>
                      <a:pt x="20699" y="20255"/>
                      <a:pt x="20699" y="20255"/>
                    </a:cubicBezTo>
                    <a:close/>
                    <a:moveTo>
                      <a:pt x="20699" y="0"/>
                    </a:moveTo>
                    <a:lnTo>
                      <a:pt x="899" y="5"/>
                    </a:lnTo>
                    <a:cubicBezTo>
                      <a:pt x="402" y="5"/>
                      <a:pt x="0" y="603"/>
                      <a:pt x="0" y="1350"/>
                    </a:cubicBezTo>
                    <a:lnTo>
                      <a:pt x="0" y="20249"/>
                    </a:lnTo>
                    <a:cubicBezTo>
                      <a:pt x="0" y="20996"/>
                      <a:pt x="402" y="21599"/>
                      <a:pt x="899" y="21599"/>
                    </a:cubicBezTo>
                    <a:lnTo>
                      <a:pt x="20699" y="21599"/>
                    </a:lnTo>
                    <a:cubicBezTo>
                      <a:pt x="21197" y="21599"/>
                      <a:pt x="21600" y="20996"/>
                      <a:pt x="21600" y="20249"/>
                    </a:cubicBezTo>
                    <a:lnTo>
                      <a:pt x="21600" y="1350"/>
                    </a:lnTo>
                    <a:cubicBezTo>
                      <a:pt x="21600" y="603"/>
                      <a:pt x="21197" y="0"/>
                      <a:pt x="20699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AutoShape 111"/>
              <p:cNvSpPr/>
              <p:nvPr/>
            </p:nvSpPr>
            <p:spPr bwMode="auto">
              <a:xfrm>
                <a:off x="5368132" y="3540125"/>
                <a:ext cx="465138" cy="43576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249" y="16562"/>
                    </a:moveTo>
                    <a:cubicBezTo>
                      <a:pt x="20249" y="16959"/>
                      <a:pt x="19946" y="17282"/>
                      <a:pt x="19575" y="17282"/>
                    </a:cubicBezTo>
                    <a:lnTo>
                      <a:pt x="13499" y="17282"/>
                    </a:lnTo>
                    <a:lnTo>
                      <a:pt x="8099" y="17282"/>
                    </a:lnTo>
                    <a:lnTo>
                      <a:pt x="2024" y="17282"/>
                    </a:lnTo>
                    <a:cubicBezTo>
                      <a:pt x="1651" y="17282"/>
                      <a:pt x="1349" y="16959"/>
                      <a:pt x="1349" y="16562"/>
                    </a:cubicBezTo>
                    <a:lnTo>
                      <a:pt x="1349" y="2160"/>
                    </a:lnTo>
                    <a:cubicBezTo>
                      <a:pt x="1349" y="1762"/>
                      <a:pt x="1651" y="1440"/>
                      <a:pt x="2024" y="1440"/>
                    </a:cubicBezTo>
                    <a:lnTo>
                      <a:pt x="19575" y="1440"/>
                    </a:lnTo>
                    <a:cubicBezTo>
                      <a:pt x="19946" y="1440"/>
                      <a:pt x="20249" y="1762"/>
                      <a:pt x="20249" y="2160"/>
                    </a:cubicBezTo>
                    <a:cubicBezTo>
                      <a:pt x="20249" y="2160"/>
                      <a:pt x="20249" y="16562"/>
                      <a:pt x="20249" y="16562"/>
                    </a:cubicBezTo>
                    <a:close/>
                    <a:moveTo>
                      <a:pt x="19575" y="0"/>
                    </a:moveTo>
                    <a:lnTo>
                      <a:pt x="2024" y="0"/>
                    </a:lnTo>
                    <a:cubicBezTo>
                      <a:pt x="905" y="0"/>
                      <a:pt x="0" y="966"/>
                      <a:pt x="0" y="2160"/>
                    </a:cubicBezTo>
                    <a:lnTo>
                      <a:pt x="0" y="16562"/>
                    </a:lnTo>
                    <a:cubicBezTo>
                      <a:pt x="0" y="17753"/>
                      <a:pt x="903" y="18718"/>
                      <a:pt x="2018" y="18721"/>
                    </a:cubicBezTo>
                    <a:lnTo>
                      <a:pt x="8774" y="18721"/>
                    </a:lnTo>
                    <a:lnTo>
                      <a:pt x="8774" y="19597"/>
                    </a:lnTo>
                    <a:lnTo>
                      <a:pt x="4561" y="20181"/>
                    </a:lnTo>
                    <a:cubicBezTo>
                      <a:pt x="4260" y="20262"/>
                      <a:pt x="4049" y="20549"/>
                      <a:pt x="4049" y="20879"/>
                    </a:cubicBezTo>
                    <a:cubicBezTo>
                      <a:pt x="4049" y="21277"/>
                      <a:pt x="4351" y="21599"/>
                      <a:pt x="4724" y="21599"/>
                    </a:cubicBezTo>
                    <a:lnTo>
                      <a:pt x="16874" y="21599"/>
                    </a:lnTo>
                    <a:cubicBezTo>
                      <a:pt x="17248" y="21599"/>
                      <a:pt x="17549" y="21277"/>
                      <a:pt x="17549" y="20879"/>
                    </a:cubicBezTo>
                    <a:cubicBezTo>
                      <a:pt x="17549" y="20549"/>
                      <a:pt x="17339" y="20262"/>
                      <a:pt x="17038" y="20181"/>
                    </a:cubicBezTo>
                    <a:lnTo>
                      <a:pt x="12824" y="19597"/>
                    </a:lnTo>
                    <a:lnTo>
                      <a:pt x="12824" y="18721"/>
                    </a:lnTo>
                    <a:lnTo>
                      <a:pt x="19581" y="18721"/>
                    </a:lnTo>
                    <a:cubicBezTo>
                      <a:pt x="20696" y="18718"/>
                      <a:pt x="21600" y="17753"/>
                      <a:pt x="21600" y="16562"/>
                    </a:cubicBezTo>
                    <a:lnTo>
                      <a:pt x="21600" y="2160"/>
                    </a:lnTo>
                    <a:cubicBezTo>
                      <a:pt x="21600" y="966"/>
                      <a:pt x="20692" y="0"/>
                      <a:pt x="19575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" name="Group 31"/>
            <p:cNvGrpSpPr/>
            <p:nvPr/>
          </p:nvGrpSpPr>
          <p:grpSpPr>
            <a:xfrm>
              <a:off x="3731154" y="3974129"/>
              <a:ext cx="618042" cy="482812"/>
              <a:chOff x="2581275" y="1710532"/>
              <a:chExt cx="464344" cy="362744"/>
            </a:xfrm>
            <a:grpFill/>
          </p:grpSpPr>
          <p:sp>
            <p:nvSpPr>
              <p:cNvPr id="19" name="AutoShape 140"/>
              <p:cNvSpPr/>
              <p:nvPr/>
            </p:nvSpPr>
            <p:spPr bwMode="auto">
              <a:xfrm>
                <a:off x="2639219" y="1768475"/>
                <a:ext cx="290513" cy="235744"/>
              </a:xfrm>
              <a:custGeom>
                <a:avLst/>
                <a:gdLst>
                  <a:gd name="T0" fmla="+- 0 10800 376"/>
                  <a:gd name="T1" fmla="*/ T0 w 20848"/>
                  <a:gd name="T2" fmla="*/ 10800 h 21600"/>
                  <a:gd name="T3" fmla="+- 0 10800 376"/>
                  <a:gd name="T4" fmla="*/ T3 w 20848"/>
                  <a:gd name="T5" fmla="*/ 10800 h 21600"/>
                  <a:gd name="T6" fmla="+- 0 10800 376"/>
                  <a:gd name="T7" fmla="*/ T6 w 20848"/>
                  <a:gd name="T8" fmla="*/ 10800 h 21600"/>
                  <a:gd name="T9" fmla="+- 0 10800 376"/>
                  <a:gd name="T10" fmla="*/ T9 w 20848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0848" h="21600">
                    <a:moveTo>
                      <a:pt x="18728" y="19178"/>
                    </a:moveTo>
                    <a:cubicBezTo>
                      <a:pt x="13191" y="20631"/>
                      <a:pt x="7654" y="20631"/>
                      <a:pt x="2118" y="19178"/>
                    </a:cubicBezTo>
                    <a:cubicBezTo>
                      <a:pt x="678" y="13592"/>
                      <a:pt x="678" y="8008"/>
                      <a:pt x="2118" y="2421"/>
                    </a:cubicBezTo>
                    <a:cubicBezTo>
                      <a:pt x="7654" y="968"/>
                      <a:pt x="13191" y="968"/>
                      <a:pt x="18728" y="2421"/>
                    </a:cubicBezTo>
                    <a:cubicBezTo>
                      <a:pt x="20168" y="8008"/>
                      <a:pt x="20168" y="13592"/>
                      <a:pt x="18728" y="19178"/>
                    </a:cubicBezTo>
                    <a:moveTo>
                      <a:pt x="18938" y="1116"/>
                    </a:moveTo>
                    <a:cubicBezTo>
                      <a:pt x="16114" y="375"/>
                      <a:pt x="13249" y="0"/>
                      <a:pt x="10423" y="0"/>
                    </a:cubicBezTo>
                    <a:cubicBezTo>
                      <a:pt x="7597" y="0"/>
                      <a:pt x="4732" y="375"/>
                      <a:pt x="1908" y="1116"/>
                    </a:cubicBezTo>
                    <a:cubicBezTo>
                      <a:pt x="1543" y="1213"/>
                      <a:pt x="1244" y="1552"/>
                      <a:pt x="1127" y="2004"/>
                    </a:cubicBezTo>
                    <a:cubicBezTo>
                      <a:pt x="-376" y="7841"/>
                      <a:pt x="-376" y="13759"/>
                      <a:pt x="1127" y="19593"/>
                    </a:cubicBezTo>
                    <a:cubicBezTo>
                      <a:pt x="1244" y="20047"/>
                      <a:pt x="1543" y="20386"/>
                      <a:pt x="1908" y="20482"/>
                    </a:cubicBezTo>
                    <a:cubicBezTo>
                      <a:pt x="4732" y="21224"/>
                      <a:pt x="7597" y="21600"/>
                      <a:pt x="10423" y="21600"/>
                    </a:cubicBezTo>
                    <a:cubicBezTo>
                      <a:pt x="13249" y="21600"/>
                      <a:pt x="16114" y="21224"/>
                      <a:pt x="18938" y="20482"/>
                    </a:cubicBezTo>
                    <a:cubicBezTo>
                      <a:pt x="19303" y="20386"/>
                      <a:pt x="19602" y="20047"/>
                      <a:pt x="19719" y="19593"/>
                    </a:cubicBezTo>
                    <a:cubicBezTo>
                      <a:pt x="21223" y="13759"/>
                      <a:pt x="21223" y="7841"/>
                      <a:pt x="19719" y="2004"/>
                    </a:cubicBezTo>
                    <a:cubicBezTo>
                      <a:pt x="19602" y="1552"/>
                      <a:pt x="19303" y="1213"/>
                      <a:pt x="18938" y="111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AutoShape 141"/>
              <p:cNvSpPr/>
              <p:nvPr/>
            </p:nvSpPr>
            <p:spPr bwMode="auto">
              <a:xfrm>
                <a:off x="2581275" y="1710532"/>
                <a:ext cx="464344" cy="362744"/>
              </a:xfrm>
              <a:custGeom>
                <a:avLst/>
                <a:gdLst>
                  <a:gd name="T0" fmla="+- 0 10800 252"/>
                  <a:gd name="T1" fmla="*/ T0 w 21096"/>
                  <a:gd name="T2" fmla="*/ 10800 h 21600"/>
                  <a:gd name="T3" fmla="+- 0 10800 252"/>
                  <a:gd name="T4" fmla="*/ T3 w 21096"/>
                  <a:gd name="T5" fmla="*/ 10800 h 21600"/>
                  <a:gd name="T6" fmla="+- 0 10800 252"/>
                  <a:gd name="T7" fmla="*/ T6 w 21096"/>
                  <a:gd name="T8" fmla="*/ 10800 h 21600"/>
                  <a:gd name="T9" fmla="+- 0 10800 252"/>
                  <a:gd name="T10" fmla="*/ T9 w 21096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096" h="21600">
                    <a:moveTo>
                      <a:pt x="19056" y="18331"/>
                    </a:moveTo>
                    <a:cubicBezTo>
                      <a:pt x="13383" y="19233"/>
                      <a:pt x="7711" y="19233"/>
                      <a:pt x="2038" y="18331"/>
                    </a:cubicBezTo>
                    <a:cubicBezTo>
                      <a:pt x="1074" y="13022"/>
                      <a:pt x="1074" y="7713"/>
                      <a:pt x="2038" y="2404"/>
                    </a:cubicBezTo>
                    <a:cubicBezTo>
                      <a:pt x="7711" y="1502"/>
                      <a:pt x="13383" y="1502"/>
                      <a:pt x="19056" y="2404"/>
                    </a:cubicBezTo>
                    <a:cubicBezTo>
                      <a:pt x="20021" y="7713"/>
                      <a:pt x="20021" y="13022"/>
                      <a:pt x="19056" y="18331"/>
                    </a:cubicBezTo>
                    <a:moveTo>
                      <a:pt x="20338" y="2005"/>
                    </a:moveTo>
                    <a:cubicBezTo>
                      <a:pt x="20211" y="1301"/>
                      <a:pt x="19762" y="776"/>
                      <a:pt x="19215" y="689"/>
                    </a:cubicBezTo>
                    <a:cubicBezTo>
                      <a:pt x="16339" y="232"/>
                      <a:pt x="13423" y="0"/>
                      <a:pt x="10547" y="0"/>
                    </a:cubicBezTo>
                    <a:cubicBezTo>
                      <a:pt x="7671" y="0"/>
                      <a:pt x="4755" y="232"/>
                      <a:pt x="1879" y="689"/>
                    </a:cubicBezTo>
                    <a:cubicBezTo>
                      <a:pt x="1332" y="776"/>
                      <a:pt x="883" y="1301"/>
                      <a:pt x="756" y="2005"/>
                    </a:cubicBezTo>
                    <a:cubicBezTo>
                      <a:pt x="-252" y="7553"/>
                      <a:pt x="-252" y="13181"/>
                      <a:pt x="756" y="18731"/>
                    </a:cubicBezTo>
                    <a:cubicBezTo>
                      <a:pt x="883" y="19434"/>
                      <a:pt x="1332" y="19959"/>
                      <a:pt x="1879" y="20046"/>
                    </a:cubicBezTo>
                    <a:cubicBezTo>
                      <a:pt x="3265" y="20266"/>
                      <a:pt x="4660" y="20429"/>
                      <a:pt x="6055" y="20544"/>
                    </a:cubicBezTo>
                    <a:cubicBezTo>
                      <a:pt x="5979" y="20606"/>
                      <a:pt x="5931" y="20670"/>
                      <a:pt x="5931" y="20735"/>
                    </a:cubicBezTo>
                    <a:cubicBezTo>
                      <a:pt x="5931" y="21213"/>
                      <a:pt x="7997" y="21599"/>
                      <a:pt x="10547" y="21599"/>
                    </a:cubicBezTo>
                    <a:cubicBezTo>
                      <a:pt x="13097" y="21599"/>
                      <a:pt x="15164" y="21213"/>
                      <a:pt x="15164" y="20735"/>
                    </a:cubicBezTo>
                    <a:cubicBezTo>
                      <a:pt x="15164" y="20670"/>
                      <a:pt x="15115" y="20606"/>
                      <a:pt x="15040" y="20544"/>
                    </a:cubicBezTo>
                    <a:cubicBezTo>
                      <a:pt x="16434" y="20429"/>
                      <a:pt x="17830" y="20266"/>
                      <a:pt x="19215" y="20046"/>
                    </a:cubicBezTo>
                    <a:cubicBezTo>
                      <a:pt x="19762" y="19959"/>
                      <a:pt x="20211" y="19434"/>
                      <a:pt x="20338" y="18731"/>
                    </a:cubicBezTo>
                    <a:cubicBezTo>
                      <a:pt x="21347" y="13181"/>
                      <a:pt x="21347" y="7553"/>
                      <a:pt x="20338" y="200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AutoShape 142"/>
              <p:cNvSpPr/>
              <p:nvPr/>
            </p:nvSpPr>
            <p:spPr bwMode="auto">
              <a:xfrm>
                <a:off x="2944019" y="1783557"/>
                <a:ext cx="43656" cy="42863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7200"/>
                    </a:moveTo>
                    <a:cubicBezTo>
                      <a:pt x="12779" y="7200"/>
                      <a:pt x="14399" y="8820"/>
                      <a:pt x="14399" y="10800"/>
                    </a:cubicBezTo>
                    <a:cubicBezTo>
                      <a:pt x="14399" y="12779"/>
                      <a:pt x="12779" y="14400"/>
                      <a:pt x="10800" y="14400"/>
                    </a:cubicBezTo>
                    <a:cubicBezTo>
                      <a:pt x="8820" y="14400"/>
                      <a:pt x="7199" y="12779"/>
                      <a:pt x="7199" y="10800"/>
                    </a:cubicBezTo>
                    <a:cubicBezTo>
                      <a:pt x="7199" y="8820"/>
                      <a:pt x="8820" y="7200"/>
                      <a:pt x="10800" y="7200"/>
                    </a:cubicBezTo>
                    <a:moveTo>
                      <a:pt x="10800" y="21599"/>
                    </a:moveTo>
                    <a:cubicBezTo>
                      <a:pt x="16762" y="21599"/>
                      <a:pt x="21600" y="16762"/>
                      <a:pt x="21600" y="10800"/>
                    </a:cubicBezTo>
                    <a:cubicBezTo>
                      <a:pt x="21600" y="4837"/>
                      <a:pt x="16762" y="0"/>
                      <a:pt x="10800" y="0"/>
                    </a:cubicBezTo>
                    <a:cubicBezTo>
                      <a:pt x="4837" y="0"/>
                      <a:pt x="0" y="4837"/>
                      <a:pt x="0" y="10800"/>
                    </a:cubicBezTo>
                    <a:cubicBezTo>
                      <a:pt x="0" y="16762"/>
                      <a:pt x="4837" y="21599"/>
                      <a:pt x="10800" y="2159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AutoShape 143"/>
              <p:cNvSpPr/>
              <p:nvPr/>
            </p:nvSpPr>
            <p:spPr bwMode="auto">
              <a:xfrm>
                <a:off x="2929732" y="1971675"/>
                <a:ext cx="57944" cy="1508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99" y="0"/>
                    </a:moveTo>
                    <a:lnTo>
                      <a:pt x="2699" y="0"/>
                    </a:lnTo>
                    <a:cubicBezTo>
                      <a:pt x="1210" y="0"/>
                      <a:pt x="0" y="4841"/>
                      <a:pt x="0" y="10800"/>
                    </a:cubicBezTo>
                    <a:cubicBezTo>
                      <a:pt x="0" y="16758"/>
                      <a:pt x="1210" y="21599"/>
                      <a:pt x="2699" y="21599"/>
                    </a:cubicBezTo>
                    <a:lnTo>
                      <a:pt x="18899" y="21599"/>
                    </a:lnTo>
                    <a:cubicBezTo>
                      <a:pt x="20389" y="21599"/>
                      <a:pt x="21600" y="16758"/>
                      <a:pt x="21600" y="10800"/>
                    </a:cubicBezTo>
                    <a:cubicBezTo>
                      <a:pt x="21600" y="4841"/>
                      <a:pt x="20389" y="0"/>
                      <a:pt x="18899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AutoShape 144"/>
              <p:cNvSpPr/>
              <p:nvPr/>
            </p:nvSpPr>
            <p:spPr bwMode="auto">
              <a:xfrm>
                <a:off x="2944019" y="1928019"/>
                <a:ext cx="58738" cy="150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99" y="0"/>
                    </a:moveTo>
                    <a:lnTo>
                      <a:pt x="2699" y="0"/>
                    </a:lnTo>
                    <a:cubicBezTo>
                      <a:pt x="1210" y="0"/>
                      <a:pt x="0" y="4841"/>
                      <a:pt x="0" y="10800"/>
                    </a:cubicBezTo>
                    <a:cubicBezTo>
                      <a:pt x="0" y="16758"/>
                      <a:pt x="1210" y="21599"/>
                      <a:pt x="2699" y="21599"/>
                    </a:cubicBezTo>
                    <a:lnTo>
                      <a:pt x="18899" y="21599"/>
                    </a:lnTo>
                    <a:cubicBezTo>
                      <a:pt x="20389" y="21599"/>
                      <a:pt x="21600" y="16758"/>
                      <a:pt x="21600" y="10800"/>
                    </a:cubicBezTo>
                    <a:cubicBezTo>
                      <a:pt x="21600" y="4841"/>
                      <a:pt x="20389" y="0"/>
                      <a:pt x="18899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AutoShape 145"/>
              <p:cNvSpPr/>
              <p:nvPr/>
            </p:nvSpPr>
            <p:spPr bwMode="auto">
              <a:xfrm>
                <a:off x="2944019" y="1885157"/>
                <a:ext cx="58738" cy="142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99" y="0"/>
                    </a:moveTo>
                    <a:lnTo>
                      <a:pt x="2699" y="0"/>
                    </a:lnTo>
                    <a:cubicBezTo>
                      <a:pt x="1210" y="0"/>
                      <a:pt x="0" y="4841"/>
                      <a:pt x="0" y="10800"/>
                    </a:cubicBezTo>
                    <a:cubicBezTo>
                      <a:pt x="0" y="16758"/>
                      <a:pt x="1210" y="21599"/>
                      <a:pt x="2699" y="21599"/>
                    </a:cubicBezTo>
                    <a:lnTo>
                      <a:pt x="18899" y="21599"/>
                    </a:lnTo>
                    <a:cubicBezTo>
                      <a:pt x="20389" y="21599"/>
                      <a:pt x="21600" y="16758"/>
                      <a:pt x="21600" y="10800"/>
                    </a:cubicBezTo>
                    <a:cubicBezTo>
                      <a:pt x="21600" y="4841"/>
                      <a:pt x="20389" y="0"/>
                      <a:pt x="18899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AutoShape 146"/>
              <p:cNvSpPr/>
              <p:nvPr/>
            </p:nvSpPr>
            <p:spPr bwMode="auto">
              <a:xfrm>
                <a:off x="2697957" y="1826419"/>
                <a:ext cx="86519" cy="61119"/>
              </a:xfrm>
              <a:custGeom>
                <a:avLst/>
                <a:gdLst>
                  <a:gd name="T0" fmla="+- 0 10822 44"/>
                  <a:gd name="T1" fmla="*/ T0 w 21556"/>
                  <a:gd name="T2" fmla="+- 0 10826 53"/>
                  <a:gd name="T3" fmla="*/ 10826 h 21547"/>
                  <a:gd name="T4" fmla="+- 0 10822 44"/>
                  <a:gd name="T5" fmla="*/ T4 w 21556"/>
                  <a:gd name="T6" fmla="+- 0 10826 53"/>
                  <a:gd name="T7" fmla="*/ 10826 h 21547"/>
                  <a:gd name="T8" fmla="+- 0 10822 44"/>
                  <a:gd name="T9" fmla="*/ T8 w 21556"/>
                  <a:gd name="T10" fmla="+- 0 10826 53"/>
                  <a:gd name="T11" fmla="*/ 10826 h 21547"/>
                  <a:gd name="T12" fmla="+- 0 10822 44"/>
                  <a:gd name="T13" fmla="*/ T12 w 21556"/>
                  <a:gd name="T14" fmla="+- 0 10826 53"/>
                  <a:gd name="T15" fmla="*/ 10826 h 2154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556" h="21547">
                    <a:moveTo>
                      <a:pt x="19751" y="2"/>
                    </a:moveTo>
                    <a:lnTo>
                      <a:pt x="3200" y="1845"/>
                    </a:lnTo>
                    <a:cubicBezTo>
                      <a:pt x="2215" y="2010"/>
                      <a:pt x="1272" y="3284"/>
                      <a:pt x="1106" y="4676"/>
                    </a:cubicBezTo>
                    <a:lnTo>
                      <a:pt x="1" y="18986"/>
                    </a:lnTo>
                    <a:cubicBezTo>
                      <a:pt x="-44" y="20398"/>
                      <a:pt x="724" y="21547"/>
                      <a:pt x="1712" y="21547"/>
                    </a:cubicBezTo>
                    <a:cubicBezTo>
                      <a:pt x="2698" y="21547"/>
                      <a:pt x="3542" y="20398"/>
                      <a:pt x="3582" y="18978"/>
                    </a:cubicBezTo>
                    <a:lnTo>
                      <a:pt x="4185" y="9251"/>
                    </a:lnTo>
                    <a:cubicBezTo>
                      <a:pt x="4319" y="7849"/>
                      <a:pt x="5235" y="6592"/>
                      <a:pt x="6220" y="6447"/>
                    </a:cubicBezTo>
                    <a:lnTo>
                      <a:pt x="19751" y="5128"/>
                    </a:lnTo>
                    <a:cubicBezTo>
                      <a:pt x="20743" y="5078"/>
                      <a:pt x="21556" y="3884"/>
                      <a:pt x="21556" y="2467"/>
                    </a:cubicBezTo>
                    <a:cubicBezTo>
                      <a:pt x="21556" y="1055"/>
                      <a:pt x="20743" y="-53"/>
                      <a:pt x="19751" y="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20089" tIns="20089" rIns="20089" bIns="20089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24130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>
                      <a:lumMod val="50000"/>
                      <a:lumOff val="50000"/>
                    </a:sys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4" name="文本框 1"/>
          <p:cNvSpPr txBox="1"/>
          <p:nvPr/>
        </p:nvSpPr>
        <p:spPr>
          <a:xfrm>
            <a:off x="1033596" y="3409357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išļîďè"/>
          <p:cNvSpPr txBox="1"/>
          <p:nvPr/>
        </p:nvSpPr>
        <p:spPr bwMode="auto">
          <a:xfrm>
            <a:off x="1017713" y="3064533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6" name="文本框 1"/>
          <p:cNvSpPr txBox="1"/>
          <p:nvPr/>
        </p:nvSpPr>
        <p:spPr>
          <a:xfrm>
            <a:off x="8641231" y="3561700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7" name="išļîďè"/>
          <p:cNvSpPr txBox="1"/>
          <p:nvPr/>
        </p:nvSpPr>
        <p:spPr bwMode="auto">
          <a:xfrm>
            <a:off x="8625348" y="3216876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8" name="文本框 1"/>
          <p:cNvSpPr txBox="1"/>
          <p:nvPr/>
        </p:nvSpPr>
        <p:spPr>
          <a:xfrm>
            <a:off x="7811374" y="1650562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išļîďè"/>
          <p:cNvSpPr txBox="1"/>
          <p:nvPr/>
        </p:nvSpPr>
        <p:spPr bwMode="auto">
          <a:xfrm>
            <a:off x="7795491" y="1305738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50" name="文本框 1"/>
          <p:cNvSpPr txBox="1"/>
          <p:nvPr/>
        </p:nvSpPr>
        <p:spPr>
          <a:xfrm>
            <a:off x="6889611" y="5275925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" name="išļîďè"/>
          <p:cNvSpPr txBox="1"/>
          <p:nvPr/>
        </p:nvSpPr>
        <p:spPr bwMode="auto">
          <a:xfrm>
            <a:off x="6873728" y="4931101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4159351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研究成果与应用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013864" y="1514556"/>
            <a:ext cx="4079598" cy="3408527"/>
            <a:chOff x="3796533" y="1507778"/>
            <a:chExt cx="4598941" cy="3842444"/>
          </a:xfrm>
        </p:grpSpPr>
        <p:sp>
          <p:nvSpPr>
            <p:cNvPr id="14" name="矩形 2"/>
            <p:cNvSpPr/>
            <p:nvPr/>
          </p:nvSpPr>
          <p:spPr>
            <a:xfrm rot="1299601">
              <a:off x="6525322" y="2141740"/>
              <a:ext cx="783974" cy="538278"/>
            </a:xfrm>
            <a:custGeom>
              <a:avLst/>
              <a:gdLst/>
              <a:ahLst/>
              <a:cxnLst/>
              <a:rect l="l" t="t" r="r" b="b"/>
              <a:pathLst>
                <a:path w="2404337" h="1013447">
                  <a:moveTo>
                    <a:pt x="2404337" y="0"/>
                  </a:moveTo>
                  <a:lnTo>
                    <a:pt x="2404337" y="1013447"/>
                  </a:lnTo>
                  <a:cubicBezTo>
                    <a:pt x="1580832" y="549916"/>
                    <a:pt x="647382" y="523488"/>
                    <a:pt x="0" y="944007"/>
                  </a:cubicBezTo>
                  <a:lnTo>
                    <a:pt x="0" y="0"/>
                  </a:lnTo>
                  <a:lnTo>
                    <a:pt x="61272" y="0"/>
                  </a:lnTo>
                  <a:cubicBezTo>
                    <a:pt x="395627" y="149555"/>
                    <a:pt x="785812" y="234382"/>
                    <a:pt x="1202168" y="234382"/>
                  </a:cubicBezTo>
                  <a:cubicBezTo>
                    <a:pt x="1618527" y="234382"/>
                    <a:pt x="2008712" y="149555"/>
                    <a:pt x="2343067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6429" tIns="48214" rIns="96429" bIns="48214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64565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2"/>
            <p:cNvSpPr/>
            <p:nvPr/>
          </p:nvSpPr>
          <p:spPr>
            <a:xfrm rot="18439371">
              <a:off x="6878459" y="3156989"/>
              <a:ext cx="763430" cy="538278"/>
            </a:xfrm>
            <a:custGeom>
              <a:avLst/>
              <a:gdLst/>
              <a:ahLst/>
              <a:cxnLst/>
              <a:rect l="l" t="t" r="r" b="b"/>
              <a:pathLst>
                <a:path w="2404337" h="1013447">
                  <a:moveTo>
                    <a:pt x="2404337" y="0"/>
                  </a:moveTo>
                  <a:lnTo>
                    <a:pt x="2404337" y="1013447"/>
                  </a:lnTo>
                  <a:cubicBezTo>
                    <a:pt x="1580832" y="549916"/>
                    <a:pt x="647382" y="523488"/>
                    <a:pt x="0" y="944007"/>
                  </a:cubicBezTo>
                  <a:lnTo>
                    <a:pt x="0" y="0"/>
                  </a:lnTo>
                  <a:lnTo>
                    <a:pt x="61272" y="0"/>
                  </a:lnTo>
                  <a:cubicBezTo>
                    <a:pt x="395627" y="149555"/>
                    <a:pt x="785812" y="234382"/>
                    <a:pt x="1202168" y="234382"/>
                  </a:cubicBezTo>
                  <a:cubicBezTo>
                    <a:pt x="1618527" y="234382"/>
                    <a:pt x="2008712" y="149555"/>
                    <a:pt x="2343067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6429" tIns="48214" rIns="96429" bIns="48214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64565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2"/>
            <p:cNvSpPr/>
            <p:nvPr/>
          </p:nvSpPr>
          <p:spPr>
            <a:xfrm rot="19965802">
              <a:off x="5471134" y="4198046"/>
              <a:ext cx="941614" cy="538278"/>
            </a:xfrm>
            <a:custGeom>
              <a:avLst/>
              <a:gdLst/>
              <a:ahLst/>
              <a:cxnLst/>
              <a:rect l="l" t="t" r="r" b="b"/>
              <a:pathLst>
                <a:path w="2404337" h="1013447">
                  <a:moveTo>
                    <a:pt x="2404337" y="0"/>
                  </a:moveTo>
                  <a:lnTo>
                    <a:pt x="2404337" y="1013447"/>
                  </a:lnTo>
                  <a:cubicBezTo>
                    <a:pt x="1580832" y="549916"/>
                    <a:pt x="647382" y="523488"/>
                    <a:pt x="0" y="944007"/>
                  </a:cubicBezTo>
                  <a:lnTo>
                    <a:pt x="0" y="0"/>
                  </a:lnTo>
                  <a:lnTo>
                    <a:pt x="61272" y="0"/>
                  </a:lnTo>
                  <a:cubicBezTo>
                    <a:pt x="395627" y="149555"/>
                    <a:pt x="785812" y="234382"/>
                    <a:pt x="1202168" y="234382"/>
                  </a:cubicBezTo>
                  <a:cubicBezTo>
                    <a:pt x="1618527" y="234382"/>
                    <a:pt x="2008712" y="149555"/>
                    <a:pt x="2343067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6429" tIns="48214" rIns="96429" bIns="48214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64565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2"/>
            <p:cNvSpPr/>
            <p:nvPr/>
          </p:nvSpPr>
          <p:spPr>
            <a:xfrm rot="14845537">
              <a:off x="4245667" y="3670382"/>
              <a:ext cx="941614" cy="538278"/>
            </a:xfrm>
            <a:custGeom>
              <a:avLst/>
              <a:gdLst/>
              <a:ahLst/>
              <a:cxnLst/>
              <a:rect l="l" t="t" r="r" b="b"/>
              <a:pathLst>
                <a:path w="2404337" h="1013447">
                  <a:moveTo>
                    <a:pt x="2404337" y="0"/>
                  </a:moveTo>
                  <a:lnTo>
                    <a:pt x="2404337" y="1013447"/>
                  </a:lnTo>
                  <a:cubicBezTo>
                    <a:pt x="1580832" y="549916"/>
                    <a:pt x="647382" y="523488"/>
                    <a:pt x="0" y="944007"/>
                  </a:cubicBezTo>
                  <a:lnTo>
                    <a:pt x="0" y="0"/>
                  </a:lnTo>
                  <a:lnTo>
                    <a:pt x="61272" y="0"/>
                  </a:lnTo>
                  <a:cubicBezTo>
                    <a:pt x="395627" y="149555"/>
                    <a:pt x="785812" y="234382"/>
                    <a:pt x="1202168" y="234382"/>
                  </a:cubicBezTo>
                  <a:cubicBezTo>
                    <a:pt x="1618527" y="234382"/>
                    <a:pt x="2008712" y="149555"/>
                    <a:pt x="2343067" y="0"/>
                  </a:cubicBezTo>
                  <a:close/>
                </a:path>
              </a:pathLst>
            </a:custGeom>
            <a:solidFill>
              <a:srgbClr val="1C50A2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6429" tIns="48214" rIns="96429" bIns="48214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64565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18" name="Group 16"/>
            <p:cNvGrpSpPr/>
            <p:nvPr/>
          </p:nvGrpSpPr>
          <p:grpSpPr>
            <a:xfrm>
              <a:off x="4328628" y="4241086"/>
              <a:ext cx="1311787" cy="1109136"/>
              <a:chOff x="3865326" y="4847662"/>
              <a:chExt cx="1655660" cy="1399886"/>
            </a:xfrm>
          </p:grpSpPr>
          <p:grpSp>
            <p:nvGrpSpPr>
              <p:cNvPr id="57" name="组合 56"/>
              <p:cNvGrpSpPr/>
              <p:nvPr/>
            </p:nvGrpSpPr>
            <p:grpSpPr>
              <a:xfrm rot="759468">
                <a:off x="4121100" y="4847662"/>
                <a:ext cx="1399886" cy="1399886"/>
                <a:chOff x="3239852" y="1844824"/>
                <a:chExt cx="2664296" cy="2664296"/>
              </a:xfrm>
            </p:grpSpPr>
            <p:sp>
              <p:nvSpPr>
                <p:cNvPr id="70" name="椭圆 69"/>
                <p:cNvSpPr/>
                <p:nvPr/>
              </p:nvSpPr>
              <p:spPr>
                <a:xfrm>
                  <a:off x="3239852" y="1844824"/>
                  <a:ext cx="2664296" cy="2664296"/>
                </a:xfrm>
                <a:prstGeom prst="ellipse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25400" cap="flat" cmpd="sng" algn="ctr">
                  <a:solidFill>
                    <a:sysClr val="window" lastClr="FFFFFF"/>
                  </a:solidFill>
                  <a:prstDash val="solid"/>
                </a:ln>
                <a:effectLst>
                  <a:outerShdw blurRad="381000" dist="1270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64565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3546002" y="2150974"/>
                  <a:ext cx="2051997" cy="2051997"/>
                </a:xfrm>
                <a:prstGeom prst="ellipse">
                  <a:avLst/>
                </a:prstGeom>
                <a:solidFill>
                  <a:srgbClr val="1C50A2"/>
                </a:solidFill>
                <a:ln w="25400" cap="flat" cmpd="sng" algn="ctr">
                  <a:solidFill>
                    <a:sysClr val="window" lastClr="FFFFFF">
                      <a:lumMod val="95000"/>
                    </a:sysClr>
                  </a:solidFill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64565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58" name="椭圆 57"/>
              <p:cNvSpPr/>
              <p:nvPr/>
            </p:nvSpPr>
            <p:spPr>
              <a:xfrm>
                <a:off x="3865326" y="5619034"/>
                <a:ext cx="438612" cy="438612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" name="TextBox 81"/>
              <p:cNvSpPr txBox="1"/>
              <p:nvPr/>
            </p:nvSpPr>
            <p:spPr>
              <a:xfrm flipH="1">
                <a:off x="3897133" y="5652677"/>
                <a:ext cx="412673" cy="392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2</a:t>
                </a:r>
                <a:endParaRPr kumimoji="0" lang="zh-CN" altLang="en-US" sz="11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60" name="Group 41"/>
              <p:cNvGrpSpPr/>
              <p:nvPr/>
            </p:nvGrpSpPr>
            <p:grpSpPr>
              <a:xfrm>
                <a:off x="4588871" y="5315036"/>
                <a:ext cx="464344" cy="465138"/>
                <a:chOff x="9145588" y="4435475"/>
                <a:chExt cx="464344" cy="465138"/>
              </a:xfrm>
              <a:solidFill>
                <a:srgbClr val="E7E6E6"/>
              </a:solidFill>
            </p:grpSpPr>
            <p:sp>
              <p:nvSpPr>
                <p:cNvPr id="61" name="AutoShape 7"/>
                <p:cNvSpPr/>
                <p:nvPr/>
              </p:nvSpPr>
              <p:spPr bwMode="auto">
                <a:xfrm>
                  <a:off x="9145588" y="4435475"/>
                  <a:ext cx="464344" cy="465138"/>
                </a:xfrm>
                <a:custGeom>
                  <a:avLst/>
                  <a:gdLst>
                    <a:gd name="T0" fmla="+- 0 10800 1271"/>
                    <a:gd name="T1" fmla="*/ T0 w 19058"/>
                    <a:gd name="T2" fmla="+- 0 10799 1270"/>
                    <a:gd name="T3" fmla="*/ 10799 h 19059"/>
                    <a:gd name="T4" fmla="+- 0 10800 1271"/>
                    <a:gd name="T5" fmla="*/ T4 w 19058"/>
                    <a:gd name="T6" fmla="+- 0 10799 1270"/>
                    <a:gd name="T7" fmla="*/ 10799 h 19059"/>
                    <a:gd name="T8" fmla="+- 0 10800 1271"/>
                    <a:gd name="T9" fmla="*/ T8 w 19058"/>
                    <a:gd name="T10" fmla="+- 0 10799 1270"/>
                    <a:gd name="T11" fmla="*/ 10799 h 19059"/>
                    <a:gd name="T12" fmla="+- 0 10800 1271"/>
                    <a:gd name="T13" fmla="*/ T12 w 19058"/>
                    <a:gd name="T14" fmla="+- 0 10799 1270"/>
                    <a:gd name="T15" fmla="*/ 10799 h 1905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058" h="19059">
                      <a:moveTo>
                        <a:pt x="6430" y="17268"/>
                      </a:moveTo>
                      <a:cubicBezTo>
                        <a:pt x="2162" y="15559"/>
                        <a:pt x="82" y="10698"/>
                        <a:pt x="1790" y="6431"/>
                      </a:cubicBezTo>
                      <a:cubicBezTo>
                        <a:pt x="3499" y="2164"/>
                        <a:pt x="8360" y="81"/>
                        <a:pt x="12627" y="1791"/>
                      </a:cubicBezTo>
                      <a:cubicBezTo>
                        <a:pt x="16894" y="3499"/>
                        <a:pt x="18975" y="8361"/>
                        <a:pt x="17267" y="12628"/>
                      </a:cubicBezTo>
                      <a:cubicBezTo>
                        <a:pt x="15558" y="16895"/>
                        <a:pt x="10696" y="18976"/>
                        <a:pt x="6430" y="17268"/>
                      </a:cubicBezTo>
                      <a:moveTo>
                        <a:pt x="13070" y="685"/>
                      </a:moveTo>
                      <a:cubicBezTo>
                        <a:pt x="8186" y="-1270"/>
                        <a:pt x="2641" y="1103"/>
                        <a:pt x="685" y="5987"/>
                      </a:cubicBezTo>
                      <a:cubicBezTo>
                        <a:pt x="-1271" y="10872"/>
                        <a:pt x="1103" y="16418"/>
                        <a:pt x="5987" y="18373"/>
                      </a:cubicBezTo>
                      <a:cubicBezTo>
                        <a:pt x="10871" y="20330"/>
                        <a:pt x="16416" y="17955"/>
                        <a:pt x="18373" y="13071"/>
                      </a:cubicBezTo>
                      <a:cubicBezTo>
                        <a:pt x="20329" y="8186"/>
                        <a:pt x="17954" y="2641"/>
                        <a:pt x="13070" y="685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2" name="AutoShape 8"/>
                <p:cNvSpPr/>
                <p:nvPr/>
              </p:nvSpPr>
              <p:spPr bwMode="auto">
                <a:xfrm>
                  <a:off x="9348788" y="4638675"/>
                  <a:ext cx="57944" cy="57944"/>
                </a:xfrm>
                <a:custGeom>
                  <a:avLst/>
                  <a:gdLst>
                    <a:gd name="T0" fmla="+- 0 10801 1272"/>
                    <a:gd name="T1" fmla="*/ T0 w 19059"/>
                    <a:gd name="T2" fmla="+- 0 10800 1272"/>
                    <a:gd name="T3" fmla="*/ 10800 h 19056"/>
                    <a:gd name="T4" fmla="+- 0 10801 1272"/>
                    <a:gd name="T5" fmla="*/ T4 w 19059"/>
                    <a:gd name="T6" fmla="+- 0 10800 1272"/>
                    <a:gd name="T7" fmla="*/ 10800 h 19056"/>
                    <a:gd name="T8" fmla="+- 0 10801 1272"/>
                    <a:gd name="T9" fmla="*/ T8 w 19059"/>
                    <a:gd name="T10" fmla="+- 0 10800 1272"/>
                    <a:gd name="T11" fmla="*/ 10800 h 19056"/>
                    <a:gd name="T12" fmla="+- 0 10801 1272"/>
                    <a:gd name="T13" fmla="*/ T12 w 19059"/>
                    <a:gd name="T14" fmla="+- 0 10800 1272"/>
                    <a:gd name="T15" fmla="*/ 10800 h 1905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059" h="19056">
                      <a:moveTo>
                        <a:pt x="7753" y="13951"/>
                      </a:moveTo>
                      <a:cubicBezTo>
                        <a:pt x="5315" y="12969"/>
                        <a:pt x="4129" y="10197"/>
                        <a:pt x="5101" y="7755"/>
                      </a:cubicBezTo>
                      <a:cubicBezTo>
                        <a:pt x="6083" y="5323"/>
                        <a:pt x="8860" y="4132"/>
                        <a:pt x="11298" y="5104"/>
                      </a:cubicBezTo>
                      <a:cubicBezTo>
                        <a:pt x="13735" y="6081"/>
                        <a:pt x="14926" y="8858"/>
                        <a:pt x="13949" y="11300"/>
                      </a:cubicBezTo>
                      <a:cubicBezTo>
                        <a:pt x="12972" y="13737"/>
                        <a:pt x="10195" y="14923"/>
                        <a:pt x="7753" y="13951"/>
                      </a:cubicBezTo>
                      <a:moveTo>
                        <a:pt x="13070" y="686"/>
                      </a:moveTo>
                      <a:cubicBezTo>
                        <a:pt x="8190" y="-1272"/>
                        <a:pt x="2640" y="1104"/>
                        <a:pt x="686" y="5988"/>
                      </a:cubicBezTo>
                      <a:cubicBezTo>
                        <a:pt x="-1272" y="10872"/>
                        <a:pt x="1105" y="16416"/>
                        <a:pt x="5985" y="18369"/>
                      </a:cubicBezTo>
                      <a:cubicBezTo>
                        <a:pt x="10870" y="20328"/>
                        <a:pt x="16415" y="17951"/>
                        <a:pt x="18374" y="13072"/>
                      </a:cubicBezTo>
                      <a:cubicBezTo>
                        <a:pt x="20328" y="8188"/>
                        <a:pt x="17960" y="2644"/>
                        <a:pt x="13070" y="686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3" name="AutoShape 9"/>
                <p:cNvSpPr/>
                <p:nvPr/>
              </p:nvSpPr>
              <p:spPr bwMode="auto">
                <a:xfrm>
                  <a:off x="9290050" y="4580732"/>
                  <a:ext cx="174625" cy="174625"/>
                </a:xfrm>
                <a:custGeom>
                  <a:avLst/>
                  <a:gdLst>
                    <a:gd name="T0" fmla="+- 0 10800 1271"/>
                    <a:gd name="T1" fmla="*/ T0 w 19059"/>
                    <a:gd name="T2" fmla="+- 0 10800 1271"/>
                    <a:gd name="T3" fmla="*/ 10800 h 19058"/>
                    <a:gd name="T4" fmla="+- 0 10800 1271"/>
                    <a:gd name="T5" fmla="*/ T4 w 19059"/>
                    <a:gd name="T6" fmla="+- 0 10800 1271"/>
                    <a:gd name="T7" fmla="*/ 10800 h 19058"/>
                    <a:gd name="T8" fmla="+- 0 10800 1271"/>
                    <a:gd name="T9" fmla="*/ T8 w 19059"/>
                    <a:gd name="T10" fmla="+- 0 10800 1271"/>
                    <a:gd name="T11" fmla="*/ 10800 h 19058"/>
                    <a:gd name="T12" fmla="+- 0 10800 1271"/>
                    <a:gd name="T13" fmla="*/ T12 w 19059"/>
                    <a:gd name="T14" fmla="+- 0 10800 1271"/>
                    <a:gd name="T15" fmla="*/ 10800 h 19058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19059" h="19058">
                      <a:moveTo>
                        <a:pt x="7169" y="15424"/>
                      </a:moveTo>
                      <a:cubicBezTo>
                        <a:pt x="3916" y="14123"/>
                        <a:pt x="2331" y="10417"/>
                        <a:pt x="3632" y="7167"/>
                      </a:cubicBezTo>
                      <a:cubicBezTo>
                        <a:pt x="4934" y="3917"/>
                        <a:pt x="8638" y="2331"/>
                        <a:pt x="11889" y="3632"/>
                      </a:cubicBezTo>
                      <a:cubicBezTo>
                        <a:pt x="15141" y="4934"/>
                        <a:pt x="16728" y="8640"/>
                        <a:pt x="15425" y="11890"/>
                      </a:cubicBezTo>
                      <a:cubicBezTo>
                        <a:pt x="14124" y="15140"/>
                        <a:pt x="10419" y="16728"/>
                        <a:pt x="7169" y="15424"/>
                      </a:cubicBezTo>
                      <a:moveTo>
                        <a:pt x="13071" y="685"/>
                      </a:moveTo>
                      <a:cubicBezTo>
                        <a:pt x="8186" y="-1271"/>
                        <a:pt x="2639" y="1104"/>
                        <a:pt x="686" y="5987"/>
                      </a:cubicBezTo>
                      <a:cubicBezTo>
                        <a:pt x="-1271" y="10871"/>
                        <a:pt x="1104" y="16416"/>
                        <a:pt x="5987" y="18372"/>
                      </a:cubicBezTo>
                      <a:cubicBezTo>
                        <a:pt x="10874" y="20329"/>
                        <a:pt x="16418" y="17955"/>
                        <a:pt x="18375" y="13070"/>
                      </a:cubicBezTo>
                      <a:cubicBezTo>
                        <a:pt x="20328" y="8186"/>
                        <a:pt x="17956" y="2641"/>
                        <a:pt x="13071" y="685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4" name="AutoShape 10"/>
                <p:cNvSpPr/>
                <p:nvPr/>
              </p:nvSpPr>
              <p:spPr bwMode="auto">
                <a:xfrm>
                  <a:off x="9406732" y="4696619"/>
                  <a:ext cx="72231" cy="74613"/>
                </a:xfrm>
                <a:custGeom>
                  <a:avLst/>
                  <a:gdLst>
                    <a:gd name="T0" fmla="+- 0 10804 288"/>
                    <a:gd name="T1" fmla="*/ T0 w 21033"/>
                    <a:gd name="T2" fmla="+- 0 10798 277"/>
                    <a:gd name="T3" fmla="*/ 10798 h 21043"/>
                    <a:gd name="T4" fmla="+- 0 10804 288"/>
                    <a:gd name="T5" fmla="*/ T4 w 21033"/>
                    <a:gd name="T6" fmla="+- 0 10798 277"/>
                    <a:gd name="T7" fmla="*/ 10798 h 21043"/>
                    <a:gd name="T8" fmla="+- 0 10804 288"/>
                    <a:gd name="T9" fmla="*/ T8 w 21033"/>
                    <a:gd name="T10" fmla="+- 0 10798 277"/>
                    <a:gd name="T11" fmla="*/ 10798 h 21043"/>
                    <a:gd name="T12" fmla="+- 0 10804 288"/>
                    <a:gd name="T13" fmla="*/ T12 w 21033"/>
                    <a:gd name="T14" fmla="+- 0 10798 277"/>
                    <a:gd name="T15" fmla="*/ 10798 h 2104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033" h="21043">
                      <a:moveTo>
                        <a:pt x="20881" y="2825"/>
                      </a:moveTo>
                      <a:cubicBezTo>
                        <a:pt x="21312" y="1771"/>
                        <a:pt x="20787" y="572"/>
                        <a:pt x="19713" y="149"/>
                      </a:cubicBezTo>
                      <a:cubicBezTo>
                        <a:pt x="18636" y="-277"/>
                        <a:pt x="17414" y="238"/>
                        <a:pt x="16984" y="1296"/>
                      </a:cubicBezTo>
                      <a:lnTo>
                        <a:pt x="16980" y="1292"/>
                      </a:lnTo>
                      <a:cubicBezTo>
                        <a:pt x="13964" y="8692"/>
                        <a:pt x="8182" y="14184"/>
                        <a:pt x="1269" y="17089"/>
                      </a:cubicBezTo>
                      <a:cubicBezTo>
                        <a:pt x="207" y="17536"/>
                        <a:pt x="-288" y="18747"/>
                        <a:pt x="170" y="19789"/>
                      </a:cubicBezTo>
                      <a:cubicBezTo>
                        <a:pt x="629" y="20840"/>
                        <a:pt x="1863" y="21323"/>
                        <a:pt x="2924" y="20876"/>
                      </a:cubicBezTo>
                      <a:cubicBezTo>
                        <a:pt x="2961" y="20860"/>
                        <a:pt x="2982" y="20828"/>
                        <a:pt x="3014" y="20815"/>
                      </a:cubicBezTo>
                      <a:cubicBezTo>
                        <a:pt x="10874" y="17480"/>
                        <a:pt x="17451" y="11227"/>
                        <a:pt x="20877" y="2825"/>
                      </a:cubicBezTo>
                      <a:cubicBezTo>
                        <a:pt x="20877" y="2825"/>
                        <a:pt x="20881" y="2825"/>
                        <a:pt x="20881" y="2825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5" name="AutoShape 11"/>
                <p:cNvSpPr/>
                <p:nvPr/>
              </p:nvSpPr>
              <p:spPr bwMode="auto">
                <a:xfrm>
                  <a:off x="9435307" y="4725988"/>
                  <a:ext cx="103981" cy="106363"/>
                </a:xfrm>
                <a:custGeom>
                  <a:avLst/>
                  <a:gdLst>
                    <a:gd name="T0" fmla="+- 0 10803 203"/>
                    <a:gd name="T1" fmla="*/ T0 w 21201"/>
                    <a:gd name="T2" fmla="+- 0 10798 194"/>
                    <a:gd name="T3" fmla="*/ 10798 h 21209"/>
                    <a:gd name="T4" fmla="+- 0 10803 203"/>
                    <a:gd name="T5" fmla="*/ T4 w 21201"/>
                    <a:gd name="T6" fmla="+- 0 10798 194"/>
                    <a:gd name="T7" fmla="*/ 10798 h 21209"/>
                    <a:gd name="T8" fmla="+- 0 10803 203"/>
                    <a:gd name="T9" fmla="*/ T8 w 21201"/>
                    <a:gd name="T10" fmla="+- 0 10798 194"/>
                    <a:gd name="T11" fmla="*/ 10798 h 21209"/>
                    <a:gd name="T12" fmla="+- 0 10803 203"/>
                    <a:gd name="T13" fmla="*/ T12 w 21201"/>
                    <a:gd name="T14" fmla="+- 0 10798 194"/>
                    <a:gd name="T15" fmla="*/ 10798 h 21209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201" h="21209">
                      <a:moveTo>
                        <a:pt x="20267" y="104"/>
                      </a:moveTo>
                      <a:cubicBezTo>
                        <a:pt x="19508" y="-194"/>
                        <a:pt x="18645" y="169"/>
                        <a:pt x="18339" y="912"/>
                      </a:cubicBezTo>
                      <a:cubicBezTo>
                        <a:pt x="14991" y="9110"/>
                        <a:pt x="8568" y="15198"/>
                        <a:pt x="894" y="18420"/>
                      </a:cubicBezTo>
                      <a:cubicBezTo>
                        <a:pt x="144" y="18735"/>
                        <a:pt x="-203" y="19589"/>
                        <a:pt x="121" y="20327"/>
                      </a:cubicBezTo>
                      <a:cubicBezTo>
                        <a:pt x="442" y="21068"/>
                        <a:pt x="1314" y="21406"/>
                        <a:pt x="2067" y="21090"/>
                      </a:cubicBezTo>
                      <a:cubicBezTo>
                        <a:pt x="2102" y="21073"/>
                        <a:pt x="2125" y="21042"/>
                        <a:pt x="2159" y="21025"/>
                      </a:cubicBezTo>
                      <a:cubicBezTo>
                        <a:pt x="10491" y="17500"/>
                        <a:pt x="17461" y="10881"/>
                        <a:pt x="21095" y="1994"/>
                      </a:cubicBezTo>
                      <a:cubicBezTo>
                        <a:pt x="21397" y="1250"/>
                        <a:pt x="21026" y="404"/>
                        <a:pt x="20267" y="104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6" name="AutoShape 12"/>
                <p:cNvSpPr/>
                <p:nvPr/>
              </p:nvSpPr>
              <p:spPr bwMode="auto">
                <a:xfrm>
                  <a:off x="9421019" y="4711700"/>
                  <a:ext cx="88106" cy="89694"/>
                </a:xfrm>
                <a:custGeom>
                  <a:avLst/>
                  <a:gdLst>
                    <a:gd name="T0" fmla="+- 0 10802 238"/>
                    <a:gd name="T1" fmla="*/ T0 w 21128"/>
                    <a:gd name="T2" fmla="+- 0 10797 227"/>
                    <a:gd name="T3" fmla="*/ 10797 h 21141"/>
                    <a:gd name="T4" fmla="+- 0 10802 238"/>
                    <a:gd name="T5" fmla="*/ T4 w 21128"/>
                    <a:gd name="T6" fmla="+- 0 10797 227"/>
                    <a:gd name="T7" fmla="*/ 10797 h 21141"/>
                    <a:gd name="T8" fmla="+- 0 10802 238"/>
                    <a:gd name="T9" fmla="*/ T8 w 21128"/>
                    <a:gd name="T10" fmla="+- 0 10797 227"/>
                    <a:gd name="T11" fmla="*/ 10797 h 21141"/>
                    <a:gd name="T12" fmla="+- 0 10802 238"/>
                    <a:gd name="T13" fmla="*/ T12 w 21128"/>
                    <a:gd name="T14" fmla="+- 0 10797 227"/>
                    <a:gd name="T15" fmla="*/ 10797 h 21141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28" h="21141">
                      <a:moveTo>
                        <a:pt x="20035" y="122"/>
                      </a:moveTo>
                      <a:cubicBezTo>
                        <a:pt x="19142" y="-227"/>
                        <a:pt x="18134" y="195"/>
                        <a:pt x="17778" y="1071"/>
                      </a:cubicBezTo>
                      <a:cubicBezTo>
                        <a:pt x="14571" y="8936"/>
                        <a:pt x="8412" y="14778"/>
                        <a:pt x="1051" y="17867"/>
                      </a:cubicBezTo>
                      <a:lnTo>
                        <a:pt x="1054" y="17867"/>
                      </a:lnTo>
                      <a:cubicBezTo>
                        <a:pt x="172" y="18240"/>
                        <a:pt x="-238" y="19242"/>
                        <a:pt x="142" y="20108"/>
                      </a:cubicBezTo>
                      <a:cubicBezTo>
                        <a:pt x="522" y="20973"/>
                        <a:pt x="1543" y="21372"/>
                        <a:pt x="2425" y="21003"/>
                      </a:cubicBezTo>
                      <a:cubicBezTo>
                        <a:pt x="2459" y="20986"/>
                        <a:pt x="2476" y="20956"/>
                        <a:pt x="2514" y="20936"/>
                      </a:cubicBezTo>
                      <a:cubicBezTo>
                        <a:pt x="10651" y="17491"/>
                        <a:pt x="17459" y="11027"/>
                        <a:pt x="21002" y="2339"/>
                      </a:cubicBezTo>
                      <a:cubicBezTo>
                        <a:pt x="21361" y="1463"/>
                        <a:pt x="20927" y="472"/>
                        <a:pt x="20035" y="122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7" name="AutoShape 13"/>
                <p:cNvSpPr/>
                <p:nvPr/>
              </p:nvSpPr>
              <p:spPr bwMode="auto">
                <a:xfrm>
                  <a:off x="9275763" y="4566444"/>
                  <a:ext cx="73025" cy="73819"/>
                </a:xfrm>
                <a:custGeom>
                  <a:avLst/>
                  <a:gdLst>
                    <a:gd name="T0" fmla="+- 0 10797 278"/>
                    <a:gd name="T1" fmla="*/ T0 w 21039"/>
                    <a:gd name="T2" fmla="+- 0 10803 281"/>
                    <a:gd name="T3" fmla="*/ 10803 h 21044"/>
                    <a:gd name="T4" fmla="+- 0 10797 278"/>
                    <a:gd name="T5" fmla="*/ T4 w 21039"/>
                    <a:gd name="T6" fmla="+- 0 10803 281"/>
                    <a:gd name="T7" fmla="*/ 10803 h 21044"/>
                    <a:gd name="T8" fmla="+- 0 10797 278"/>
                    <a:gd name="T9" fmla="*/ T8 w 21039"/>
                    <a:gd name="T10" fmla="+- 0 10803 281"/>
                    <a:gd name="T11" fmla="*/ 10803 h 21044"/>
                    <a:gd name="T12" fmla="+- 0 10797 278"/>
                    <a:gd name="T13" fmla="*/ T12 w 21039"/>
                    <a:gd name="T14" fmla="+- 0 10803 281"/>
                    <a:gd name="T15" fmla="*/ 10803 h 21044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039" h="21044">
                      <a:moveTo>
                        <a:pt x="20871" y="1248"/>
                      </a:moveTo>
                      <a:cubicBezTo>
                        <a:pt x="20411" y="197"/>
                        <a:pt x="19177" y="-281"/>
                        <a:pt x="18112" y="169"/>
                      </a:cubicBezTo>
                      <a:cubicBezTo>
                        <a:pt x="18075" y="181"/>
                        <a:pt x="18050" y="214"/>
                        <a:pt x="18021" y="226"/>
                      </a:cubicBezTo>
                      <a:cubicBezTo>
                        <a:pt x="10159" y="3562"/>
                        <a:pt x="3583" y="9820"/>
                        <a:pt x="152" y="18220"/>
                      </a:cubicBezTo>
                      <a:lnTo>
                        <a:pt x="148" y="18220"/>
                      </a:lnTo>
                      <a:cubicBezTo>
                        <a:pt x="-278" y="19278"/>
                        <a:pt x="242" y="20473"/>
                        <a:pt x="1320" y="20896"/>
                      </a:cubicBezTo>
                      <a:cubicBezTo>
                        <a:pt x="2398" y="21318"/>
                        <a:pt x="3620" y="20803"/>
                        <a:pt x="4046" y="19749"/>
                      </a:cubicBezTo>
                      <a:lnTo>
                        <a:pt x="4051" y="19749"/>
                      </a:lnTo>
                      <a:cubicBezTo>
                        <a:pt x="7068" y="12356"/>
                        <a:pt x="12856" y="6858"/>
                        <a:pt x="19764" y="3956"/>
                      </a:cubicBezTo>
                      <a:cubicBezTo>
                        <a:pt x="20830" y="3506"/>
                        <a:pt x="21322" y="2298"/>
                        <a:pt x="20871" y="1248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8" name="AutoShape 14"/>
                <p:cNvSpPr/>
                <p:nvPr/>
              </p:nvSpPr>
              <p:spPr bwMode="auto">
                <a:xfrm>
                  <a:off x="9217819" y="4508500"/>
                  <a:ext cx="103981" cy="105569"/>
                </a:xfrm>
                <a:custGeom>
                  <a:avLst/>
                  <a:gdLst>
                    <a:gd name="T0" fmla="+- 0 10797 198"/>
                    <a:gd name="T1" fmla="*/ T0 w 21199"/>
                    <a:gd name="T2" fmla="+- 0 10802 198"/>
                    <a:gd name="T3" fmla="*/ 10802 h 21208"/>
                    <a:gd name="T4" fmla="+- 0 10797 198"/>
                    <a:gd name="T5" fmla="*/ T4 w 21199"/>
                    <a:gd name="T6" fmla="+- 0 10802 198"/>
                    <a:gd name="T7" fmla="*/ 10802 h 21208"/>
                    <a:gd name="T8" fmla="+- 0 10797 198"/>
                    <a:gd name="T9" fmla="*/ T8 w 21199"/>
                    <a:gd name="T10" fmla="+- 0 10802 198"/>
                    <a:gd name="T11" fmla="*/ 10802 h 21208"/>
                    <a:gd name="T12" fmla="+- 0 10797 198"/>
                    <a:gd name="T13" fmla="*/ T12 w 21199"/>
                    <a:gd name="T14" fmla="+- 0 10802 198"/>
                    <a:gd name="T15" fmla="*/ 10802 h 21208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99" h="21208">
                      <a:moveTo>
                        <a:pt x="21077" y="880"/>
                      </a:moveTo>
                      <a:cubicBezTo>
                        <a:pt x="20753" y="142"/>
                        <a:pt x="19881" y="-198"/>
                        <a:pt x="19129" y="117"/>
                      </a:cubicBezTo>
                      <a:cubicBezTo>
                        <a:pt x="19097" y="131"/>
                        <a:pt x="19071" y="162"/>
                        <a:pt x="19039" y="179"/>
                      </a:cubicBezTo>
                      <a:cubicBezTo>
                        <a:pt x="10706" y="3707"/>
                        <a:pt x="3739" y="10322"/>
                        <a:pt x="106" y="19208"/>
                      </a:cubicBezTo>
                      <a:cubicBezTo>
                        <a:pt x="-198" y="19957"/>
                        <a:pt x="172" y="20803"/>
                        <a:pt x="934" y="21101"/>
                      </a:cubicBezTo>
                      <a:cubicBezTo>
                        <a:pt x="1689" y="21401"/>
                        <a:pt x="2552" y="21041"/>
                        <a:pt x="2859" y="20292"/>
                      </a:cubicBezTo>
                      <a:cubicBezTo>
                        <a:pt x="6206" y="12096"/>
                        <a:pt x="12625" y="6008"/>
                        <a:pt x="20301" y="2787"/>
                      </a:cubicBezTo>
                      <a:cubicBezTo>
                        <a:pt x="21051" y="2469"/>
                        <a:pt x="21402" y="1618"/>
                        <a:pt x="21077" y="880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9" name="AutoShape 15"/>
                <p:cNvSpPr/>
                <p:nvPr/>
              </p:nvSpPr>
              <p:spPr bwMode="auto">
                <a:xfrm>
                  <a:off x="9247188" y="4537075"/>
                  <a:ext cx="88107" cy="90488"/>
                </a:xfrm>
                <a:custGeom>
                  <a:avLst/>
                  <a:gdLst>
                    <a:gd name="T0" fmla="+- 0 10796 232"/>
                    <a:gd name="T1" fmla="*/ T0 w 21129"/>
                    <a:gd name="T2" fmla="+- 0 10804 234"/>
                    <a:gd name="T3" fmla="*/ 10804 h 21141"/>
                    <a:gd name="T4" fmla="+- 0 10796 232"/>
                    <a:gd name="T5" fmla="*/ T4 w 21129"/>
                    <a:gd name="T6" fmla="+- 0 10804 234"/>
                    <a:gd name="T7" fmla="*/ 10804 h 21141"/>
                    <a:gd name="T8" fmla="+- 0 10796 232"/>
                    <a:gd name="T9" fmla="*/ T8 w 21129"/>
                    <a:gd name="T10" fmla="+- 0 10804 234"/>
                    <a:gd name="T11" fmla="*/ 10804 h 21141"/>
                    <a:gd name="T12" fmla="+- 0 10796 232"/>
                    <a:gd name="T13" fmla="*/ T12 w 21129"/>
                    <a:gd name="T14" fmla="+- 0 10804 234"/>
                    <a:gd name="T15" fmla="*/ 10804 h 21141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29" h="21141">
                      <a:moveTo>
                        <a:pt x="20075" y="3267"/>
                      </a:moveTo>
                      <a:cubicBezTo>
                        <a:pt x="20953" y="2898"/>
                        <a:pt x="21368" y="1899"/>
                        <a:pt x="20987" y="1030"/>
                      </a:cubicBezTo>
                      <a:cubicBezTo>
                        <a:pt x="20611" y="168"/>
                        <a:pt x="19589" y="-234"/>
                        <a:pt x="18707" y="138"/>
                      </a:cubicBezTo>
                      <a:cubicBezTo>
                        <a:pt x="18670" y="152"/>
                        <a:pt x="18649" y="185"/>
                        <a:pt x="18615" y="198"/>
                      </a:cubicBezTo>
                      <a:cubicBezTo>
                        <a:pt x="10481" y="3647"/>
                        <a:pt x="3673" y="10118"/>
                        <a:pt x="124" y="18802"/>
                      </a:cubicBezTo>
                      <a:cubicBezTo>
                        <a:pt x="-232" y="19678"/>
                        <a:pt x="205" y="20666"/>
                        <a:pt x="1094" y="21019"/>
                      </a:cubicBezTo>
                      <a:cubicBezTo>
                        <a:pt x="1983" y="21366"/>
                        <a:pt x="2991" y="20946"/>
                        <a:pt x="3354" y="20071"/>
                      </a:cubicBezTo>
                      <a:cubicBezTo>
                        <a:pt x="6561" y="12205"/>
                        <a:pt x="12717" y="6360"/>
                        <a:pt x="20075" y="3274"/>
                      </a:cubicBezTo>
                      <a:cubicBezTo>
                        <a:pt x="20075" y="3274"/>
                        <a:pt x="20075" y="3267"/>
                        <a:pt x="20075" y="3267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9" name="Group 14"/>
            <p:cNvGrpSpPr/>
            <p:nvPr/>
          </p:nvGrpSpPr>
          <p:grpSpPr>
            <a:xfrm>
              <a:off x="7166408" y="2161404"/>
              <a:ext cx="1229066" cy="1133807"/>
              <a:chOff x="7446998" y="2222810"/>
              <a:chExt cx="1551254" cy="1431024"/>
            </a:xfrm>
          </p:grpSpPr>
          <p:grpSp>
            <p:nvGrpSpPr>
              <p:cNvPr id="48" name="组合 47"/>
              <p:cNvGrpSpPr/>
              <p:nvPr/>
            </p:nvGrpSpPr>
            <p:grpSpPr>
              <a:xfrm rot="759468">
                <a:off x="7446998" y="2253948"/>
                <a:ext cx="1399886" cy="1399886"/>
                <a:chOff x="3239852" y="1844824"/>
                <a:chExt cx="2664296" cy="2664296"/>
              </a:xfrm>
            </p:grpSpPr>
            <p:sp>
              <p:nvSpPr>
                <p:cNvPr id="55" name="椭圆 54"/>
                <p:cNvSpPr/>
                <p:nvPr/>
              </p:nvSpPr>
              <p:spPr>
                <a:xfrm>
                  <a:off x="3239852" y="1844824"/>
                  <a:ext cx="2664296" cy="2664296"/>
                </a:xfrm>
                <a:prstGeom prst="ellipse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25400" cap="flat" cmpd="sng" algn="ctr">
                  <a:solidFill>
                    <a:sysClr val="window" lastClr="FFFFFF"/>
                  </a:solidFill>
                  <a:prstDash val="solid"/>
                </a:ln>
                <a:effectLst>
                  <a:outerShdw blurRad="381000" dist="1270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64565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3546002" y="2150974"/>
                  <a:ext cx="2051997" cy="2051997"/>
                </a:xfrm>
                <a:prstGeom prst="ellipse">
                  <a:avLst/>
                </a:prstGeom>
                <a:solidFill>
                  <a:srgbClr val="1C50A2"/>
                </a:solidFill>
                <a:ln w="25400" cap="flat" cmpd="sng" algn="ctr">
                  <a:solidFill>
                    <a:sysClr val="window" lastClr="FFFFFF">
                      <a:lumMod val="95000"/>
                    </a:sysClr>
                  </a:solidFill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64565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49" name="椭圆 48"/>
              <p:cNvSpPr/>
              <p:nvPr/>
            </p:nvSpPr>
            <p:spPr>
              <a:xfrm>
                <a:off x="8559640" y="2222810"/>
                <a:ext cx="438612" cy="438612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TextBox 97"/>
              <p:cNvSpPr txBox="1"/>
              <p:nvPr/>
            </p:nvSpPr>
            <p:spPr>
              <a:xfrm flipH="1">
                <a:off x="8566138" y="2245759"/>
                <a:ext cx="412675" cy="392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4</a:t>
                </a:r>
                <a:endParaRPr kumimoji="0" lang="zh-CN" altLang="en-US" sz="11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51" name="Group 51"/>
              <p:cNvGrpSpPr/>
              <p:nvPr/>
            </p:nvGrpSpPr>
            <p:grpSpPr>
              <a:xfrm>
                <a:off x="7914769" y="2744044"/>
                <a:ext cx="464344" cy="464344"/>
                <a:chOff x="7287419" y="2577307"/>
                <a:chExt cx="464344" cy="464344"/>
              </a:xfrm>
              <a:solidFill>
                <a:srgbClr val="E7E6E6"/>
              </a:solidFill>
            </p:grpSpPr>
            <p:sp>
              <p:nvSpPr>
                <p:cNvPr id="52" name="AutoShape 56"/>
                <p:cNvSpPr/>
                <p:nvPr/>
              </p:nvSpPr>
              <p:spPr bwMode="auto">
                <a:xfrm>
                  <a:off x="7287419" y="2577307"/>
                  <a:ext cx="145256" cy="46434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88" y="7316"/>
                      </a:moveTo>
                      <a:cubicBezTo>
                        <a:pt x="16954" y="7352"/>
                        <a:pt x="16923" y="7387"/>
                        <a:pt x="16883" y="7423"/>
                      </a:cubicBezTo>
                      <a:cubicBezTo>
                        <a:pt x="16677" y="7601"/>
                        <a:pt x="16414" y="7770"/>
                        <a:pt x="16066" y="7920"/>
                      </a:cubicBezTo>
                      <a:cubicBezTo>
                        <a:pt x="16057" y="7924"/>
                        <a:pt x="16044" y="7927"/>
                        <a:pt x="16038" y="7931"/>
                      </a:cubicBezTo>
                      <a:cubicBezTo>
                        <a:pt x="15662" y="8092"/>
                        <a:pt x="15214" y="8234"/>
                        <a:pt x="14705" y="8354"/>
                      </a:cubicBezTo>
                      <a:cubicBezTo>
                        <a:pt x="14697" y="8357"/>
                        <a:pt x="14692" y="8358"/>
                        <a:pt x="14686" y="8359"/>
                      </a:cubicBezTo>
                      <a:cubicBezTo>
                        <a:pt x="14163" y="8482"/>
                        <a:pt x="13584" y="8581"/>
                        <a:pt x="12960" y="8649"/>
                      </a:cubicBezTo>
                      <a:cubicBezTo>
                        <a:pt x="12279" y="8726"/>
                        <a:pt x="11560" y="8774"/>
                        <a:pt x="10800" y="8774"/>
                      </a:cubicBezTo>
                      <a:cubicBezTo>
                        <a:pt x="10037" y="8774"/>
                        <a:pt x="9318" y="8726"/>
                        <a:pt x="8640" y="8649"/>
                      </a:cubicBezTo>
                      <a:cubicBezTo>
                        <a:pt x="8016" y="8581"/>
                        <a:pt x="7435" y="8482"/>
                        <a:pt x="6914" y="8359"/>
                      </a:cubicBezTo>
                      <a:cubicBezTo>
                        <a:pt x="6908" y="8358"/>
                        <a:pt x="6901" y="8357"/>
                        <a:pt x="6893" y="8354"/>
                      </a:cubicBezTo>
                      <a:cubicBezTo>
                        <a:pt x="6385" y="8234"/>
                        <a:pt x="5937" y="8092"/>
                        <a:pt x="5562" y="7931"/>
                      </a:cubicBezTo>
                      <a:cubicBezTo>
                        <a:pt x="5553" y="7927"/>
                        <a:pt x="5541" y="7924"/>
                        <a:pt x="5531" y="7920"/>
                      </a:cubicBezTo>
                      <a:cubicBezTo>
                        <a:pt x="5184" y="7770"/>
                        <a:pt x="4921" y="7601"/>
                        <a:pt x="4715" y="7423"/>
                      </a:cubicBezTo>
                      <a:cubicBezTo>
                        <a:pt x="4676" y="7387"/>
                        <a:pt x="4644" y="7352"/>
                        <a:pt x="4612" y="7316"/>
                      </a:cubicBezTo>
                      <a:cubicBezTo>
                        <a:pt x="4437" y="7136"/>
                        <a:pt x="4320" y="6947"/>
                        <a:pt x="4320" y="6750"/>
                      </a:cubicBezTo>
                      <a:cubicBezTo>
                        <a:pt x="4320" y="6550"/>
                        <a:pt x="4437" y="6362"/>
                        <a:pt x="4612" y="6181"/>
                      </a:cubicBezTo>
                      <a:cubicBezTo>
                        <a:pt x="4644" y="6146"/>
                        <a:pt x="4676" y="6110"/>
                        <a:pt x="4715" y="6076"/>
                      </a:cubicBezTo>
                      <a:cubicBezTo>
                        <a:pt x="4921" y="5898"/>
                        <a:pt x="5184" y="5729"/>
                        <a:pt x="5531" y="5577"/>
                      </a:cubicBezTo>
                      <a:cubicBezTo>
                        <a:pt x="5541" y="5574"/>
                        <a:pt x="5553" y="5571"/>
                        <a:pt x="5562" y="5567"/>
                      </a:cubicBezTo>
                      <a:cubicBezTo>
                        <a:pt x="5937" y="5407"/>
                        <a:pt x="6385" y="5264"/>
                        <a:pt x="6893" y="5144"/>
                      </a:cubicBezTo>
                      <a:cubicBezTo>
                        <a:pt x="6901" y="5142"/>
                        <a:pt x="6908" y="5140"/>
                        <a:pt x="6914" y="5138"/>
                      </a:cubicBezTo>
                      <a:cubicBezTo>
                        <a:pt x="7435" y="5017"/>
                        <a:pt x="8016" y="4918"/>
                        <a:pt x="8640" y="4848"/>
                      </a:cubicBezTo>
                      <a:cubicBezTo>
                        <a:pt x="9318" y="4773"/>
                        <a:pt x="10037" y="4725"/>
                        <a:pt x="10800" y="4725"/>
                      </a:cubicBezTo>
                      <a:cubicBezTo>
                        <a:pt x="11560" y="4725"/>
                        <a:pt x="12279" y="4773"/>
                        <a:pt x="12960" y="4848"/>
                      </a:cubicBezTo>
                      <a:cubicBezTo>
                        <a:pt x="13584" y="4918"/>
                        <a:pt x="14163" y="5017"/>
                        <a:pt x="14686" y="5138"/>
                      </a:cubicBezTo>
                      <a:cubicBezTo>
                        <a:pt x="14692" y="5140"/>
                        <a:pt x="14697" y="5142"/>
                        <a:pt x="14705" y="5144"/>
                      </a:cubicBezTo>
                      <a:cubicBezTo>
                        <a:pt x="15214" y="5264"/>
                        <a:pt x="15662" y="5407"/>
                        <a:pt x="16038" y="5567"/>
                      </a:cubicBezTo>
                      <a:cubicBezTo>
                        <a:pt x="16044" y="5571"/>
                        <a:pt x="16057" y="5574"/>
                        <a:pt x="16066" y="5577"/>
                      </a:cubicBezTo>
                      <a:cubicBezTo>
                        <a:pt x="16414" y="5729"/>
                        <a:pt x="16677" y="5898"/>
                        <a:pt x="16883" y="6076"/>
                      </a:cubicBezTo>
                      <a:cubicBezTo>
                        <a:pt x="16923" y="6110"/>
                        <a:pt x="16954" y="6146"/>
                        <a:pt x="16988" y="6181"/>
                      </a:cubicBezTo>
                      <a:cubicBezTo>
                        <a:pt x="17161" y="6362"/>
                        <a:pt x="17280" y="6550"/>
                        <a:pt x="17280" y="6750"/>
                      </a:cubicBezTo>
                      <a:cubicBezTo>
                        <a:pt x="17280" y="6947"/>
                        <a:pt x="17161" y="7136"/>
                        <a:pt x="16988" y="7316"/>
                      </a:cubicBezTo>
                      <a:moveTo>
                        <a:pt x="12960" y="19575"/>
                      </a:moveTo>
                      <a:cubicBezTo>
                        <a:pt x="12960" y="19948"/>
                        <a:pt x="11992" y="20249"/>
                        <a:pt x="10800" y="20249"/>
                      </a:cubicBezTo>
                      <a:cubicBezTo>
                        <a:pt x="9606" y="20249"/>
                        <a:pt x="8640" y="19948"/>
                        <a:pt x="8640" y="19575"/>
                      </a:cubicBezTo>
                      <a:lnTo>
                        <a:pt x="8640" y="10056"/>
                      </a:lnTo>
                      <a:cubicBezTo>
                        <a:pt x="9338" y="10101"/>
                        <a:pt x="10059" y="10124"/>
                        <a:pt x="10800" y="10124"/>
                      </a:cubicBezTo>
                      <a:cubicBezTo>
                        <a:pt x="11541" y="10124"/>
                        <a:pt x="12262" y="10101"/>
                        <a:pt x="12960" y="10056"/>
                      </a:cubicBezTo>
                      <a:cubicBezTo>
                        <a:pt x="12960" y="10056"/>
                        <a:pt x="12960" y="19575"/>
                        <a:pt x="12960" y="19575"/>
                      </a:cubicBezTo>
                      <a:close/>
                      <a:moveTo>
                        <a:pt x="8640" y="2025"/>
                      </a:moveTo>
                      <a:cubicBezTo>
                        <a:pt x="8640" y="1651"/>
                        <a:pt x="9606" y="1350"/>
                        <a:pt x="10800" y="1350"/>
                      </a:cubicBezTo>
                      <a:cubicBezTo>
                        <a:pt x="11992" y="1350"/>
                        <a:pt x="12960" y="1651"/>
                        <a:pt x="12960" y="2025"/>
                      </a:cubicBezTo>
                      <a:lnTo>
                        <a:pt x="12960" y="3442"/>
                      </a:lnTo>
                      <a:cubicBezTo>
                        <a:pt x="12262" y="3398"/>
                        <a:pt x="11541" y="3375"/>
                        <a:pt x="10800" y="3375"/>
                      </a:cubicBezTo>
                      <a:cubicBezTo>
                        <a:pt x="10059" y="3375"/>
                        <a:pt x="9338" y="3398"/>
                        <a:pt x="8640" y="3442"/>
                      </a:cubicBezTo>
                      <a:cubicBezTo>
                        <a:pt x="8640" y="3442"/>
                        <a:pt x="8640" y="2025"/>
                        <a:pt x="8640" y="2025"/>
                      </a:cubicBezTo>
                      <a:close/>
                      <a:moveTo>
                        <a:pt x="17280" y="4064"/>
                      </a:moveTo>
                      <a:lnTo>
                        <a:pt x="17280" y="2025"/>
                      </a:lnTo>
                      <a:cubicBezTo>
                        <a:pt x="17280" y="908"/>
                        <a:pt x="14373" y="0"/>
                        <a:pt x="10800" y="0"/>
                      </a:cubicBezTo>
                      <a:cubicBezTo>
                        <a:pt x="7225" y="0"/>
                        <a:pt x="4320" y="908"/>
                        <a:pt x="4320" y="2025"/>
                      </a:cubicBezTo>
                      <a:lnTo>
                        <a:pt x="4320" y="4064"/>
                      </a:lnTo>
                      <a:cubicBezTo>
                        <a:pt x="1710" y="4681"/>
                        <a:pt x="0" y="5649"/>
                        <a:pt x="0" y="6750"/>
                      </a:cubicBezTo>
                      <a:cubicBezTo>
                        <a:pt x="0" y="7850"/>
                        <a:pt x="1710" y="8818"/>
                        <a:pt x="4320" y="9434"/>
                      </a:cubicBezTo>
                      <a:lnTo>
                        <a:pt x="4320" y="19575"/>
                      </a:lnTo>
                      <a:cubicBezTo>
                        <a:pt x="4320" y="20691"/>
                        <a:pt x="7225" y="21599"/>
                        <a:pt x="10800" y="21599"/>
                      </a:cubicBezTo>
                      <a:cubicBezTo>
                        <a:pt x="14373" y="21599"/>
                        <a:pt x="17280" y="20691"/>
                        <a:pt x="17280" y="19575"/>
                      </a:cubicBezTo>
                      <a:lnTo>
                        <a:pt x="17280" y="9434"/>
                      </a:lnTo>
                      <a:cubicBezTo>
                        <a:pt x="19889" y="8818"/>
                        <a:pt x="21600" y="7850"/>
                        <a:pt x="21600" y="6750"/>
                      </a:cubicBezTo>
                      <a:cubicBezTo>
                        <a:pt x="21600" y="5649"/>
                        <a:pt x="19889" y="4681"/>
                        <a:pt x="17280" y="4064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3" name="AutoShape 57"/>
                <p:cNvSpPr/>
                <p:nvPr/>
              </p:nvSpPr>
              <p:spPr bwMode="auto">
                <a:xfrm>
                  <a:off x="7606507" y="2577307"/>
                  <a:ext cx="145256" cy="46434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88" y="7316"/>
                      </a:moveTo>
                      <a:cubicBezTo>
                        <a:pt x="16954" y="7352"/>
                        <a:pt x="16923" y="7387"/>
                        <a:pt x="16883" y="7423"/>
                      </a:cubicBezTo>
                      <a:cubicBezTo>
                        <a:pt x="16677" y="7601"/>
                        <a:pt x="16414" y="7770"/>
                        <a:pt x="16066" y="7920"/>
                      </a:cubicBezTo>
                      <a:cubicBezTo>
                        <a:pt x="16057" y="7924"/>
                        <a:pt x="16044" y="7927"/>
                        <a:pt x="16038" y="7931"/>
                      </a:cubicBezTo>
                      <a:cubicBezTo>
                        <a:pt x="15662" y="8092"/>
                        <a:pt x="15214" y="8234"/>
                        <a:pt x="14705" y="8354"/>
                      </a:cubicBezTo>
                      <a:cubicBezTo>
                        <a:pt x="14697" y="8357"/>
                        <a:pt x="14692" y="8358"/>
                        <a:pt x="14686" y="8359"/>
                      </a:cubicBezTo>
                      <a:cubicBezTo>
                        <a:pt x="14163" y="8482"/>
                        <a:pt x="13584" y="8581"/>
                        <a:pt x="12960" y="8649"/>
                      </a:cubicBezTo>
                      <a:cubicBezTo>
                        <a:pt x="12279" y="8726"/>
                        <a:pt x="11560" y="8774"/>
                        <a:pt x="10800" y="8774"/>
                      </a:cubicBezTo>
                      <a:cubicBezTo>
                        <a:pt x="10037" y="8774"/>
                        <a:pt x="9318" y="8726"/>
                        <a:pt x="8640" y="8649"/>
                      </a:cubicBezTo>
                      <a:cubicBezTo>
                        <a:pt x="8016" y="8581"/>
                        <a:pt x="7435" y="8482"/>
                        <a:pt x="6914" y="8359"/>
                      </a:cubicBezTo>
                      <a:cubicBezTo>
                        <a:pt x="6908" y="8358"/>
                        <a:pt x="6901" y="8357"/>
                        <a:pt x="6893" y="8354"/>
                      </a:cubicBezTo>
                      <a:cubicBezTo>
                        <a:pt x="6385" y="8234"/>
                        <a:pt x="5937" y="8092"/>
                        <a:pt x="5562" y="7931"/>
                      </a:cubicBezTo>
                      <a:cubicBezTo>
                        <a:pt x="5553" y="7927"/>
                        <a:pt x="5541" y="7924"/>
                        <a:pt x="5531" y="7920"/>
                      </a:cubicBezTo>
                      <a:cubicBezTo>
                        <a:pt x="5184" y="7770"/>
                        <a:pt x="4921" y="7601"/>
                        <a:pt x="4715" y="7423"/>
                      </a:cubicBezTo>
                      <a:cubicBezTo>
                        <a:pt x="4676" y="7387"/>
                        <a:pt x="4644" y="7352"/>
                        <a:pt x="4612" y="7316"/>
                      </a:cubicBezTo>
                      <a:cubicBezTo>
                        <a:pt x="4437" y="7136"/>
                        <a:pt x="4320" y="6947"/>
                        <a:pt x="4320" y="6750"/>
                      </a:cubicBezTo>
                      <a:cubicBezTo>
                        <a:pt x="4320" y="6550"/>
                        <a:pt x="4437" y="6362"/>
                        <a:pt x="4612" y="6181"/>
                      </a:cubicBezTo>
                      <a:cubicBezTo>
                        <a:pt x="4644" y="6146"/>
                        <a:pt x="4676" y="6110"/>
                        <a:pt x="4715" y="6076"/>
                      </a:cubicBezTo>
                      <a:cubicBezTo>
                        <a:pt x="4921" y="5898"/>
                        <a:pt x="5184" y="5729"/>
                        <a:pt x="5531" y="5577"/>
                      </a:cubicBezTo>
                      <a:cubicBezTo>
                        <a:pt x="5541" y="5574"/>
                        <a:pt x="5553" y="5571"/>
                        <a:pt x="5562" y="5567"/>
                      </a:cubicBezTo>
                      <a:cubicBezTo>
                        <a:pt x="5937" y="5407"/>
                        <a:pt x="6385" y="5264"/>
                        <a:pt x="6893" y="5144"/>
                      </a:cubicBezTo>
                      <a:cubicBezTo>
                        <a:pt x="6901" y="5142"/>
                        <a:pt x="6908" y="5140"/>
                        <a:pt x="6914" y="5138"/>
                      </a:cubicBezTo>
                      <a:cubicBezTo>
                        <a:pt x="7435" y="5017"/>
                        <a:pt x="8016" y="4918"/>
                        <a:pt x="8640" y="4848"/>
                      </a:cubicBezTo>
                      <a:cubicBezTo>
                        <a:pt x="9318" y="4773"/>
                        <a:pt x="10037" y="4725"/>
                        <a:pt x="10800" y="4725"/>
                      </a:cubicBezTo>
                      <a:cubicBezTo>
                        <a:pt x="11560" y="4725"/>
                        <a:pt x="12279" y="4773"/>
                        <a:pt x="12960" y="4848"/>
                      </a:cubicBezTo>
                      <a:cubicBezTo>
                        <a:pt x="13584" y="4918"/>
                        <a:pt x="14163" y="5017"/>
                        <a:pt x="14686" y="5138"/>
                      </a:cubicBezTo>
                      <a:cubicBezTo>
                        <a:pt x="14692" y="5140"/>
                        <a:pt x="14697" y="5142"/>
                        <a:pt x="14705" y="5144"/>
                      </a:cubicBezTo>
                      <a:cubicBezTo>
                        <a:pt x="15214" y="5264"/>
                        <a:pt x="15662" y="5407"/>
                        <a:pt x="16038" y="5567"/>
                      </a:cubicBezTo>
                      <a:cubicBezTo>
                        <a:pt x="16044" y="5571"/>
                        <a:pt x="16057" y="5574"/>
                        <a:pt x="16066" y="5577"/>
                      </a:cubicBezTo>
                      <a:cubicBezTo>
                        <a:pt x="16414" y="5729"/>
                        <a:pt x="16677" y="5898"/>
                        <a:pt x="16883" y="6076"/>
                      </a:cubicBezTo>
                      <a:cubicBezTo>
                        <a:pt x="16923" y="6110"/>
                        <a:pt x="16954" y="6146"/>
                        <a:pt x="16988" y="6181"/>
                      </a:cubicBezTo>
                      <a:cubicBezTo>
                        <a:pt x="17161" y="6362"/>
                        <a:pt x="17280" y="6550"/>
                        <a:pt x="17280" y="6750"/>
                      </a:cubicBezTo>
                      <a:cubicBezTo>
                        <a:pt x="17280" y="6947"/>
                        <a:pt x="17161" y="7136"/>
                        <a:pt x="16988" y="7316"/>
                      </a:cubicBezTo>
                      <a:moveTo>
                        <a:pt x="12960" y="19575"/>
                      </a:moveTo>
                      <a:cubicBezTo>
                        <a:pt x="12960" y="19948"/>
                        <a:pt x="11992" y="20249"/>
                        <a:pt x="10800" y="20249"/>
                      </a:cubicBezTo>
                      <a:cubicBezTo>
                        <a:pt x="9606" y="20249"/>
                        <a:pt x="8640" y="19948"/>
                        <a:pt x="8640" y="19575"/>
                      </a:cubicBezTo>
                      <a:lnTo>
                        <a:pt x="8640" y="10056"/>
                      </a:lnTo>
                      <a:cubicBezTo>
                        <a:pt x="9338" y="10101"/>
                        <a:pt x="10059" y="10124"/>
                        <a:pt x="10800" y="10124"/>
                      </a:cubicBezTo>
                      <a:cubicBezTo>
                        <a:pt x="11541" y="10124"/>
                        <a:pt x="12262" y="10101"/>
                        <a:pt x="12960" y="10056"/>
                      </a:cubicBezTo>
                      <a:cubicBezTo>
                        <a:pt x="12960" y="10056"/>
                        <a:pt x="12960" y="19575"/>
                        <a:pt x="12960" y="19575"/>
                      </a:cubicBezTo>
                      <a:close/>
                      <a:moveTo>
                        <a:pt x="8640" y="2025"/>
                      </a:moveTo>
                      <a:cubicBezTo>
                        <a:pt x="8640" y="1651"/>
                        <a:pt x="9606" y="1350"/>
                        <a:pt x="10800" y="1350"/>
                      </a:cubicBezTo>
                      <a:cubicBezTo>
                        <a:pt x="11992" y="1350"/>
                        <a:pt x="12960" y="1651"/>
                        <a:pt x="12960" y="2025"/>
                      </a:cubicBezTo>
                      <a:lnTo>
                        <a:pt x="12960" y="3442"/>
                      </a:lnTo>
                      <a:cubicBezTo>
                        <a:pt x="12262" y="3398"/>
                        <a:pt x="11541" y="3375"/>
                        <a:pt x="10800" y="3375"/>
                      </a:cubicBezTo>
                      <a:cubicBezTo>
                        <a:pt x="10059" y="3375"/>
                        <a:pt x="9338" y="3398"/>
                        <a:pt x="8640" y="3442"/>
                      </a:cubicBezTo>
                      <a:cubicBezTo>
                        <a:pt x="8640" y="3442"/>
                        <a:pt x="8640" y="2025"/>
                        <a:pt x="8640" y="2025"/>
                      </a:cubicBezTo>
                      <a:close/>
                      <a:moveTo>
                        <a:pt x="17280" y="4064"/>
                      </a:moveTo>
                      <a:lnTo>
                        <a:pt x="17280" y="2025"/>
                      </a:lnTo>
                      <a:cubicBezTo>
                        <a:pt x="17280" y="908"/>
                        <a:pt x="14373" y="0"/>
                        <a:pt x="10800" y="0"/>
                      </a:cubicBezTo>
                      <a:cubicBezTo>
                        <a:pt x="7225" y="0"/>
                        <a:pt x="4320" y="908"/>
                        <a:pt x="4320" y="2025"/>
                      </a:cubicBezTo>
                      <a:lnTo>
                        <a:pt x="4320" y="4064"/>
                      </a:lnTo>
                      <a:cubicBezTo>
                        <a:pt x="1710" y="4681"/>
                        <a:pt x="0" y="5649"/>
                        <a:pt x="0" y="6750"/>
                      </a:cubicBezTo>
                      <a:cubicBezTo>
                        <a:pt x="0" y="7850"/>
                        <a:pt x="1710" y="8818"/>
                        <a:pt x="4320" y="9434"/>
                      </a:cubicBezTo>
                      <a:lnTo>
                        <a:pt x="4320" y="19575"/>
                      </a:lnTo>
                      <a:cubicBezTo>
                        <a:pt x="4320" y="20691"/>
                        <a:pt x="7225" y="21599"/>
                        <a:pt x="10800" y="21599"/>
                      </a:cubicBezTo>
                      <a:cubicBezTo>
                        <a:pt x="14373" y="21599"/>
                        <a:pt x="17280" y="20691"/>
                        <a:pt x="17280" y="19575"/>
                      </a:cubicBezTo>
                      <a:lnTo>
                        <a:pt x="17280" y="9434"/>
                      </a:lnTo>
                      <a:cubicBezTo>
                        <a:pt x="19889" y="8818"/>
                        <a:pt x="21600" y="7850"/>
                        <a:pt x="21600" y="6750"/>
                      </a:cubicBezTo>
                      <a:cubicBezTo>
                        <a:pt x="21600" y="5649"/>
                        <a:pt x="19889" y="4681"/>
                        <a:pt x="17280" y="4064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4" name="AutoShape 58"/>
                <p:cNvSpPr/>
                <p:nvPr/>
              </p:nvSpPr>
              <p:spPr bwMode="auto">
                <a:xfrm>
                  <a:off x="7446963" y="2577307"/>
                  <a:ext cx="145257" cy="46434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88" y="15416"/>
                      </a:moveTo>
                      <a:cubicBezTo>
                        <a:pt x="16954" y="15452"/>
                        <a:pt x="16923" y="15487"/>
                        <a:pt x="16883" y="15523"/>
                      </a:cubicBezTo>
                      <a:cubicBezTo>
                        <a:pt x="16677" y="15701"/>
                        <a:pt x="16414" y="15870"/>
                        <a:pt x="16066" y="16020"/>
                      </a:cubicBezTo>
                      <a:cubicBezTo>
                        <a:pt x="16057" y="16024"/>
                        <a:pt x="16044" y="16027"/>
                        <a:pt x="16038" y="16031"/>
                      </a:cubicBezTo>
                      <a:cubicBezTo>
                        <a:pt x="15662" y="16192"/>
                        <a:pt x="15214" y="16334"/>
                        <a:pt x="14705" y="16454"/>
                      </a:cubicBezTo>
                      <a:cubicBezTo>
                        <a:pt x="14697" y="16457"/>
                        <a:pt x="14692" y="16458"/>
                        <a:pt x="14686" y="16459"/>
                      </a:cubicBezTo>
                      <a:cubicBezTo>
                        <a:pt x="14163" y="16582"/>
                        <a:pt x="13584" y="16681"/>
                        <a:pt x="12960" y="16749"/>
                      </a:cubicBezTo>
                      <a:cubicBezTo>
                        <a:pt x="12279" y="16826"/>
                        <a:pt x="11560" y="16875"/>
                        <a:pt x="10800" y="16875"/>
                      </a:cubicBezTo>
                      <a:cubicBezTo>
                        <a:pt x="10037" y="16875"/>
                        <a:pt x="9318" y="16826"/>
                        <a:pt x="8640" y="16749"/>
                      </a:cubicBezTo>
                      <a:cubicBezTo>
                        <a:pt x="8016" y="16681"/>
                        <a:pt x="7435" y="16582"/>
                        <a:pt x="6914" y="16459"/>
                      </a:cubicBezTo>
                      <a:cubicBezTo>
                        <a:pt x="6908" y="16458"/>
                        <a:pt x="6901" y="16457"/>
                        <a:pt x="6893" y="16454"/>
                      </a:cubicBezTo>
                      <a:cubicBezTo>
                        <a:pt x="6385" y="16334"/>
                        <a:pt x="5937" y="16192"/>
                        <a:pt x="5562" y="16031"/>
                      </a:cubicBezTo>
                      <a:cubicBezTo>
                        <a:pt x="5553" y="16027"/>
                        <a:pt x="5541" y="16024"/>
                        <a:pt x="5531" y="16020"/>
                      </a:cubicBezTo>
                      <a:cubicBezTo>
                        <a:pt x="5184" y="15870"/>
                        <a:pt x="4921" y="15701"/>
                        <a:pt x="4715" y="15523"/>
                      </a:cubicBezTo>
                      <a:cubicBezTo>
                        <a:pt x="4676" y="15487"/>
                        <a:pt x="4644" y="15452"/>
                        <a:pt x="4612" y="15416"/>
                      </a:cubicBezTo>
                      <a:cubicBezTo>
                        <a:pt x="4437" y="15236"/>
                        <a:pt x="4320" y="15047"/>
                        <a:pt x="4320" y="14850"/>
                      </a:cubicBezTo>
                      <a:cubicBezTo>
                        <a:pt x="4320" y="14650"/>
                        <a:pt x="4437" y="14462"/>
                        <a:pt x="4612" y="14281"/>
                      </a:cubicBezTo>
                      <a:cubicBezTo>
                        <a:pt x="4644" y="14246"/>
                        <a:pt x="4676" y="14210"/>
                        <a:pt x="4715" y="14176"/>
                      </a:cubicBezTo>
                      <a:cubicBezTo>
                        <a:pt x="4921" y="13998"/>
                        <a:pt x="5184" y="13829"/>
                        <a:pt x="5531" y="13677"/>
                      </a:cubicBezTo>
                      <a:cubicBezTo>
                        <a:pt x="5541" y="13674"/>
                        <a:pt x="5553" y="13671"/>
                        <a:pt x="5562" y="13667"/>
                      </a:cubicBezTo>
                      <a:cubicBezTo>
                        <a:pt x="5937" y="13507"/>
                        <a:pt x="6385" y="13364"/>
                        <a:pt x="6893" y="13244"/>
                      </a:cubicBezTo>
                      <a:cubicBezTo>
                        <a:pt x="6901" y="13242"/>
                        <a:pt x="6908" y="13240"/>
                        <a:pt x="6914" y="13238"/>
                      </a:cubicBezTo>
                      <a:cubicBezTo>
                        <a:pt x="7435" y="13117"/>
                        <a:pt x="8016" y="13018"/>
                        <a:pt x="8640" y="12948"/>
                      </a:cubicBezTo>
                      <a:cubicBezTo>
                        <a:pt x="9318" y="12873"/>
                        <a:pt x="10037" y="12825"/>
                        <a:pt x="10800" y="12825"/>
                      </a:cubicBezTo>
                      <a:cubicBezTo>
                        <a:pt x="11560" y="12825"/>
                        <a:pt x="12279" y="12873"/>
                        <a:pt x="12960" y="12948"/>
                      </a:cubicBezTo>
                      <a:cubicBezTo>
                        <a:pt x="13584" y="13018"/>
                        <a:pt x="14163" y="13117"/>
                        <a:pt x="14686" y="13238"/>
                      </a:cubicBezTo>
                      <a:cubicBezTo>
                        <a:pt x="14692" y="13240"/>
                        <a:pt x="14697" y="13242"/>
                        <a:pt x="14705" y="13244"/>
                      </a:cubicBezTo>
                      <a:cubicBezTo>
                        <a:pt x="15214" y="13364"/>
                        <a:pt x="15662" y="13507"/>
                        <a:pt x="16038" y="13667"/>
                      </a:cubicBezTo>
                      <a:cubicBezTo>
                        <a:pt x="16044" y="13671"/>
                        <a:pt x="16057" y="13674"/>
                        <a:pt x="16066" y="13677"/>
                      </a:cubicBezTo>
                      <a:cubicBezTo>
                        <a:pt x="16414" y="13829"/>
                        <a:pt x="16677" y="13998"/>
                        <a:pt x="16883" y="14176"/>
                      </a:cubicBezTo>
                      <a:cubicBezTo>
                        <a:pt x="16923" y="14210"/>
                        <a:pt x="16954" y="14246"/>
                        <a:pt x="16988" y="14281"/>
                      </a:cubicBezTo>
                      <a:cubicBezTo>
                        <a:pt x="17161" y="14462"/>
                        <a:pt x="17280" y="14650"/>
                        <a:pt x="17280" y="14850"/>
                      </a:cubicBezTo>
                      <a:cubicBezTo>
                        <a:pt x="17280" y="15047"/>
                        <a:pt x="17161" y="15236"/>
                        <a:pt x="16988" y="15416"/>
                      </a:cubicBezTo>
                      <a:moveTo>
                        <a:pt x="12960" y="19575"/>
                      </a:moveTo>
                      <a:cubicBezTo>
                        <a:pt x="12960" y="19948"/>
                        <a:pt x="11992" y="20249"/>
                        <a:pt x="10800" y="20249"/>
                      </a:cubicBezTo>
                      <a:cubicBezTo>
                        <a:pt x="9606" y="20249"/>
                        <a:pt x="8640" y="19948"/>
                        <a:pt x="8640" y="19575"/>
                      </a:cubicBezTo>
                      <a:lnTo>
                        <a:pt x="8640" y="18156"/>
                      </a:lnTo>
                      <a:cubicBezTo>
                        <a:pt x="9338" y="18201"/>
                        <a:pt x="10059" y="18225"/>
                        <a:pt x="10800" y="18225"/>
                      </a:cubicBezTo>
                      <a:cubicBezTo>
                        <a:pt x="11541" y="18225"/>
                        <a:pt x="12262" y="18201"/>
                        <a:pt x="12960" y="18156"/>
                      </a:cubicBezTo>
                      <a:cubicBezTo>
                        <a:pt x="12960" y="18156"/>
                        <a:pt x="12960" y="19575"/>
                        <a:pt x="12960" y="19575"/>
                      </a:cubicBezTo>
                      <a:close/>
                      <a:moveTo>
                        <a:pt x="8640" y="2025"/>
                      </a:moveTo>
                      <a:cubicBezTo>
                        <a:pt x="8640" y="1651"/>
                        <a:pt x="9606" y="1350"/>
                        <a:pt x="10800" y="1350"/>
                      </a:cubicBezTo>
                      <a:cubicBezTo>
                        <a:pt x="11992" y="1350"/>
                        <a:pt x="12960" y="1651"/>
                        <a:pt x="12960" y="2025"/>
                      </a:cubicBezTo>
                      <a:lnTo>
                        <a:pt x="12960" y="11542"/>
                      </a:lnTo>
                      <a:cubicBezTo>
                        <a:pt x="12262" y="11498"/>
                        <a:pt x="11541" y="11475"/>
                        <a:pt x="10800" y="11475"/>
                      </a:cubicBezTo>
                      <a:cubicBezTo>
                        <a:pt x="10059" y="11475"/>
                        <a:pt x="9338" y="11498"/>
                        <a:pt x="8640" y="11542"/>
                      </a:cubicBezTo>
                      <a:cubicBezTo>
                        <a:pt x="8640" y="11542"/>
                        <a:pt x="8640" y="2025"/>
                        <a:pt x="8640" y="2025"/>
                      </a:cubicBezTo>
                      <a:close/>
                      <a:moveTo>
                        <a:pt x="17280" y="12164"/>
                      </a:moveTo>
                      <a:lnTo>
                        <a:pt x="17280" y="2025"/>
                      </a:lnTo>
                      <a:cubicBezTo>
                        <a:pt x="17280" y="908"/>
                        <a:pt x="14373" y="0"/>
                        <a:pt x="10800" y="0"/>
                      </a:cubicBezTo>
                      <a:cubicBezTo>
                        <a:pt x="7225" y="0"/>
                        <a:pt x="4320" y="908"/>
                        <a:pt x="4320" y="2025"/>
                      </a:cubicBezTo>
                      <a:lnTo>
                        <a:pt x="4320" y="12164"/>
                      </a:lnTo>
                      <a:cubicBezTo>
                        <a:pt x="1710" y="12781"/>
                        <a:pt x="0" y="13749"/>
                        <a:pt x="0" y="14850"/>
                      </a:cubicBezTo>
                      <a:cubicBezTo>
                        <a:pt x="0" y="15950"/>
                        <a:pt x="1710" y="16918"/>
                        <a:pt x="4320" y="17534"/>
                      </a:cubicBezTo>
                      <a:lnTo>
                        <a:pt x="4320" y="19575"/>
                      </a:lnTo>
                      <a:cubicBezTo>
                        <a:pt x="4320" y="20691"/>
                        <a:pt x="7225" y="21599"/>
                        <a:pt x="10800" y="21599"/>
                      </a:cubicBezTo>
                      <a:cubicBezTo>
                        <a:pt x="14373" y="21599"/>
                        <a:pt x="17280" y="20691"/>
                        <a:pt x="17280" y="19575"/>
                      </a:cubicBezTo>
                      <a:lnTo>
                        <a:pt x="17280" y="17534"/>
                      </a:lnTo>
                      <a:cubicBezTo>
                        <a:pt x="19889" y="16918"/>
                        <a:pt x="21600" y="15950"/>
                        <a:pt x="21600" y="14850"/>
                      </a:cubicBezTo>
                      <a:cubicBezTo>
                        <a:pt x="21600" y="13749"/>
                        <a:pt x="19889" y="12781"/>
                        <a:pt x="17280" y="12164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0" name="Group 17"/>
            <p:cNvGrpSpPr/>
            <p:nvPr/>
          </p:nvGrpSpPr>
          <p:grpSpPr>
            <a:xfrm>
              <a:off x="3796533" y="2434615"/>
              <a:ext cx="1228014" cy="1218895"/>
              <a:chOff x="3193747" y="2567639"/>
              <a:chExt cx="1549927" cy="1538417"/>
            </a:xfrm>
          </p:grpSpPr>
          <p:grpSp>
            <p:nvGrpSpPr>
              <p:cNvPr id="40" name="组合 39"/>
              <p:cNvGrpSpPr/>
              <p:nvPr/>
            </p:nvGrpSpPr>
            <p:grpSpPr>
              <a:xfrm rot="759468">
                <a:off x="3193747" y="2706170"/>
                <a:ext cx="1399886" cy="1399886"/>
                <a:chOff x="3239852" y="1844824"/>
                <a:chExt cx="2664296" cy="2664296"/>
              </a:xfrm>
            </p:grpSpPr>
            <p:sp>
              <p:nvSpPr>
                <p:cNvPr id="46" name="椭圆 45"/>
                <p:cNvSpPr/>
                <p:nvPr/>
              </p:nvSpPr>
              <p:spPr>
                <a:xfrm>
                  <a:off x="3239852" y="1844824"/>
                  <a:ext cx="2664296" cy="2664296"/>
                </a:xfrm>
                <a:prstGeom prst="ellipse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25400" cap="flat" cmpd="sng" algn="ctr">
                  <a:solidFill>
                    <a:sysClr val="window" lastClr="FFFFFF"/>
                  </a:solidFill>
                  <a:prstDash val="solid"/>
                </a:ln>
                <a:effectLst>
                  <a:outerShdw blurRad="381000" dist="1270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64565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7" name="椭圆 46"/>
                <p:cNvSpPr/>
                <p:nvPr/>
              </p:nvSpPr>
              <p:spPr>
                <a:xfrm>
                  <a:off x="3546002" y="2150974"/>
                  <a:ext cx="2051997" cy="2051997"/>
                </a:xfrm>
                <a:prstGeom prst="ellipse">
                  <a:avLst/>
                </a:prstGeom>
                <a:solidFill>
                  <a:srgbClr val="1C50A2"/>
                </a:solidFill>
                <a:ln w="25400" cap="flat" cmpd="sng" algn="ctr">
                  <a:solidFill>
                    <a:sysClr val="window" lastClr="FFFFFF">
                      <a:lumMod val="95000"/>
                      <a:alpha val="94000"/>
                    </a:sysClr>
                  </a:solidFill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64565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41" name="椭圆 40"/>
              <p:cNvSpPr/>
              <p:nvPr/>
            </p:nvSpPr>
            <p:spPr>
              <a:xfrm>
                <a:off x="4305062" y="2567639"/>
                <a:ext cx="438612" cy="438612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2" name="TextBox 107"/>
              <p:cNvSpPr txBox="1"/>
              <p:nvPr/>
            </p:nvSpPr>
            <p:spPr>
              <a:xfrm flipH="1">
                <a:off x="4292794" y="2571159"/>
                <a:ext cx="412673" cy="392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1</a:t>
                </a:r>
                <a:endParaRPr kumimoji="0" lang="zh-CN" altLang="en-US" sz="11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43" name="Group 55"/>
              <p:cNvGrpSpPr/>
              <p:nvPr/>
            </p:nvGrpSpPr>
            <p:grpSpPr>
              <a:xfrm>
                <a:off x="3661121" y="3204364"/>
                <a:ext cx="465138" cy="435769"/>
                <a:chOff x="5368132" y="3540125"/>
                <a:chExt cx="465138" cy="435769"/>
              </a:xfrm>
              <a:solidFill>
                <a:srgbClr val="E7E6E6"/>
              </a:solidFill>
            </p:grpSpPr>
            <p:sp>
              <p:nvSpPr>
                <p:cNvPr id="44" name="AutoShape 110"/>
                <p:cNvSpPr/>
                <p:nvPr/>
              </p:nvSpPr>
              <p:spPr bwMode="auto">
                <a:xfrm>
                  <a:off x="5426869" y="3598069"/>
                  <a:ext cx="347663" cy="232569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699" y="20255"/>
                      </a:moveTo>
                      <a:lnTo>
                        <a:pt x="899" y="20255"/>
                      </a:lnTo>
                      <a:lnTo>
                        <a:pt x="899" y="1350"/>
                      </a:lnTo>
                      <a:lnTo>
                        <a:pt x="20699" y="1350"/>
                      </a:lnTo>
                      <a:cubicBezTo>
                        <a:pt x="20699" y="1350"/>
                        <a:pt x="20699" y="20255"/>
                        <a:pt x="20699" y="20255"/>
                      </a:cubicBezTo>
                      <a:close/>
                      <a:moveTo>
                        <a:pt x="20699" y="0"/>
                      </a:moveTo>
                      <a:lnTo>
                        <a:pt x="899" y="5"/>
                      </a:lnTo>
                      <a:cubicBezTo>
                        <a:pt x="402" y="5"/>
                        <a:pt x="0" y="603"/>
                        <a:pt x="0" y="1350"/>
                      </a:cubicBezTo>
                      <a:lnTo>
                        <a:pt x="0" y="20249"/>
                      </a:lnTo>
                      <a:cubicBezTo>
                        <a:pt x="0" y="20996"/>
                        <a:pt x="402" y="21599"/>
                        <a:pt x="899" y="21599"/>
                      </a:cubicBezTo>
                      <a:lnTo>
                        <a:pt x="20699" y="21599"/>
                      </a:lnTo>
                      <a:cubicBezTo>
                        <a:pt x="21197" y="21599"/>
                        <a:pt x="21600" y="20996"/>
                        <a:pt x="21600" y="20249"/>
                      </a:cubicBezTo>
                      <a:lnTo>
                        <a:pt x="21600" y="1350"/>
                      </a:lnTo>
                      <a:cubicBezTo>
                        <a:pt x="21600" y="603"/>
                        <a:pt x="21197" y="0"/>
                        <a:pt x="20699" y="0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5" name="AutoShape 111"/>
                <p:cNvSpPr/>
                <p:nvPr/>
              </p:nvSpPr>
              <p:spPr bwMode="auto">
                <a:xfrm>
                  <a:off x="5368132" y="3540125"/>
                  <a:ext cx="465138" cy="435769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249" y="16562"/>
                      </a:moveTo>
                      <a:cubicBezTo>
                        <a:pt x="20249" y="16959"/>
                        <a:pt x="19946" y="17282"/>
                        <a:pt x="19575" y="17282"/>
                      </a:cubicBezTo>
                      <a:lnTo>
                        <a:pt x="13499" y="17282"/>
                      </a:lnTo>
                      <a:lnTo>
                        <a:pt x="8099" y="17282"/>
                      </a:lnTo>
                      <a:lnTo>
                        <a:pt x="2024" y="17282"/>
                      </a:lnTo>
                      <a:cubicBezTo>
                        <a:pt x="1651" y="17282"/>
                        <a:pt x="1349" y="16959"/>
                        <a:pt x="1349" y="16562"/>
                      </a:cubicBezTo>
                      <a:lnTo>
                        <a:pt x="1349" y="2160"/>
                      </a:lnTo>
                      <a:cubicBezTo>
                        <a:pt x="1349" y="1762"/>
                        <a:pt x="1651" y="1440"/>
                        <a:pt x="2024" y="1440"/>
                      </a:cubicBezTo>
                      <a:lnTo>
                        <a:pt x="19575" y="1440"/>
                      </a:lnTo>
                      <a:cubicBezTo>
                        <a:pt x="19946" y="1440"/>
                        <a:pt x="20249" y="1762"/>
                        <a:pt x="20249" y="2160"/>
                      </a:cubicBezTo>
                      <a:cubicBezTo>
                        <a:pt x="20249" y="2160"/>
                        <a:pt x="20249" y="16562"/>
                        <a:pt x="20249" y="16562"/>
                      </a:cubicBezTo>
                      <a:close/>
                      <a:moveTo>
                        <a:pt x="19575" y="0"/>
                      </a:moveTo>
                      <a:lnTo>
                        <a:pt x="2024" y="0"/>
                      </a:lnTo>
                      <a:cubicBezTo>
                        <a:pt x="905" y="0"/>
                        <a:pt x="0" y="966"/>
                        <a:pt x="0" y="2160"/>
                      </a:cubicBezTo>
                      <a:lnTo>
                        <a:pt x="0" y="16562"/>
                      </a:lnTo>
                      <a:cubicBezTo>
                        <a:pt x="0" y="17753"/>
                        <a:pt x="903" y="18718"/>
                        <a:pt x="2018" y="18721"/>
                      </a:cubicBezTo>
                      <a:lnTo>
                        <a:pt x="8774" y="18721"/>
                      </a:lnTo>
                      <a:lnTo>
                        <a:pt x="8774" y="19597"/>
                      </a:lnTo>
                      <a:lnTo>
                        <a:pt x="4561" y="20181"/>
                      </a:lnTo>
                      <a:cubicBezTo>
                        <a:pt x="4260" y="20262"/>
                        <a:pt x="4049" y="20549"/>
                        <a:pt x="4049" y="20879"/>
                      </a:cubicBezTo>
                      <a:cubicBezTo>
                        <a:pt x="4049" y="21277"/>
                        <a:pt x="4351" y="21599"/>
                        <a:pt x="4724" y="21599"/>
                      </a:cubicBezTo>
                      <a:lnTo>
                        <a:pt x="16874" y="21599"/>
                      </a:lnTo>
                      <a:cubicBezTo>
                        <a:pt x="17248" y="21599"/>
                        <a:pt x="17549" y="21277"/>
                        <a:pt x="17549" y="20879"/>
                      </a:cubicBezTo>
                      <a:cubicBezTo>
                        <a:pt x="17549" y="20549"/>
                        <a:pt x="17339" y="20262"/>
                        <a:pt x="17038" y="20181"/>
                      </a:cubicBezTo>
                      <a:lnTo>
                        <a:pt x="12824" y="19597"/>
                      </a:lnTo>
                      <a:lnTo>
                        <a:pt x="12824" y="18721"/>
                      </a:lnTo>
                      <a:lnTo>
                        <a:pt x="19581" y="18721"/>
                      </a:lnTo>
                      <a:cubicBezTo>
                        <a:pt x="20696" y="18718"/>
                        <a:pt x="21600" y="17753"/>
                        <a:pt x="21600" y="16562"/>
                      </a:cubicBezTo>
                      <a:lnTo>
                        <a:pt x="21600" y="2160"/>
                      </a:lnTo>
                      <a:cubicBezTo>
                        <a:pt x="21600" y="966"/>
                        <a:pt x="20692" y="0"/>
                        <a:pt x="19575" y="0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1" name="Group 15"/>
            <p:cNvGrpSpPr/>
            <p:nvPr/>
          </p:nvGrpSpPr>
          <p:grpSpPr>
            <a:xfrm>
              <a:off x="6137029" y="3501674"/>
              <a:ext cx="1397841" cy="1109136"/>
              <a:chOff x="6147783" y="3914419"/>
              <a:chExt cx="1764273" cy="1399886"/>
            </a:xfrm>
          </p:grpSpPr>
          <p:grpSp>
            <p:nvGrpSpPr>
              <p:cNvPr id="32" name="组合 31"/>
              <p:cNvGrpSpPr/>
              <p:nvPr/>
            </p:nvGrpSpPr>
            <p:grpSpPr>
              <a:xfrm rot="759468">
                <a:off x="6147783" y="3914419"/>
                <a:ext cx="1399886" cy="1399886"/>
                <a:chOff x="3239853" y="1844824"/>
                <a:chExt cx="2664296" cy="2664295"/>
              </a:xfrm>
            </p:grpSpPr>
            <p:sp>
              <p:nvSpPr>
                <p:cNvPr id="38" name="椭圆 37"/>
                <p:cNvSpPr/>
                <p:nvPr/>
              </p:nvSpPr>
              <p:spPr>
                <a:xfrm>
                  <a:off x="3239853" y="1844824"/>
                  <a:ext cx="2664296" cy="2664295"/>
                </a:xfrm>
                <a:prstGeom prst="ellipse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25400" cap="flat" cmpd="sng" algn="ctr">
                  <a:solidFill>
                    <a:sysClr val="window" lastClr="FFFFFF"/>
                  </a:solidFill>
                  <a:prstDash val="solid"/>
                </a:ln>
                <a:effectLst>
                  <a:outerShdw blurRad="381000" dist="1270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64565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>
                  <a:off x="3546002" y="2150974"/>
                  <a:ext cx="2051997" cy="2051997"/>
                </a:xfrm>
                <a:prstGeom prst="ellipse">
                  <a:avLst/>
                </a:prstGeom>
                <a:solidFill>
                  <a:srgbClr val="1C50A2"/>
                </a:solidFill>
                <a:ln w="25400" cap="flat" cmpd="sng" algn="ctr">
                  <a:solidFill>
                    <a:sysClr val="window" lastClr="FFFFFF">
                      <a:lumMod val="95000"/>
                    </a:sysClr>
                  </a:solidFill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64565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33" name="椭圆 32"/>
              <p:cNvSpPr/>
              <p:nvPr/>
            </p:nvSpPr>
            <p:spPr>
              <a:xfrm>
                <a:off x="7473444" y="4502191"/>
                <a:ext cx="438612" cy="438612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4" name="TextBox 116"/>
              <p:cNvSpPr txBox="1"/>
              <p:nvPr/>
            </p:nvSpPr>
            <p:spPr>
              <a:xfrm flipH="1">
                <a:off x="7485946" y="4518208"/>
                <a:ext cx="412674" cy="392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3</a:t>
                </a:r>
                <a:endParaRPr kumimoji="0" lang="zh-CN" altLang="en-US" sz="11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35" name="Group 58"/>
              <p:cNvGrpSpPr/>
              <p:nvPr/>
            </p:nvGrpSpPr>
            <p:grpSpPr>
              <a:xfrm>
                <a:off x="6608558" y="4382190"/>
                <a:ext cx="465138" cy="464344"/>
                <a:chOff x="2581275" y="2582069"/>
                <a:chExt cx="465138" cy="464344"/>
              </a:xfrm>
              <a:solidFill>
                <a:srgbClr val="E7E6E6"/>
              </a:solidFill>
            </p:grpSpPr>
            <p:sp>
              <p:nvSpPr>
                <p:cNvPr id="36" name="AutoShape 128"/>
                <p:cNvSpPr/>
                <p:nvPr/>
              </p:nvSpPr>
              <p:spPr bwMode="auto">
                <a:xfrm>
                  <a:off x="2581275" y="2582069"/>
                  <a:ext cx="465138" cy="46434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4850" y="12150"/>
                      </a:moveTo>
                      <a:cubicBezTo>
                        <a:pt x="13851" y="12150"/>
                        <a:pt x="12926" y="11859"/>
                        <a:pt x="12124" y="11386"/>
                      </a:cubicBezTo>
                      <a:lnTo>
                        <a:pt x="11892" y="11618"/>
                      </a:lnTo>
                      <a:lnTo>
                        <a:pt x="11132" y="12377"/>
                      </a:lnTo>
                      <a:lnTo>
                        <a:pt x="9846" y="13663"/>
                      </a:lnTo>
                      <a:cubicBezTo>
                        <a:pt x="9593" y="13916"/>
                        <a:pt x="9451" y="14260"/>
                        <a:pt x="9451" y="14617"/>
                      </a:cubicBezTo>
                      <a:lnTo>
                        <a:pt x="9451" y="16200"/>
                      </a:lnTo>
                      <a:lnTo>
                        <a:pt x="8101" y="16200"/>
                      </a:lnTo>
                      <a:cubicBezTo>
                        <a:pt x="7356" y="16200"/>
                        <a:pt x="6751" y="16804"/>
                        <a:pt x="6751" y="17549"/>
                      </a:cubicBezTo>
                      <a:lnTo>
                        <a:pt x="6751" y="18900"/>
                      </a:lnTo>
                      <a:lnTo>
                        <a:pt x="5170" y="18900"/>
                      </a:lnTo>
                      <a:cubicBezTo>
                        <a:pt x="4812" y="18900"/>
                        <a:pt x="4469" y="19042"/>
                        <a:pt x="4216" y="19295"/>
                      </a:cubicBezTo>
                      <a:lnTo>
                        <a:pt x="3259" y="20252"/>
                      </a:lnTo>
                      <a:lnTo>
                        <a:pt x="1352" y="20249"/>
                      </a:lnTo>
                      <a:lnTo>
                        <a:pt x="1350" y="18326"/>
                      </a:lnTo>
                      <a:lnTo>
                        <a:pt x="9223" y="10467"/>
                      </a:lnTo>
                      <a:cubicBezTo>
                        <a:pt x="9223" y="10467"/>
                        <a:pt x="9223" y="10467"/>
                        <a:pt x="9224" y="10468"/>
                      </a:cubicBezTo>
                      <a:lnTo>
                        <a:pt x="10215" y="9477"/>
                      </a:lnTo>
                      <a:cubicBezTo>
                        <a:pt x="9741" y="8674"/>
                        <a:pt x="9451" y="7748"/>
                        <a:pt x="9451" y="6750"/>
                      </a:cubicBezTo>
                      <a:cubicBezTo>
                        <a:pt x="9451" y="3767"/>
                        <a:pt x="11869" y="1350"/>
                        <a:pt x="14850" y="1350"/>
                      </a:cubicBezTo>
                      <a:cubicBezTo>
                        <a:pt x="17832" y="1350"/>
                        <a:pt x="20250" y="3767"/>
                        <a:pt x="20250" y="6750"/>
                      </a:cubicBezTo>
                      <a:cubicBezTo>
                        <a:pt x="20250" y="9732"/>
                        <a:pt x="17832" y="12150"/>
                        <a:pt x="14850" y="12150"/>
                      </a:cubicBezTo>
                      <a:moveTo>
                        <a:pt x="14850" y="0"/>
                      </a:moveTo>
                      <a:cubicBezTo>
                        <a:pt x="11123" y="0"/>
                        <a:pt x="8101" y="3022"/>
                        <a:pt x="8101" y="6750"/>
                      </a:cubicBezTo>
                      <a:cubicBezTo>
                        <a:pt x="8101" y="7617"/>
                        <a:pt x="8283" y="8438"/>
                        <a:pt x="8582" y="9199"/>
                      </a:cubicBezTo>
                      <a:lnTo>
                        <a:pt x="383" y="17400"/>
                      </a:lnTo>
                      <a:cubicBezTo>
                        <a:pt x="146" y="17637"/>
                        <a:pt x="0" y="17863"/>
                        <a:pt x="0" y="18225"/>
                      </a:cubicBezTo>
                      <a:lnTo>
                        <a:pt x="0" y="20249"/>
                      </a:lnTo>
                      <a:cubicBezTo>
                        <a:pt x="0" y="20972"/>
                        <a:pt x="626" y="21599"/>
                        <a:pt x="1349" y="21599"/>
                      </a:cubicBezTo>
                      <a:lnTo>
                        <a:pt x="3374" y="21599"/>
                      </a:lnTo>
                      <a:cubicBezTo>
                        <a:pt x="3736" y="21599"/>
                        <a:pt x="3965" y="21455"/>
                        <a:pt x="4202" y="21219"/>
                      </a:cubicBezTo>
                      <a:lnTo>
                        <a:pt x="5170" y="20249"/>
                      </a:lnTo>
                      <a:lnTo>
                        <a:pt x="6751" y="20249"/>
                      </a:lnTo>
                      <a:cubicBezTo>
                        <a:pt x="7496" y="20249"/>
                        <a:pt x="8101" y="19645"/>
                        <a:pt x="8101" y="18900"/>
                      </a:cubicBezTo>
                      <a:lnTo>
                        <a:pt x="8101" y="17549"/>
                      </a:lnTo>
                      <a:lnTo>
                        <a:pt x="9451" y="17549"/>
                      </a:lnTo>
                      <a:cubicBezTo>
                        <a:pt x="10196" y="17549"/>
                        <a:pt x="10801" y="16945"/>
                        <a:pt x="10801" y="16200"/>
                      </a:cubicBezTo>
                      <a:lnTo>
                        <a:pt x="10801" y="14617"/>
                      </a:lnTo>
                      <a:lnTo>
                        <a:pt x="12400" y="13018"/>
                      </a:lnTo>
                      <a:cubicBezTo>
                        <a:pt x="13162" y="13317"/>
                        <a:pt x="13982" y="13500"/>
                        <a:pt x="14850" y="13500"/>
                      </a:cubicBezTo>
                      <a:cubicBezTo>
                        <a:pt x="18577" y="13500"/>
                        <a:pt x="21599" y="10477"/>
                        <a:pt x="21599" y="6750"/>
                      </a:cubicBezTo>
                      <a:cubicBezTo>
                        <a:pt x="21599" y="3022"/>
                        <a:pt x="18577" y="0"/>
                        <a:pt x="14850" y="0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7" name="AutoShape 129"/>
                <p:cNvSpPr/>
                <p:nvPr/>
              </p:nvSpPr>
              <p:spPr bwMode="auto">
                <a:xfrm>
                  <a:off x="2871788" y="2640013"/>
                  <a:ext cx="115888" cy="115888"/>
                </a:xfrm>
                <a:custGeom>
                  <a:avLst/>
                  <a:gdLst>
                    <a:gd name="T0" fmla="*/ 10800 w 21600"/>
                    <a:gd name="T1" fmla="+- 0 10800 134"/>
                    <a:gd name="T2" fmla="*/ 10800 h 21333"/>
                    <a:gd name="T3" fmla="*/ 10800 w 21600"/>
                    <a:gd name="T4" fmla="+- 0 10800 134"/>
                    <a:gd name="T5" fmla="*/ 10800 h 21333"/>
                    <a:gd name="T6" fmla="*/ 10800 w 21600"/>
                    <a:gd name="T7" fmla="+- 0 10800 134"/>
                    <a:gd name="T8" fmla="*/ 10800 h 21333"/>
                    <a:gd name="T9" fmla="*/ 10800 w 21600"/>
                    <a:gd name="T10" fmla="+- 0 10800 134"/>
                    <a:gd name="T11" fmla="*/ 10800 h 21333"/>
                  </a:gdLst>
                  <a:ahLst/>
                  <a:cxnLst>
                    <a:cxn ang="0">
                      <a:pos x="T0" y="T2"/>
                    </a:cxn>
                    <a:cxn ang="0">
                      <a:pos x="T3" y="T5"/>
                    </a:cxn>
                    <a:cxn ang="0">
                      <a:pos x="T6" y="T8"/>
                    </a:cxn>
                    <a:cxn ang="0">
                      <a:pos x="T9" y="T11"/>
                    </a:cxn>
                  </a:cxnLst>
                  <a:rect l="0" t="0" r="r" b="b"/>
                  <a:pathLst>
                    <a:path w="21600" h="21333">
                      <a:moveTo>
                        <a:pt x="13008" y="18684"/>
                      </a:moveTo>
                      <a:cubicBezTo>
                        <a:pt x="9017" y="15850"/>
                        <a:pt x="5542" y="12415"/>
                        <a:pt x="2694" y="8570"/>
                      </a:cubicBezTo>
                      <a:cubicBezTo>
                        <a:pt x="3736" y="5628"/>
                        <a:pt x="5693" y="3697"/>
                        <a:pt x="8585" y="2647"/>
                      </a:cubicBezTo>
                      <a:cubicBezTo>
                        <a:pt x="12578" y="5489"/>
                        <a:pt x="16048" y="8911"/>
                        <a:pt x="18889" y="12809"/>
                      </a:cubicBezTo>
                      <a:cubicBezTo>
                        <a:pt x="17836" y="15730"/>
                        <a:pt x="15883" y="17647"/>
                        <a:pt x="13008" y="18684"/>
                      </a:cubicBezTo>
                      <a:moveTo>
                        <a:pt x="21110" y="11295"/>
                      </a:moveTo>
                      <a:cubicBezTo>
                        <a:pt x="18081" y="7130"/>
                        <a:pt x="14396" y="3496"/>
                        <a:pt x="10161" y="484"/>
                      </a:cubicBezTo>
                      <a:cubicBezTo>
                        <a:pt x="9468" y="-8"/>
                        <a:pt x="8579" y="-134"/>
                        <a:pt x="7778" y="145"/>
                      </a:cubicBezTo>
                      <a:cubicBezTo>
                        <a:pt x="4027" y="1450"/>
                        <a:pt x="1463" y="3983"/>
                        <a:pt x="145" y="7687"/>
                      </a:cubicBezTo>
                      <a:cubicBezTo>
                        <a:pt x="46" y="7962"/>
                        <a:pt x="0" y="8252"/>
                        <a:pt x="0" y="8537"/>
                      </a:cubicBezTo>
                      <a:cubicBezTo>
                        <a:pt x="0" y="9071"/>
                        <a:pt x="167" y="9596"/>
                        <a:pt x="487" y="10041"/>
                      </a:cubicBezTo>
                      <a:cubicBezTo>
                        <a:pt x="3525" y="14213"/>
                        <a:pt x="7211" y="17850"/>
                        <a:pt x="11431" y="20850"/>
                      </a:cubicBezTo>
                      <a:cubicBezTo>
                        <a:pt x="12122" y="21338"/>
                        <a:pt x="13010" y="21466"/>
                        <a:pt x="13812" y="21188"/>
                      </a:cubicBezTo>
                      <a:cubicBezTo>
                        <a:pt x="17563" y="19893"/>
                        <a:pt x="20133" y="17356"/>
                        <a:pt x="21451" y="13647"/>
                      </a:cubicBezTo>
                      <a:cubicBezTo>
                        <a:pt x="21551" y="13372"/>
                        <a:pt x="21600" y="13081"/>
                        <a:pt x="21600" y="12796"/>
                      </a:cubicBezTo>
                      <a:cubicBezTo>
                        <a:pt x="21600" y="12265"/>
                        <a:pt x="21429" y="11740"/>
                        <a:pt x="21110" y="11295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2" name="Group 3"/>
            <p:cNvGrpSpPr/>
            <p:nvPr/>
          </p:nvGrpSpPr>
          <p:grpSpPr>
            <a:xfrm>
              <a:off x="5361446" y="1507778"/>
              <a:ext cx="1380661" cy="1109136"/>
              <a:chOff x="5168892" y="1397841"/>
              <a:chExt cx="1742591" cy="1399886"/>
            </a:xfrm>
          </p:grpSpPr>
          <p:grpSp>
            <p:nvGrpSpPr>
              <p:cNvPr id="23" name="组合 22"/>
              <p:cNvGrpSpPr/>
              <p:nvPr/>
            </p:nvGrpSpPr>
            <p:grpSpPr>
              <a:xfrm rot="759468">
                <a:off x="5511597" y="1397841"/>
                <a:ext cx="1399886" cy="1399886"/>
                <a:chOff x="3239852" y="1844824"/>
                <a:chExt cx="2664296" cy="2664296"/>
              </a:xfrm>
            </p:grpSpPr>
            <p:sp>
              <p:nvSpPr>
                <p:cNvPr id="30" name="椭圆 29"/>
                <p:cNvSpPr/>
                <p:nvPr/>
              </p:nvSpPr>
              <p:spPr>
                <a:xfrm>
                  <a:off x="3239852" y="1844824"/>
                  <a:ext cx="2664296" cy="2664296"/>
                </a:xfrm>
                <a:prstGeom prst="ellipse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25400" cap="flat" cmpd="sng" algn="ctr">
                  <a:solidFill>
                    <a:sysClr val="window" lastClr="FFFFFF"/>
                  </a:solidFill>
                  <a:prstDash val="solid"/>
                </a:ln>
                <a:effectLst>
                  <a:outerShdw blurRad="381000" dist="1270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64565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1" name="椭圆 30"/>
                <p:cNvSpPr/>
                <p:nvPr/>
              </p:nvSpPr>
              <p:spPr>
                <a:xfrm>
                  <a:off x="3546002" y="2150974"/>
                  <a:ext cx="2051997" cy="2051997"/>
                </a:xfrm>
                <a:prstGeom prst="ellipse">
                  <a:avLst/>
                </a:prstGeom>
                <a:solidFill>
                  <a:srgbClr val="1C50A2"/>
                </a:solidFill>
                <a:ln w="25400" cap="flat" cmpd="sng" algn="ctr">
                  <a:solidFill>
                    <a:sysClr val="window" lastClr="FFFFFF">
                      <a:lumMod val="95000"/>
                    </a:sysClr>
                  </a:solidFill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64565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24" name="椭圆 23"/>
              <p:cNvSpPr/>
              <p:nvPr/>
            </p:nvSpPr>
            <p:spPr>
              <a:xfrm>
                <a:off x="5174562" y="1609120"/>
                <a:ext cx="438612" cy="438612"/>
              </a:xfrm>
              <a:prstGeom prst="ellipse">
                <a:avLst/>
              </a:prstGeom>
              <a:solidFill>
                <a:srgbClr val="1C50A2"/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ot="0" spcFirstLastPara="0" vert="horz" wrap="square" lIns="96429" tIns="48214" rIns="96429" bIns="48214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6456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TextBox 125"/>
              <p:cNvSpPr txBox="1"/>
              <p:nvPr/>
            </p:nvSpPr>
            <p:spPr>
              <a:xfrm flipH="1">
                <a:off x="5168892" y="1606199"/>
                <a:ext cx="412674" cy="392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lnSpc>
                    <a:spcPct val="80000"/>
                  </a:lnSpc>
                  <a:defRPr sz="4400" b="1" kern="0">
                    <a:ln w="18415" cmpd="sng">
                      <a:noFill/>
                      <a:prstDash val="solid"/>
                    </a:ln>
                    <a:solidFill>
                      <a:srgbClr val="FFC000"/>
                    </a:solidFill>
                    <a:latin typeface="Agency FB" panose="020B0503020202020204" pitchFamily="34" charset="0"/>
                    <a:ea typeface="微软雅黑" panose="020B0503020204020204" charset="-122"/>
                  </a:defRPr>
                </a:lvl1pPr>
              </a:lstStyle>
              <a:p>
                <a:pPr marL="0" marR="0" lvl="0" indent="0" algn="ctr" defTabSz="96456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1" i="0" u="none" strike="noStrike" kern="0" cap="none" spc="0" normalizeH="0" baseline="0" noProof="0" dirty="0">
                    <a:ln w="18415" cmpd="sng">
                      <a:noFill/>
                      <a:prstDash val="solid"/>
                    </a:ln>
                    <a:solidFill>
                      <a:sysClr val="window" lastClr="FFFFFF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Arial" panose="020B0604020202020204" pitchFamily="34" charset="0"/>
                  </a:rPr>
                  <a:t>5</a:t>
                </a:r>
                <a:endParaRPr kumimoji="0" lang="zh-CN" altLang="en-US" sz="11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ysClr val="window" lastClr="FFFFFF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26" name="Group 61"/>
              <p:cNvGrpSpPr/>
              <p:nvPr/>
            </p:nvGrpSpPr>
            <p:grpSpPr>
              <a:xfrm>
                <a:off x="5979368" y="1864772"/>
                <a:ext cx="464344" cy="464344"/>
                <a:chOff x="4439444" y="1652588"/>
                <a:chExt cx="464344" cy="464344"/>
              </a:xfrm>
              <a:solidFill>
                <a:srgbClr val="E7E6E6"/>
              </a:solidFill>
            </p:grpSpPr>
            <p:sp>
              <p:nvSpPr>
                <p:cNvPr id="27" name="AutoShape 136"/>
                <p:cNvSpPr/>
                <p:nvPr/>
              </p:nvSpPr>
              <p:spPr bwMode="auto">
                <a:xfrm>
                  <a:off x="4686300" y="1710532"/>
                  <a:ext cx="152400" cy="15240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9538" y="20579"/>
                      </a:moveTo>
                      <a:lnTo>
                        <a:pt x="19542" y="20579"/>
                      </a:lnTo>
                      <a:cubicBezTo>
                        <a:pt x="19546" y="21142"/>
                        <a:pt x="20004" y="21600"/>
                        <a:pt x="20571" y="21600"/>
                      </a:cubicBezTo>
                      <a:cubicBezTo>
                        <a:pt x="21137" y="21600"/>
                        <a:pt x="21599" y="21138"/>
                        <a:pt x="21599" y="20571"/>
                      </a:cubicBezTo>
                      <a:cubicBezTo>
                        <a:pt x="21599" y="20565"/>
                        <a:pt x="21595" y="20561"/>
                        <a:pt x="21595" y="20555"/>
                      </a:cubicBezTo>
                      <a:cubicBezTo>
                        <a:pt x="21583" y="9221"/>
                        <a:pt x="12411" y="41"/>
                        <a:pt x="1080" y="12"/>
                      </a:cubicBezTo>
                      <a:cubicBezTo>
                        <a:pt x="1064" y="10"/>
                        <a:pt x="1048" y="0"/>
                        <a:pt x="1028" y="0"/>
                      </a:cubicBezTo>
                      <a:cubicBezTo>
                        <a:pt x="458" y="0"/>
                        <a:pt x="0" y="461"/>
                        <a:pt x="0" y="1028"/>
                      </a:cubicBezTo>
                      <a:cubicBezTo>
                        <a:pt x="0" y="1594"/>
                        <a:pt x="458" y="2055"/>
                        <a:pt x="1024" y="2057"/>
                      </a:cubicBezTo>
                      <a:lnTo>
                        <a:pt x="1024" y="2065"/>
                      </a:lnTo>
                      <a:cubicBezTo>
                        <a:pt x="11233" y="2065"/>
                        <a:pt x="19538" y="10370"/>
                        <a:pt x="19538" y="20579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8" name="AutoShape 137"/>
                <p:cNvSpPr/>
                <p:nvPr/>
              </p:nvSpPr>
              <p:spPr bwMode="auto">
                <a:xfrm>
                  <a:off x="4439444" y="1652588"/>
                  <a:ext cx="464344" cy="464344"/>
                </a:xfrm>
                <a:custGeom>
                  <a:avLst/>
                  <a:gdLst>
                    <a:gd name="T0" fmla="+- 0 10819 195"/>
                    <a:gd name="T1" fmla="*/ T0 w 21248"/>
                    <a:gd name="T2" fmla="*/ 10800 h 21600"/>
                    <a:gd name="T3" fmla="+- 0 10819 195"/>
                    <a:gd name="T4" fmla="*/ T3 w 21248"/>
                    <a:gd name="T5" fmla="*/ 10800 h 21600"/>
                    <a:gd name="T6" fmla="+- 0 10819 195"/>
                    <a:gd name="T7" fmla="*/ T6 w 21248"/>
                    <a:gd name="T8" fmla="*/ 10800 h 21600"/>
                    <a:gd name="T9" fmla="+- 0 10819 195"/>
                    <a:gd name="T10" fmla="*/ T9 w 21248"/>
                    <a:gd name="T11" fmla="*/ 10800 h 21600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1248" h="21600">
                      <a:moveTo>
                        <a:pt x="19868" y="17133"/>
                      </a:moveTo>
                      <a:cubicBezTo>
                        <a:pt x="19766" y="17386"/>
                        <a:pt x="19525" y="17549"/>
                        <a:pt x="19255" y="17549"/>
                      </a:cubicBezTo>
                      <a:lnTo>
                        <a:pt x="19058" y="17549"/>
                      </a:lnTo>
                      <a:lnTo>
                        <a:pt x="3983" y="2226"/>
                      </a:lnTo>
                      <a:lnTo>
                        <a:pt x="3983" y="2025"/>
                      </a:lnTo>
                      <a:cubicBezTo>
                        <a:pt x="3983" y="1750"/>
                        <a:pt x="4144" y="1506"/>
                        <a:pt x="4393" y="1401"/>
                      </a:cubicBezTo>
                      <a:cubicBezTo>
                        <a:pt x="4475" y="1367"/>
                        <a:pt x="4560" y="1350"/>
                        <a:pt x="4647" y="1350"/>
                      </a:cubicBezTo>
                      <a:cubicBezTo>
                        <a:pt x="4824" y="1350"/>
                        <a:pt x="4991" y="1420"/>
                        <a:pt x="5116" y="1547"/>
                      </a:cubicBezTo>
                      <a:lnTo>
                        <a:pt x="19724" y="16397"/>
                      </a:lnTo>
                      <a:cubicBezTo>
                        <a:pt x="19915" y="16591"/>
                        <a:pt x="19972" y="16880"/>
                        <a:pt x="19868" y="17133"/>
                      </a:cubicBezTo>
                      <a:moveTo>
                        <a:pt x="10121" y="17549"/>
                      </a:moveTo>
                      <a:cubicBezTo>
                        <a:pt x="10017" y="17549"/>
                        <a:pt x="9922" y="17586"/>
                        <a:pt x="9824" y="17609"/>
                      </a:cubicBezTo>
                      <a:lnTo>
                        <a:pt x="3923" y="11612"/>
                      </a:lnTo>
                      <a:cubicBezTo>
                        <a:pt x="3946" y="11512"/>
                        <a:pt x="3982" y="11415"/>
                        <a:pt x="3982" y="11311"/>
                      </a:cubicBezTo>
                      <a:lnTo>
                        <a:pt x="3983" y="3180"/>
                      </a:lnTo>
                      <a:lnTo>
                        <a:pt x="18119" y="17549"/>
                      </a:lnTo>
                      <a:cubicBezTo>
                        <a:pt x="18119" y="17549"/>
                        <a:pt x="10121" y="17549"/>
                        <a:pt x="10121" y="17549"/>
                      </a:cubicBezTo>
                      <a:close/>
                      <a:moveTo>
                        <a:pt x="9182" y="17945"/>
                      </a:moveTo>
                      <a:lnTo>
                        <a:pt x="7109" y="20052"/>
                      </a:lnTo>
                      <a:cubicBezTo>
                        <a:pt x="6939" y="20224"/>
                        <a:pt x="6742" y="20249"/>
                        <a:pt x="6640" y="20249"/>
                      </a:cubicBezTo>
                      <a:cubicBezTo>
                        <a:pt x="6537" y="20249"/>
                        <a:pt x="6339" y="20224"/>
                        <a:pt x="6170" y="20052"/>
                      </a:cubicBezTo>
                      <a:lnTo>
                        <a:pt x="1522" y="15327"/>
                      </a:lnTo>
                      <a:cubicBezTo>
                        <a:pt x="1352" y="15154"/>
                        <a:pt x="1327" y="14953"/>
                        <a:pt x="1327" y="14850"/>
                      </a:cubicBezTo>
                      <a:cubicBezTo>
                        <a:pt x="1327" y="14745"/>
                        <a:pt x="1352" y="14544"/>
                        <a:pt x="1522" y="14373"/>
                      </a:cubicBezTo>
                      <a:lnTo>
                        <a:pt x="3593" y="12266"/>
                      </a:lnTo>
                      <a:cubicBezTo>
                        <a:pt x="3599" y="12260"/>
                        <a:pt x="3601" y="12251"/>
                        <a:pt x="3607" y="12245"/>
                      </a:cubicBezTo>
                      <a:lnTo>
                        <a:pt x="9202" y="17932"/>
                      </a:lnTo>
                      <a:cubicBezTo>
                        <a:pt x="9196" y="17937"/>
                        <a:pt x="9187" y="17939"/>
                        <a:pt x="9182" y="17945"/>
                      </a:cubicBezTo>
                      <a:moveTo>
                        <a:pt x="6056" y="593"/>
                      </a:moveTo>
                      <a:cubicBezTo>
                        <a:pt x="5675" y="205"/>
                        <a:pt x="5165" y="0"/>
                        <a:pt x="4647" y="0"/>
                      </a:cubicBezTo>
                      <a:cubicBezTo>
                        <a:pt x="4390" y="0"/>
                        <a:pt x="4132" y="49"/>
                        <a:pt x="3885" y="154"/>
                      </a:cubicBezTo>
                      <a:cubicBezTo>
                        <a:pt x="3141" y="467"/>
                        <a:pt x="2655" y="1205"/>
                        <a:pt x="2655" y="2025"/>
                      </a:cubicBezTo>
                      <a:lnTo>
                        <a:pt x="2654" y="11311"/>
                      </a:lnTo>
                      <a:lnTo>
                        <a:pt x="583" y="13418"/>
                      </a:lnTo>
                      <a:cubicBezTo>
                        <a:pt x="-195" y="14208"/>
                        <a:pt x="-195" y="15491"/>
                        <a:pt x="583" y="16281"/>
                      </a:cubicBezTo>
                      <a:lnTo>
                        <a:pt x="5231" y="21006"/>
                      </a:lnTo>
                      <a:cubicBezTo>
                        <a:pt x="5620" y="21402"/>
                        <a:pt x="6131" y="21599"/>
                        <a:pt x="6640" y="21599"/>
                      </a:cubicBezTo>
                      <a:cubicBezTo>
                        <a:pt x="7150" y="21599"/>
                        <a:pt x="7659" y="21402"/>
                        <a:pt x="8048" y="21006"/>
                      </a:cubicBezTo>
                      <a:lnTo>
                        <a:pt x="10121" y="18900"/>
                      </a:lnTo>
                      <a:lnTo>
                        <a:pt x="19255" y="18900"/>
                      </a:lnTo>
                      <a:cubicBezTo>
                        <a:pt x="20062" y="18900"/>
                        <a:pt x="20788" y="18407"/>
                        <a:pt x="21095" y="17650"/>
                      </a:cubicBezTo>
                      <a:cubicBezTo>
                        <a:pt x="21405" y="16893"/>
                        <a:pt x="21234" y="16022"/>
                        <a:pt x="20663" y="15443"/>
                      </a:cubicBezTo>
                      <a:cubicBezTo>
                        <a:pt x="20663" y="15443"/>
                        <a:pt x="6056" y="593"/>
                        <a:pt x="6056" y="593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9" name="AutoShape 138"/>
                <p:cNvSpPr/>
                <p:nvPr/>
              </p:nvSpPr>
              <p:spPr bwMode="auto">
                <a:xfrm>
                  <a:off x="4686300" y="1652588"/>
                  <a:ext cx="217488" cy="217488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437" y="2880"/>
                      </a:moveTo>
                      <a:lnTo>
                        <a:pt x="1437" y="2885"/>
                      </a:lnTo>
                      <a:cubicBezTo>
                        <a:pt x="10965" y="2885"/>
                        <a:pt x="18717" y="10637"/>
                        <a:pt x="18717" y="20165"/>
                      </a:cubicBezTo>
                      <a:lnTo>
                        <a:pt x="18720" y="20165"/>
                      </a:lnTo>
                      <a:cubicBezTo>
                        <a:pt x="18722" y="20959"/>
                        <a:pt x="19366" y="21600"/>
                        <a:pt x="20160" y="21600"/>
                      </a:cubicBezTo>
                      <a:cubicBezTo>
                        <a:pt x="20955" y="21600"/>
                        <a:pt x="21599" y="20956"/>
                        <a:pt x="21599" y="20160"/>
                      </a:cubicBezTo>
                      <a:cubicBezTo>
                        <a:pt x="21599" y="20155"/>
                        <a:pt x="21597" y="20152"/>
                        <a:pt x="21597" y="20148"/>
                      </a:cubicBezTo>
                      <a:cubicBezTo>
                        <a:pt x="21588" y="9034"/>
                        <a:pt x="12588" y="28"/>
                        <a:pt x="1476" y="8"/>
                      </a:cubicBezTo>
                      <a:cubicBezTo>
                        <a:pt x="1465" y="7"/>
                        <a:pt x="1454" y="0"/>
                        <a:pt x="1440" y="0"/>
                      </a:cubicBezTo>
                      <a:cubicBezTo>
                        <a:pt x="644" y="0"/>
                        <a:pt x="0" y="644"/>
                        <a:pt x="0" y="1440"/>
                      </a:cubicBezTo>
                      <a:cubicBezTo>
                        <a:pt x="0" y="2234"/>
                        <a:pt x="644" y="2878"/>
                        <a:pt x="1437" y="2880"/>
                      </a:cubicBezTo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20089" tIns="20089" rIns="20089" bIns="20089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241300" eaLnBrk="1" fontAlgn="auto" latinLnBrk="0" hangingPunct="0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72" name="文本框 1"/>
          <p:cNvSpPr txBox="1"/>
          <p:nvPr/>
        </p:nvSpPr>
        <p:spPr>
          <a:xfrm>
            <a:off x="1874278" y="1664365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3" name="išļîďè"/>
          <p:cNvSpPr txBox="1"/>
          <p:nvPr/>
        </p:nvSpPr>
        <p:spPr bwMode="auto">
          <a:xfrm>
            <a:off x="1858395" y="1319541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4" name="文本框 1"/>
          <p:cNvSpPr txBox="1"/>
          <p:nvPr/>
        </p:nvSpPr>
        <p:spPr>
          <a:xfrm>
            <a:off x="6892971" y="1138978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5" name="išļîďè"/>
          <p:cNvSpPr txBox="1"/>
          <p:nvPr/>
        </p:nvSpPr>
        <p:spPr bwMode="auto">
          <a:xfrm>
            <a:off x="6877088" y="794154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6" name="文本框 1"/>
          <p:cNvSpPr txBox="1"/>
          <p:nvPr/>
        </p:nvSpPr>
        <p:spPr>
          <a:xfrm>
            <a:off x="8153742" y="2747464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7" name="išļîďè"/>
          <p:cNvSpPr txBox="1"/>
          <p:nvPr/>
        </p:nvSpPr>
        <p:spPr bwMode="auto">
          <a:xfrm>
            <a:off x="8137859" y="2402640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8" name="文本框 1"/>
          <p:cNvSpPr txBox="1"/>
          <p:nvPr/>
        </p:nvSpPr>
        <p:spPr>
          <a:xfrm>
            <a:off x="7466622" y="4182446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9" name="išļîďè"/>
          <p:cNvSpPr txBox="1"/>
          <p:nvPr/>
        </p:nvSpPr>
        <p:spPr bwMode="auto">
          <a:xfrm>
            <a:off x="7450739" y="3837622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80" name="文本框 1"/>
          <p:cNvSpPr txBox="1"/>
          <p:nvPr/>
        </p:nvSpPr>
        <p:spPr>
          <a:xfrm>
            <a:off x="1589900" y="3904029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1" name="išļîďè"/>
          <p:cNvSpPr txBox="1"/>
          <p:nvPr/>
        </p:nvSpPr>
        <p:spPr bwMode="auto">
          <a:xfrm>
            <a:off x="1574017" y="3559205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1017713" y="5198428"/>
            <a:ext cx="596906" cy="538179"/>
            <a:chOff x="5424755" y="1340768"/>
            <a:chExt cx="670560" cy="604586"/>
          </a:xfrm>
        </p:grpSpPr>
        <p:grpSp>
          <p:nvGrpSpPr>
            <p:cNvPr id="83" name="组合 82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85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86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84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87" name="文本框 9"/>
          <p:cNvSpPr txBox="1"/>
          <p:nvPr/>
        </p:nvSpPr>
        <p:spPr>
          <a:xfrm>
            <a:off x="1738485" y="5214491"/>
            <a:ext cx="2122390" cy="409944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88" name="直接连接符 87"/>
          <p:cNvCxnSpPr/>
          <p:nvPr/>
        </p:nvCxnSpPr>
        <p:spPr>
          <a:xfrm>
            <a:off x="1820116" y="5622644"/>
            <a:ext cx="9258760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/>
          <p:cNvGrpSpPr/>
          <p:nvPr/>
        </p:nvGrpSpPr>
        <p:grpSpPr>
          <a:xfrm>
            <a:off x="11240840" y="5474791"/>
            <a:ext cx="293292" cy="264436"/>
            <a:chOff x="3720691" y="2824413"/>
            <a:chExt cx="1341120" cy="1209172"/>
          </a:xfrm>
        </p:grpSpPr>
        <p:sp>
          <p:nvSpPr>
            <p:cNvPr id="90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91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92" name="TextBox 75"/>
          <p:cNvSpPr txBox="1"/>
          <p:nvPr/>
        </p:nvSpPr>
        <p:spPr>
          <a:xfrm>
            <a:off x="1710618" y="5789919"/>
            <a:ext cx="9687136" cy="766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</p:spTree>
    <p:extLst>
      <p:ext uri="{BB962C8B-B14F-4D97-AF65-F5344CB8AC3E}">
        <p14:creationId xmlns:p14="http://schemas.microsoft.com/office/powerpoint/2010/main" val="2453161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研究成果与应用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448257" y="1934754"/>
            <a:ext cx="3244688" cy="3039292"/>
            <a:chOff x="3160" y="1776"/>
            <a:chExt cx="7867" cy="7369"/>
          </a:xfrm>
        </p:grpSpPr>
        <p:grpSp>
          <p:nvGrpSpPr>
            <p:cNvPr id="14" name="组合 13"/>
            <p:cNvGrpSpPr/>
            <p:nvPr/>
          </p:nvGrpSpPr>
          <p:grpSpPr>
            <a:xfrm>
              <a:off x="5402" y="1776"/>
              <a:ext cx="1743" cy="2172"/>
              <a:chOff x="3616783" y="701768"/>
              <a:chExt cx="975122" cy="1215000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3616783" y="701768"/>
                <a:ext cx="975122" cy="1215000"/>
              </a:xfrm>
              <a:prstGeom prst="rect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>
                <a:outerShdw blurRad="1778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Freeform 5"/>
              <p:cNvSpPr>
                <a:spLocks noEditPoints="1"/>
              </p:cNvSpPr>
              <p:nvPr/>
            </p:nvSpPr>
            <p:spPr bwMode="auto">
              <a:xfrm>
                <a:off x="3995686" y="1226216"/>
                <a:ext cx="183320" cy="185926"/>
              </a:xfrm>
              <a:custGeom>
                <a:avLst/>
                <a:gdLst>
                  <a:gd name="T0" fmla="*/ 44 w 88"/>
                  <a:gd name="T1" fmla="*/ 79 h 89"/>
                  <a:gd name="T2" fmla="*/ 10 w 88"/>
                  <a:gd name="T3" fmla="*/ 45 h 89"/>
                  <a:gd name="T4" fmla="*/ 44 w 88"/>
                  <a:gd name="T5" fmla="*/ 11 h 89"/>
                  <a:gd name="T6" fmla="*/ 78 w 88"/>
                  <a:gd name="T7" fmla="*/ 45 h 89"/>
                  <a:gd name="T8" fmla="*/ 44 w 88"/>
                  <a:gd name="T9" fmla="*/ 79 h 89"/>
                  <a:gd name="T10" fmla="*/ 44 w 88"/>
                  <a:gd name="T11" fmla="*/ 0 h 89"/>
                  <a:gd name="T12" fmla="*/ 0 w 88"/>
                  <a:gd name="T13" fmla="*/ 45 h 89"/>
                  <a:gd name="T14" fmla="*/ 44 w 88"/>
                  <a:gd name="T15" fmla="*/ 89 h 89"/>
                  <a:gd name="T16" fmla="*/ 88 w 88"/>
                  <a:gd name="T17" fmla="*/ 45 h 89"/>
                  <a:gd name="T18" fmla="*/ 44 w 88"/>
                  <a:gd name="T1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9">
                    <a:moveTo>
                      <a:pt x="44" y="79"/>
                    </a:moveTo>
                    <a:cubicBezTo>
                      <a:pt x="26" y="79"/>
                      <a:pt x="10" y="63"/>
                      <a:pt x="10" y="45"/>
                    </a:cubicBezTo>
                    <a:cubicBezTo>
                      <a:pt x="10" y="26"/>
                      <a:pt x="26" y="11"/>
                      <a:pt x="44" y="11"/>
                    </a:cubicBezTo>
                    <a:cubicBezTo>
                      <a:pt x="63" y="11"/>
                      <a:pt x="78" y="26"/>
                      <a:pt x="78" y="45"/>
                    </a:cubicBezTo>
                    <a:cubicBezTo>
                      <a:pt x="78" y="63"/>
                      <a:pt x="63" y="79"/>
                      <a:pt x="44" y="79"/>
                    </a:cubicBezTo>
                    <a:moveTo>
                      <a:pt x="44" y="0"/>
                    </a:moveTo>
                    <a:cubicBezTo>
                      <a:pt x="20" y="0"/>
                      <a:pt x="0" y="20"/>
                      <a:pt x="0" y="45"/>
                    </a:cubicBezTo>
                    <a:cubicBezTo>
                      <a:pt x="0" y="69"/>
                      <a:pt x="20" y="89"/>
                      <a:pt x="44" y="89"/>
                    </a:cubicBezTo>
                    <a:cubicBezTo>
                      <a:pt x="69" y="89"/>
                      <a:pt x="88" y="69"/>
                      <a:pt x="88" y="45"/>
                    </a:cubicBezTo>
                    <a:cubicBezTo>
                      <a:pt x="88" y="20"/>
                      <a:pt x="69" y="0"/>
                      <a:pt x="44" y="0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Freeform 6"/>
              <p:cNvSpPr>
                <a:spLocks noEditPoints="1"/>
              </p:cNvSpPr>
              <p:nvPr/>
            </p:nvSpPr>
            <p:spPr bwMode="auto">
              <a:xfrm>
                <a:off x="3831480" y="1131515"/>
                <a:ext cx="513469" cy="351000"/>
              </a:xfrm>
              <a:custGeom>
                <a:avLst/>
                <a:gdLst>
                  <a:gd name="T0" fmla="*/ 187 w 247"/>
                  <a:gd name="T1" fmla="*/ 54 h 168"/>
                  <a:gd name="T2" fmla="*/ 184 w 247"/>
                  <a:gd name="T3" fmla="*/ 51 h 168"/>
                  <a:gd name="T4" fmla="*/ 184 w 247"/>
                  <a:gd name="T5" fmla="*/ 40 h 168"/>
                  <a:gd name="T6" fmla="*/ 187 w 247"/>
                  <a:gd name="T7" fmla="*/ 37 h 168"/>
                  <a:gd name="T8" fmla="*/ 219 w 247"/>
                  <a:gd name="T9" fmla="*/ 37 h 168"/>
                  <a:gd name="T10" fmla="*/ 222 w 247"/>
                  <a:gd name="T11" fmla="*/ 40 h 168"/>
                  <a:gd name="T12" fmla="*/ 222 w 247"/>
                  <a:gd name="T13" fmla="*/ 51 h 168"/>
                  <a:gd name="T14" fmla="*/ 219 w 247"/>
                  <a:gd name="T15" fmla="*/ 54 h 168"/>
                  <a:gd name="T16" fmla="*/ 187 w 247"/>
                  <a:gd name="T17" fmla="*/ 54 h 168"/>
                  <a:gd name="T18" fmla="*/ 123 w 247"/>
                  <a:gd name="T19" fmla="*/ 144 h 168"/>
                  <a:gd name="T20" fmla="*/ 69 w 247"/>
                  <a:gd name="T21" fmla="*/ 90 h 168"/>
                  <a:gd name="T22" fmla="*/ 123 w 247"/>
                  <a:gd name="T23" fmla="*/ 35 h 168"/>
                  <a:gd name="T24" fmla="*/ 178 w 247"/>
                  <a:gd name="T25" fmla="*/ 90 h 168"/>
                  <a:gd name="T26" fmla="*/ 123 w 247"/>
                  <a:gd name="T27" fmla="*/ 144 h 168"/>
                  <a:gd name="T28" fmla="*/ 71 w 247"/>
                  <a:gd name="T29" fmla="*/ 0 h 168"/>
                  <a:gd name="T30" fmla="*/ 11 w 247"/>
                  <a:gd name="T31" fmla="*/ 0 h 168"/>
                  <a:gd name="T32" fmla="*/ 0 w 247"/>
                  <a:gd name="T33" fmla="*/ 12 h 168"/>
                  <a:gd name="T34" fmla="*/ 0 w 247"/>
                  <a:gd name="T35" fmla="*/ 156 h 168"/>
                  <a:gd name="T36" fmla="*/ 11 w 247"/>
                  <a:gd name="T37" fmla="*/ 168 h 168"/>
                  <a:gd name="T38" fmla="*/ 235 w 247"/>
                  <a:gd name="T39" fmla="*/ 168 h 168"/>
                  <a:gd name="T40" fmla="*/ 247 w 247"/>
                  <a:gd name="T41" fmla="*/ 156 h 168"/>
                  <a:gd name="T42" fmla="*/ 247 w 247"/>
                  <a:gd name="T43" fmla="*/ 23 h 168"/>
                  <a:gd name="T44" fmla="*/ 235 w 247"/>
                  <a:gd name="T45" fmla="*/ 12 h 168"/>
                  <a:gd name="T46" fmla="*/ 93 w 247"/>
                  <a:gd name="T47" fmla="*/ 12 h 168"/>
                  <a:gd name="T48" fmla="*/ 71 w 247"/>
                  <a:gd name="T49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47" h="168">
                    <a:moveTo>
                      <a:pt x="187" y="54"/>
                    </a:moveTo>
                    <a:cubicBezTo>
                      <a:pt x="185" y="54"/>
                      <a:pt x="184" y="53"/>
                      <a:pt x="184" y="51"/>
                    </a:cubicBezTo>
                    <a:cubicBezTo>
                      <a:pt x="184" y="40"/>
                      <a:pt x="184" y="40"/>
                      <a:pt x="184" y="40"/>
                    </a:cubicBezTo>
                    <a:cubicBezTo>
                      <a:pt x="184" y="38"/>
                      <a:pt x="185" y="37"/>
                      <a:pt x="187" y="37"/>
                    </a:cubicBezTo>
                    <a:cubicBezTo>
                      <a:pt x="219" y="37"/>
                      <a:pt x="219" y="37"/>
                      <a:pt x="219" y="37"/>
                    </a:cubicBezTo>
                    <a:cubicBezTo>
                      <a:pt x="220" y="37"/>
                      <a:pt x="222" y="38"/>
                      <a:pt x="222" y="40"/>
                    </a:cubicBezTo>
                    <a:cubicBezTo>
                      <a:pt x="222" y="51"/>
                      <a:pt x="222" y="51"/>
                      <a:pt x="222" y="51"/>
                    </a:cubicBezTo>
                    <a:cubicBezTo>
                      <a:pt x="222" y="53"/>
                      <a:pt x="220" y="54"/>
                      <a:pt x="219" y="54"/>
                    </a:cubicBezTo>
                    <a:cubicBezTo>
                      <a:pt x="187" y="54"/>
                      <a:pt x="187" y="54"/>
                      <a:pt x="187" y="54"/>
                    </a:cubicBezTo>
                    <a:moveTo>
                      <a:pt x="123" y="144"/>
                    </a:moveTo>
                    <a:cubicBezTo>
                      <a:pt x="93" y="144"/>
                      <a:pt x="69" y="120"/>
                      <a:pt x="69" y="90"/>
                    </a:cubicBezTo>
                    <a:cubicBezTo>
                      <a:pt x="69" y="60"/>
                      <a:pt x="93" y="35"/>
                      <a:pt x="123" y="35"/>
                    </a:cubicBezTo>
                    <a:cubicBezTo>
                      <a:pt x="153" y="35"/>
                      <a:pt x="178" y="60"/>
                      <a:pt x="178" y="90"/>
                    </a:cubicBezTo>
                    <a:cubicBezTo>
                      <a:pt x="178" y="120"/>
                      <a:pt x="153" y="144"/>
                      <a:pt x="123" y="144"/>
                    </a:cubicBezTo>
                    <a:moveTo>
                      <a:pt x="71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62"/>
                      <a:pt x="5" y="168"/>
                      <a:pt x="11" y="168"/>
                    </a:cubicBezTo>
                    <a:cubicBezTo>
                      <a:pt x="235" y="168"/>
                      <a:pt x="235" y="168"/>
                      <a:pt x="235" y="168"/>
                    </a:cubicBezTo>
                    <a:cubicBezTo>
                      <a:pt x="242" y="168"/>
                      <a:pt x="247" y="162"/>
                      <a:pt x="247" y="156"/>
                    </a:cubicBezTo>
                    <a:cubicBezTo>
                      <a:pt x="247" y="23"/>
                      <a:pt x="247" y="23"/>
                      <a:pt x="247" y="23"/>
                    </a:cubicBezTo>
                    <a:cubicBezTo>
                      <a:pt x="247" y="17"/>
                      <a:pt x="242" y="12"/>
                      <a:pt x="235" y="12"/>
                    </a:cubicBezTo>
                    <a:cubicBezTo>
                      <a:pt x="93" y="12"/>
                      <a:pt x="93" y="12"/>
                      <a:pt x="93" y="12"/>
                    </a:cubicBezTo>
                    <a:cubicBezTo>
                      <a:pt x="71" y="0"/>
                      <a:pt x="71" y="0"/>
                      <a:pt x="71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3160" y="5377"/>
              <a:ext cx="2414" cy="1743"/>
              <a:chOff x="2363044" y="2715953"/>
              <a:chExt cx="1350000" cy="975122"/>
            </a:xfrm>
          </p:grpSpPr>
          <p:sp>
            <p:nvSpPr>
              <p:cNvPr id="38" name="矩形 37"/>
              <p:cNvSpPr/>
              <p:nvPr/>
            </p:nvSpPr>
            <p:spPr>
              <a:xfrm rot="16200000">
                <a:off x="2550483" y="2528514"/>
                <a:ext cx="975122" cy="1350000"/>
              </a:xfrm>
              <a:prstGeom prst="rect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>
                <a:outerShdw blurRad="1778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Freeform 123"/>
              <p:cNvSpPr>
                <a:spLocks noChangeAspect="1" noEditPoints="1"/>
              </p:cNvSpPr>
              <p:nvPr/>
            </p:nvSpPr>
            <p:spPr bwMode="auto">
              <a:xfrm>
                <a:off x="2841817" y="2987514"/>
                <a:ext cx="342338" cy="432000"/>
              </a:xfrm>
              <a:custGeom>
                <a:avLst/>
                <a:gdLst>
                  <a:gd name="T0" fmla="*/ 6 w 53"/>
                  <a:gd name="T1" fmla="*/ 6 h 67"/>
                  <a:gd name="T2" fmla="*/ 6 w 53"/>
                  <a:gd name="T3" fmla="*/ 56 h 67"/>
                  <a:gd name="T4" fmla="*/ 39 w 53"/>
                  <a:gd name="T5" fmla="*/ 56 h 67"/>
                  <a:gd name="T6" fmla="*/ 39 w 53"/>
                  <a:gd name="T7" fmla="*/ 51 h 67"/>
                  <a:gd name="T8" fmla="*/ 45 w 53"/>
                  <a:gd name="T9" fmla="*/ 49 h 67"/>
                  <a:gd name="T10" fmla="*/ 45 w 53"/>
                  <a:gd name="T11" fmla="*/ 64 h 67"/>
                  <a:gd name="T12" fmla="*/ 42 w 53"/>
                  <a:gd name="T13" fmla="*/ 67 h 67"/>
                  <a:gd name="T14" fmla="*/ 2 w 53"/>
                  <a:gd name="T15" fmla="*/ 67 h 67"/>
                  <a:gd name="T16" fmla="*/ 0 w 53"/>
                  <a:gd name="T17" fmla="*/ 64 h 67"/>
                  <a:gd name="T18" fmla="*/ 0 w 53"/>
                  <a:gd name="T19" fmla="*/ 3 h 67"/>
                  <a:gd name="T20" fmla="*/ 2 w 53"/>
                  <a:gd name="T21" fmla="*/ 0 h 67"/>
                  <a:gd name="T22" fmla="*/ 2 w 53"/>
                  <a:gd name="T23" fmla="*/ 0 h 67"/>
                  <a:gd name="T24" fmla="*/ 42 w 53"/>
                  <a:gd name="T25" fmla="*/ 0 h 67"/>
                  <a:gd name="T26" fmla="*/ 45 w 53"/>
                  <a:gd name="T27" fmla="*/ 3 h 67"/>
                  <a:gd name="T28" fmla="*/ 45 w 53"/>
                  <a:gd name="T29" fmla="*/ 13 h 67"/>
                  <a:gd name="T30" fmla="*/ 39 w 53"/>
                  <a:gd name="T31" fmla="*/ 11 h 67"/>
                  <a:gd name="T32" fmla="*/ 39 w 53"/>
                  <a:gd name="T33" fmla="*/ 6 h 67"/>
                  <a:gd name="T34" fmla="*/ 6 w 53"/>
                  <a:gd name="T35" fmla="*/ 6 h 67"/>
                  <a:gd name="T36" fmla="*/ 28 w 53"/>
                  <a:gd name="T37" fmla="*/ 33 h 67"/>
                  <a:gd name="T38" fmla="*/ 19 w 53"/>
                  <a:gd name="T39" fmla="*/ 42 h 67"/>
                  <a:gd name="T40" fmla="*/ 28 w 53"/>
                  <a:gd name="T41" fmla="*/ 50 h 67"/>
                  <a:gd name="T42" fmla="*/ 37 w 53"/>
                  <a:gd name="T43" fmla="*/ 42 h 67"/>
                  <a:gd name="T44" fmla="*/ 37 w 53"/>
                  <a:gd name="T45" fmla="*/ 24 h 67"/>
                  <a:gd name="T46" fmla="*/ 44 w 53"/>
                  <a:gd name="T47" fmla="*/ 27 h 67"/>
                  <a:gd name="T48" fmla="*/ 44 w 53"/>
                  <a:gd name="T49" fmla="*/ 36 h 67"/>
                  <a:gd name="T50" fmla="*/ 46 w 53"/>
                  <a:gd name="T51" fmla="*/ 37 h 67"/>
                  <a:gd name="T52" fmla="*/ 51 w 53"/>
                  <a:gd name="T53" fmla="*/ 24 h 67"/>
                  <a:gd name="T54" fmla="*/ 31 w 53"/>
                  <a:gd name="T55" fmla="*/ 13 h 67"/>
                  <a:gd name="T56" fmla="*/ 31 w 53"/>
                  <a:gd name="T57" fmla="*/ 33 h 67"/>
                  <a:gd name="T58" fmla="*/ 28 w 53"/>
                  <a:gd name="T59" fmla="*/ 33 h 67"/>
                  <a:gd name="T60" fmla="*/ 18 w 53"/>
                  <a:gd name="T61" fmla="*/ 60 h 67"/>
                  <a:gd name="T62" fmla="*/ 17 w 53"/>
                  <a:gd name="T63" fmla="*/ 61 h 67"/>
                  <a:gd name="T64" fmla="*/ 17 w 53"/>
                  <a:gd name="T65" fmla="*/ 62 h 67"/>
                  <a:gd name="T66" fmla="*/ 18 w 53"/>
                  <a:gd name="T67" fmla="*/ 63 h 67"/>
                  <a:gd name="T68" fmla="*/ 27 w 53"/>
                  <a:gd name="T69" fmla="*/ 63 h 67"/>
                  <a:gd name="T70" fmla="*/ 28 w 53"/>
                  <a:gd name="T71" fmla="*/ 62 h 67"/>
                  <a:gd name="T72" fmla="*/ 28 w 53"/>
                  <a:gd name="T73" fmla="*/ 61 h 67"/>
                  <a:gd name="T74" fmla="*/ 27 w 53"/>
                  <a:gd name="T75" fmla="*/ 60 h 67"/>
                  <a:gd name="T76" fmla="*/ 18 w 53"/>
                  <a:gd name="T77" fmla="*/ 6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3" h="67">
                    <a:moveTo>
                      <a:pt x="6" y="6"/>
                    </a:moveTo>
                    <a:cubicBezTo>
                      <a:pt x="6" y="56"/>
                      <a:pt x="6" y="56"/>
                      <a:pt x="6" y="56"/>
                    </a:cubicBezTo>
                    <a:cubicBezTo>
                      <a:pt x="39" y="56"/>
                      <a:pt x="39" y="56"/>
                      <a:pt x="39" y="56"/>
                    </a:cubicBezTo>
                    <a:cubicBezTo>
                      <a:pt x="39" y="51"/>
                      <a:pt x="39" y="51"/>
                      <a:pt x="39" y="51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5" y="64"/>
                      <a:pt x="45" y="64"/>
                      <a:pt x="45" y="64"/>
                    </a:cubicBezTo>
                    <a:cubicBezTo>
                      <a:pt x="45" y="65"/>
                      <a:pt x="44" y="67"/>
                      <a:pt x="42" y="67"/>
                    </a:cubicBezTo>
                    <a:cubicBezTo>
                      <a:pt x="2" y="67"/>
                      <a:pt x="2" y="67"/>
                      <a:pt x="2" y="67"/>
                    </a:cubicBezTo>
                    <a:cubicBezTo>
                      <a:pt x="1" y="67"/>
                      <a:pt x="0" y="65"/>
                      <a:pt x="0" y="6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5" y="1"/>
                      <a:pt x="45" y="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6" y="6"/>
                      <a:pt x="6" y="6"/>
                      <a:pt x="6" y="6"/>
                    </a:cubicBezTo>
                    <a:close/>
                    <a:moveTo>
                      <a:pt x="28" y="33"/>
                    </a:moveTo>
                    <a:cubicBezTo>
                      <a:pt x="23" y="33"/>
                      <a:pt x="19" y="37"/>
                      <a:pt x="19" y="42"/>
                    </a:cubicBezTo>
                    <a:cubicBezTo>
                      <a:pt x="19" y="46"/>
                      <a:pt x="23" y="50"/>
                      <a:pt x="28" y="50"/>
                    </a:cubicBezTo>
                    <a:cubicBezTo>
                      <a:pt x="33" y="50"/>
                      <a:pt x="37" y="46"/>
                      <a:pt x="37" y="42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40" y="24"/>
                      <a:pt x="43" y="25"/>
                      <a:pt x="44" y="27"/>
                    </a:cubicBezTo>
                    <a:cubicBezTo>
                      <a:pt x="47" y="30"/>
                      <a:pt x="44" y="36"/>
                      <a:pt x="44" y="36"/>
                    </a:cubicBezTo>
                    <a:cubicBezTo>
                      <a:pt x="46" y="37"/>
                      <a:pt x="46" y="37"/>
                      <a:pt x="46" y="37"/>
                    </a:cubicBezTo>
                    <a:cubicBezTo>
                      <a:pt x="46" y="37"/>
                      <a:pt x="53" y="29"/>
                      <a:pt x="51" y="24"/>
                    </a:cubicBezTo>
                    <a:cubicBezTo>
                      <a:pt x="48" y="19"/>
                      <a:pt x="31" y="13"/>
                      <a:pt x="31" y="13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0" y="33"/>
                      <a:pt x="29" y="33"/>
                      <a:pt x="28" y="33"/>
                    </a:cubicBezTo>
                    <a:close/>
                    <a:moveTo>
                      <a:pt x="18" y="60"/>
                    </a:moveTo>
                    <a:cubicBezTo>
                      <a:pt x="17" y="60"/>
                      <a:pt x="17" y="60"/>
                      <a:pt x="17" y="61"/>
                    </a:cubicBezTo>
                    <a:cubicBezTo>
                      <a:pt x="17" y="62"/>
                      <a:pt x="17" y="62"/>
                      <a:pt x="17" y="62"/>
                    </a:cubicBezTo>
                    <a:cubicBezTo>
                      <a:pt x="17" y="62"/>
                      <a:pt x="17" y="63"/>
                      <a:pt x="18" y="63"/>
                    </a:cubicBezTo>
                    <a:cubicBezTo>
                      <a:pt x="27" y="63"/>
                      <a:pt x="27" y="63"/>
                      <a:pt x="27" y="63"/>
                    </a:cubicBezTo>
                    <a:cubicBezTo>
                      <a:pt x="28" y="63"/>
                      <a:pt x="28" y="62"/>
                      <a:pt x="28" y="62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28" y="60"/>
                      <a:pt x="28" y="60"/>
                      <a:pt x="27" y="60"/>
                    </a:cubicBezTo>
                    <a:lnTo>
                      <a:pt x="18" y="6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613" y="3634"/>
              <a:ext cx="2414" cy="1743"/>
              <a:chOff x="5412657" y="1740831"/>
              <a:chExt cx="1350000" cy="975122"/>
            </a:xfrm>
          </p:grpSpPr>
          <p:sp>
            <p:nvSpPr>
              <p:cNvPr id="36" name="矩形 35"/>
              <p:cNvSpPr/>
              <p:nvPr/>
            </p:nvSpPr>
            <p:spPr>
              <a:xfrm rot="16200000">
                <a:off x="5600096" y="1553392"/>
                <a:ext cx="975122" cy="1350000"/>
              </a:xfrm>
              <a:prstGeom prst="rect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>
                <a:outerShdw blurRad="1778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Freeform 810"/>
              <p:cNvSpPr>
                <a:spLocks noEditPoints="1"/>
              </p:cNvSpPr>
              <p:nvPr/>
            </p:nvSpPr>
            <p:spPr bwMode="auto">
              <a:xfrm>
                <a:off x="5920395" y="2045631"/>
                <a:ext cx="489347" cy="365522"/>
              </a:xfrm>
              <a:custGeom>
                <a:avLst/>
                <a:gdLst>
                  <a:gd name="T0" fmla="*/ 160 w 174"/>
                  <a:gd name="T1" fmla="*/ 97 h 130"/>
                  <a:gd name="T2" fmla="*/ 14 w 174"/>
                  <a:gd name="T3" fmla="*/ 97 h 130"/>
                  <a:gd name="T4" fmla="*/ 3 w 174"/>
                  <a:gd name="T5" fmla="*/ 118 h 130"/>
                  <a:gd name="T6" fmla="*/ 171 w 174"/>
                  <a:gd name="T7" fmla="*/ 118 h 130"/>
                  <a:gd name="T8" fmla="*/ 160 w 174"/>
                  <a:gd name="T9" fmla="*/ 97 h 130"/>
                  <a:gd name="T10" fmla="*/ 69 w 174"/>
                  <a:gd name="T11" fmla="*/ 113 h 130"/>
                  <a:gd name="T12" fmla="*/ 73 w 174"/>
                  <a:gd name="T13" fmla="*/ 105 h 130"/>
                  <a:gd name="T14" fmla="*/ 101 w 174"/>
                  <a:gd name="T15" fmla="*/ 105 h 130"/>
                  <a:gd name="T16" fmla="*/ 105 w 174"/>
                  <a:gd name="T17" fmla="*/ 113 h 130"/>
                  <a:gd name="T18" fmla="*/ 69 w 174"/>
                  <a:gd name="T19" fmla="*/ 113 h 130"/>
                  <a:gd name="T20" fmla="*/ 157 w 174"/>
                  <a:gd name="T21" fmla="*/ 92 h 130"/>
                  <a:gd name="T22" fmla="*/ 157 w 174"/>
                  <a:gd name="T23" fmla="*/ 92 h 130"/>
                  <a:gd name="T24" fmla="*/ 157 w 174"/>
                  <a:gd name="T25" fmla="*/ 91 h 130"/>
                  <a:gd name="T26" fmla="*/ 157 w 174"/>
                  <a:gd name="T27" fmla="*/ 4 h 130"/>
                  <a:gd name="T28" fmla="*/ 153 w 174"/>
                  <a:gd name="T29" fmla="*/ 0 h 130"/>
                  <a:gd name="T30" fmla="*/ 21 w 174"/>
                  <a:gd name="T31" fmla="*/ 0 h 130"/>
                  <a:gd name="T32" fmla="*/ 17 w 174"/>
                  <a:gd name="T33" fmla="*/ 4 h 130"/>
                  <a:gd name="T34" fmla="*/ 17 w 174"/>
                  <a:gd name="T35" fmla="*/ 91 h 130"/>
                  <a:gd name="T36" fmla="*/ 17 w 174"/>
                  <a:gd name="T37" fmla="*/ 92 h 130"/>
                  <a:gd name="T38" fmla="*/ 17 w 174"/>
                  <a:gd name="T39" fmla="*/ 92 h 130"/>
                  <a:gd name="T40" fmla="*/ 16 w 174"/>
                  <a:gd name="T41" fmla="*/ 92 h 130"/>
                  <a:gd name="T42" fmla="*/ 158 w 174"/>
                  <a:gd name="T43" fmla="*/ 92 h 130"/>
                  <a:gd name="T44" fmla="*/ 157 w 174"/>
                  <a:gd name="T45" fmla="*/ 92 h 130"/>
                  <a:gd name="T46" fmla="*/ 147 w 174"/>
                  <a:gd name="T47" fmla="*/ 85 h 130"/>
                  <a:gd name="T48" fmla="*/ 27 w 174"/>
                  <a:gd name="T49" fmla="*/ 85 h 130"/>
                  <a:gd name="T50" fmla="*/ 27 w 174"/>
                  <a:gd name="T51" fmla="*/ 10 h 130"/>
                  <a:gd name="T52" fmla="*/ 147 w 174"/>
                  <a:gd name="T53" fmla="*/ 10 h 130"/>
                  <a:gd name="T54" fmla="*/ 147 w 174"/>
                  <a:gd name="T55" fmla="*/ 85 h 130"/>
                  <a:gd name="T56" fmla="*/ 173 w 174"/>
                  <a:gd name="T57" fmla="*/ 123 h 130"/>
                  <a:gd name="T58" fmla="*/ 1 w 174"/>
                  <a:gd name="T59" fmla="*/ 123 h 130"/>
                  <a:gd name="T60" fmla="*/ 0 w 174"/>
                  <a:gd name="T61" fmla="*/ 124 h 130"/>
                  <a:gd name="T62" fmla="*/ 4 w 174"/>
                  <a:gd name="T63" fmla="*/ 130 h 130"/>
                  <a:gd name="T64" fmla="*/ 170 w 174"/>
                  <a:gd name="T65" fmla="*/ 130 h 130"/>
                  <a:gd name="T66" fmla="*/ 174 w 174"/>
                  <a:gd name="T67" fmla="*/ 124 h 130"/>
                  <a:gd name="T68" fmla="*/ 173 w 174"/>
                  <a:gd name="T69" fmla="*/ 123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74" h="130">
                    <a:moveTo>
                      <a:pt x="160" y="97"/>
                    </a:moveTo>
                    <a:cubicBezTo>
                      <a:pt x="14" y="97"/>
                      <a:pt x="14" y="97"/>
                      <a:pt x="14" y="97"/>
                    </a:cubicBezTo>
                    <a:cubicBezTo>
                      <a:pt x="3" y="118"/>
                      <a:pt x="3" y="118"/>
                      <a:pt x="3" y="118"/>
                    </a:cubicBezTo>
                    <a:cubicBezTo>
                      <a:pt x="171" y="118"/>
                      <a:pt x="171" y="118"/>
                      <a:pt x="171" y="118"/>
                    </a:cubicBezTo>
                    <a:lnTo>
                      <a:pt x="160" y="97"/>
                    </a:lnTo>
                    <a:close/>
                    <a:moveTo>
                      <a:pt x="69" y="113"/>
                    </a:moveTo>
                    <a:cubicBezTo>
                      <a:pt x="73" y="105"/>
                      <a:pt x="73" y="105"/>
                      <a:pt x="73" y="105"/>
                    </a:cubicBezTo>
                    <a:cubicBezTo>
                      <a:pt x="101" y="105"/>
                      <a:pt x="101" y="105"/>
                      <a:pt x="101" y="105"/>
                    </a:cubicBezTo>
                    <a:cubicBezTo>
                      <a:pt x="105" y="113"/>
                      <a:pt x="105" y="113"/>
                      <a:pt x="105" y="113"/>
                    </a:cubicBezTo>
                    <a:lnTo>
                      <a:pt x="69" y="113"/>
                    </a:lnTo>
                    <a:close/>
                    <a:moveTo>
                      <a:pt x="157" y="92"/>
                    </a:moveTo>
                    <a:cubicBezTo>
                      <a:pt x="157" y="92"/>
                      <a:pt x="157" y="92"/>
                      <a:pt x="157" y="92"/>
                    </a:cubicBezTo>
                    <a:cubicBezTo>
                      <a:pt x="157" y="92"/>
                      <a:pt x="157" y="92"/>
                      <a:pt x="157" y="91"/>
                    </a:cubicBezTo>
                    <a:cubicBezTo>
                      <a:pt x="157" y="4"/>
                      <a:pt x="157" y="4"/>
                      <a:pt x="157" y="4"/>
                    </a:cubicBezTo>
                    <a:cubicBezTo>
                      <a:pt x="157" y="2"/>
                      <a:pt x="156" y="0"/>
                      <a:pt x="153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8" y="0"/>
                      <a:pt x="17" y="2"/>
                      <a:pt x="17" y="4"/>
                    </a:cubicBezTo>
                    <a:cubicBezTo>
                      <a:pt x="17" y="91"/>
                      <a:pt x="17" y="91"/>
                      <a:pt x="17" y="91"/>
                    </a:cubicBezTo>
                    <a:cubicBezTo>
                      <a:pt x="17" y="92"/>
                      <a:pt x="17" y="92"/>
                      <a:pt x="17" y="92"/>
                    </a:cubicBezTo>
                    <a:cubicBezTo>
                      <a:pt x="17" y="92"/>
                      <a:pt x="17" y="92"/>
                      <a:pt x="17" y="92"/>
                    </a:cubicBezTo>
                    <a:cubicBezTo>
                      <a:pt x="16" y="92"/>
                      <a:pt x="16" y="92"/>
                      <a:pt x="16" y="92"/>
                    </a:cubicBezTo>
                    <a:cubicBezTo>
                      <a:pt x="158" y="92"/>
                      <a:pt x="158" y="92"/>
                      <a:pt x="158" y="92"/>
                    </a:cubicBezTo>
                    <a:lnTo>
                      <a:pt x="157" y="92"/>
                    </a:lnTo>
                    <a:close/>
                    <a:moveTo>
                      <a:pt x="147" y="85"/>
                    </a:moveTo>
                    <a:cubicBezTo>
                      <a:pt x="27" y="85"/>
                      <a:pt x="27" y="85"/>
                      <a:pt x="27" y="85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147" y="10"/>
                      <a:pt x="147" y="10"/>
                      <a:pt x="147" y="10"/>
                    </a:cubicBezTo>
                    <a:lnTo>
                      <a:pt x="147" y="85"/>
                    </a:lnTo>
                    <a:close/>
                    <a:moveTo>
                      <a:pt x="173" y="123"/>
                    </a:moveTo>
                    <a:cubicBezTo>
                      <a:pt x="1" y="123"/>
                      <a:pt x="1" y="123"/>
                      <a:pt x="1" y="123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0" y="126"/>
                      <a:pt x="2" y="130"/>
                      <a:pt x="4" y="130"/>
                    </a:cubicBezTo>
                    <a:cubicBezTo>
                      <a:pt x="170" y="130"/>
                      <a:pt x="170" y="130"/>
                      <a:pt x="170" y="130"/>
                    </a:cubicBezTo>
                    <a:cubicBezTo>
                      <a:pt x="172" y="130"/>
                      <a:pt x="174" y="126"/>
                      <a:pt x="174" y="124"/>
                    </a:cubicBezTo>
                    <a:lnTo>
                      <a:pt x="173" y="123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7146" y="6973"/>
              <a:ext cx="1743" cy="2172"/>
              <a:chOff x="4592357" y="3608636"/>
              <a:chExt cx="975122" cy="1215000"/>
            </a:xfrm>
          </p:grpSpPr>
          <p:sp>
            <p:nvSpPr>
              <p:cNvPr id="34" name="矩形 33"/>
              <p:cNvSpPr/>
              <p:nvPr/>
            </p:nvSpPr>
            <p:spPr>
              <a:xfrm rot="10800000">
                <a:off x="4592357" y="3608636"/>
                <a:ext cx="975122" cy="1215000"/>
              </a:xfrm>
              <a:prstGeom prst="rect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>
                <a:outerShdw blurRad="1778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Freeform 843"/>
              <p:cNvSpPr>
                <a:spLocks noEditPoints="1"/>
              </p:cNvSpPr>
              <p:nvPr/>
            </p:nvSpPr>
            <p:spPr bwMode="auto">
              <a:xfrm>
                <a:off x="4845916" y="4002419"/>
                <a:ext cx="489347" cy="427435"/>
              </a:xfrm>
              <a:custGeom>
                <a:avLst/>
                <a:gdLst>
                  <a:gd name="T0" fmla="*/ 109 w 174"/>
                  <a:gd name="T1" fmla="*/ 132 h 152"/>
                  <a:gd name="T2" fmla="*/ 108 w 174"/>
                  <a:gd name="T3" fmla="*/ 127 h 152"/>
                  <a:gd name="T4" fmla="*/ 66 w 174"/>
                  <a:gd name="T5" fmla="*/ 127 h 152"/>
                  <a:gd name="T6" fmla="*/ 64 w 174"/>
                  <a:gd name="T7" fmla="*/ 137 h 152"/>
                  <a:gd name="T8" fmla="*/ 59 w 174"/>
                  <a:gd name="T9" fmla="*/ 145 h 152"/>
                  <a:gd name="T10" fmla="*/ 50 w 174"/>
                  <a:gd name="T11" fmla="*/ 148 h 152"/>
                  <a:gd name="T12" fmla="*/ 50 w 174"/>
                  <a:gd name="T13" fmla="*/ 152 h 152"/>
                  <a:gd name="T14" fmla="*/ 124 w 174"/>
                  <a:gd name="T15" fmla="*/ 152 h 152"/>
                  <a:gd name="T16" fmla="*/ 124 w 174"/>
                  <a:gd name="T17" fmla="*/ 148 h 152"/>
                  <a:gd name="T18" fmla="*/ 115 w 174"/>
                  <a:gd name="T19" fmla="*/ 145 h 152"/>
                  <a:gd name="T20" fmla="*/ 109 w 174"/>
                  <a:gd name="T21" fmla="*/ 132 h 152"/>
                  <a:gd name="T22" fmla="*/ 169 w 174"/>
                  <a:gd name="T23" fmla="*/ 0 h 152"/>
                  <a:gd name="T24" fmla="*/ 5 w 174"/>
                  <a:gd name="T25" fmla="*/ 0 h 152"/>
                  <a:gd name="T26" fmla="*/ 0 w 174"/>
                  <a:gd name="T27" fmla="*/ 5 h 152"/>
                  <a:gd name="T28" fmla="*/ 0 w 174"/>
                  <a:gd name="T29" fmla="*/ 113 h 152"/>
                  <a:gd name="T30" fmla="*/ 5 w 174"/>
                  <a:gd name="T31" fmla="*/ 118 h 152"/>
                  <a:gd name="T32" fmla="*/ 169 w 174"/>
                  <a:gd name="T33" fmla="*/ 118 h 152"/>
                  <a:gd name="T34" fmla="*/ 174 w 174"/>
                  <a:gd name="T35" fmla="*/ 113 h 152"/>
                  <a:gd name="T36" fmla="*/ 174 w 174"/>
                  <a:gd name="T37" fmla="*/ 5 h 152"/>
                  <a:gd name="T38" fmla="*/ 169 w 174"/>
                  <a:gd name="T39" fmla="*/ 0 h 152"/>
                  <a:gd name="T40" fmla="*/ 162 w 174"/>
                  <a:gd name="T41" fmla="*/ 106 h 152"/>
                  <a:gd name="T42" fmla="*/ 12 w 174"/>
                  <a:gd name="T43" fmla="*/ 106 h 152"/>
                  <a:gd name="T44" fmla="*/ 12 w 174"/>
                  <a:gd name="T45" fmla="*/ 13 h 152"/>
                  <a:gd name="T46" fmla="*/ 162 w 174"/>
                  <a:gd name="T47" fmla="*/ 13 h 152"/>
                  <a:gd name="T48" fmla="*/ 162 w 174"/>
                  <a:gd name="T49" fmla="*/ 106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4" h="152">
                    <a:moveTo>
                      <a:pt x="109" y="132"/>
                    </a:moveTo>
                    <a:cubicBezTo>
                      <a:pt x="108" y="130"/>
                      <a:pt x="108" y="129"/>
                      <a:pt x="108" y="127"/>
                    </a:cubicBezTo>
                    <a:cubicBezTo>
                      <a:pt x="66" y="127"/>
                      <a:pt x="66" y="127"/>
                      <a:pt x="66" y="127"/>
                    </a:cubicBezTo>
                    <a:cubicBezTo>
                      <a:pt x="66" y="130"/>
                      <a:pt x="65" y="133"/>
                      <a:pt x="64" y="137"/>
                    </a:cubicBezTo>
                    <a:cubicBezTo>
                      <a:pt x="63" y="140"/>
                      <a:pt x="61" y="143"/>
                      <a:pt x="59" y="145"/>
                    </a:cubicBezTo>
                    <a:cubicBezTo>
                      <a:pt x="57" y="147"/>
                      <a:pt x="54" y="148"/>
                      <a:pt x="50" y="148"/>
                    </a:cubicBezTo>
                    <a:cubicBezTo>
                      <a:pt x="50" y="152"/>
                      <a:pt x="50" y="152"/>
                      <a:pt x="50" y="152"/>
                    </a:cubicBezTo>
                    <a:cubicBezTo>
                      <a:pt x="124" y="152"/>
                      <a:pt x="124" y="152"/>
                      <a:pt x="124" y="152"/>
                    </a:cubicBezTo>
                    <a:cubicBezTo>
                      <a:pt x="124" y="148"/>
                      <a:pt x="124" y="148"/>
                      <a:pt x="124" y="148"/>
                    </a:cubicBezTo>
                    <a:cubicBezTo>
                      <a:pt x="120" y="148"/>
                      <a:pt x="117" y="147"/>
                      <a:pt x="115" y="145"/>
                    </a:cubicBezTo>
                    <a:cubicBezTo>
                      <a:pt x="112" y="142"/>
                      <a:pt x="110" y="137"/>
                      <a:pt x="109" y="132"/>
                    </a:cubicBezTo>
                    <a:close/>
                    <a:moveTo>
                      <a:pt x="16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16"/>
                      <a:pt x="2" y="118"/>
                      <a:pt x="5" y="118"/>
                    </a:cubicBezTo>
                    <a:cubicBezTo>
                      <a:pt x="169" y="118"/>
                      <a:pt x="169" y="118"/>
                      <a:pt x="169" y="118"/>
                    </a:cubicBezTo>
                    <a:cubicBezTo>
                      <a:pt x="172" y="118"/>
                      <a:pt x="174" y="116"/>
                      <a:pt x="174" y="113"/>
                    </a:cubicBezTo>
                    <a:cubicBezTo>
                      <a:pt x="174" y="5"/>
                      <a:pt x="174" y="5"/>
                      <a:pt x="174" y="5"/>
                    </a:cubicBezTo>
                    <a:cubicBezTo>
                      <a:pt x="174" y="3"/>
                      <a:pt x="172" y="0"/>
                      <a:pt x="169" y="0"/>
                    </a:cubicBezTo>
                    <a:close/>
                    <a:moveTo>
                      <a:pt x="162" y="106"/>
                    </a:moveTo>
                    <a:cubicBezTo>
                      <a:pt x="12" y="106"/>
                      <a:pt x="12" y="106"/>
                      <a:pt x="12" y="106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62" y="13"/>
                      <a:pt x="162" y="13"/>
                      <a:pt x="162" y="13"/>
                    </a:cubicBezTo>
                    <a:lnTo>
                      <a:pt x="162" y="106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5373" y="3634"/>
              <a:ext cx="1743" cy="1743"/>
              <a:chOff x="3600654" y="1740831"/>
              <a:chExt cx="975122" cy="975122"/>
            </a:xfrm>
          </p:grpSpPr>
          <p:sp>
            <p:nvSpPr>
              <p:cNvPr id="31" name="圆角矩形 30"/>
              <p:cNvSpPr/>
              <p:nvPr/>
            </p:nvSpPr>
            <p:spPr>
              <a:xfrm>
                <a:off x="3600654" y="1740831"/>
                <a:ext cx="975122" cy="975122"/>
              </a:xfrm>
              <a:prstGeom prst="roundRect">
                <a:avLst/>
              </a:prstGeom>
              <a:solidFill>
                <a:srgbClr val="1C50A2"/>
              </a:solidFill>
              <a:ln w="34925" cap="flat" cmpd="sng" algn="ctr">
                <a:gradFill flip="none" rotWithShape="1">
                  <a:gsLst>
                    <a:gs pos="0">
                      <a:srgbClr val="2683C6">
                        <a:lumMod val="5000"/>
                        <a:lumOff val="95000"/>
                      </a:srgbClr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1778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圆角矩形 31"/>
              <p:cNvSpPr>
                <a:spLocks noChangeAspect="1"/>
              </p:cNvSpPr>
              <p:nvPr/>
            </p:nvSpPr>
            <p:spPr>
              <a:xfrm>
                <a:off x="3804715" y="1944892"/>
                <a:ext cx="567000" cy="567000"/>
              </a:xfrm>
              <a:prstGeom prst="roundRect">
                <a:avLst/>
              </a:prstGeom>
              <a:solidFill>
                <a:sysClr val="window" lastClr="FFFFFF"/>
              </a:solidFill>
              <a:ln w="34925" cap="flat" cmpd="sng" algn="ctr">
                <a:noFill/>
                <a:prstDash val="solid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文本框 3"/>
              <p:cNvSpPr txBox="1"/>
              <p:nvPr/>
            </p:nvSpPr>
            <p:spPr>
              <a:xfrm>
                <a:off x="3804715" y="1966745"/>
                <a:ext cx="637523" cy="5009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C50A2"/>
                    </a:solidFill>
                    <a:effectLst/>
                    <a:uLnTx/>
                    <a:uFillTx/>
                    <a:latin typeface="+mn-ea"/>
                  </a:rPr>
                  <a:t>01</a:t>
                </a:r>
                <a:endPara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7146" y="3634"/>
              <a:ext cx="1743" cy="1743"/>
              <a:chOff x="4592769" y="1740870"/>
              <a:chExt cx="975168" cy="975248"/>
            </a:xfrm>
          </p:grpSpPr>
          <p:sp>
            <p:nvSpPr>
              <p:cNvPr id="28" name="圆角矩形 27"/>
              <p:cNvSpPr/>
              <p:nvPr/>
            </p:nvSpPr>
            <p:spPr>
              <a:xfrm>
                <a:off x="4592769" y="1740870"/>
                <a:ext cx="975168" cy="975248"/>
              </a:xfrm>
              <a:prstGeom prst="roundRect">
                <a:avLst/>
              </a:prstGeom>
              <a:solidFill>
                <a:srgbClr val="1C50A2"/>
              </a:solidFill>
              <a:ln w="34925" cap="flat" cmpd="sng" algn="ctr">
                <a:gradFill flip="none" rotWithShape="1">
                  <a:gsLst>
                    <a:gs pos="0">
                      <a:srgbClr val="2683C6">
                        <a:lumMod val="5000"/>
                        <a:lumOff val="95000"/>
                      </a:srgbClr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1778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圆角矩形 28"/>
              <p:cNvSpPr>
                <a:spLocks noChangeAspect="1"/>
              </p:cNvSpPr>
              <p:nvPr/>
            </p:nvSpPr>
            <p:spPr>
              <a:xfrm>
                <a:off x="4796418" y="1944892"/>
                <a:ext cx="567000" cy="567000"/>
              </a:xfrm>
              <a:prstGeom prst="roundRect">
                <a:avLst/>
              </a:prstGeom>
              <a:solidFill>
                <a:sysClr val="window" lastClr="FFFFFF"/>
              </a:solidFill>
              <a:ln w="34925" cap="flat" cmpd="sng" algn="ctr">
                <a:noFill/>
                <a:prstDash val="solid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文本框 7"/>
              <p:cNvSpPr txBox="1"/>
              <p:nvPr/>
            </p:nvSpPr>
            <p:spPr>
              <a:xfrm>
                <a:off x="4796418" y="1966744"/>
                <a:ext cx="637553" cy="501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C50A2"/>
                    </a:solidFill>
                    <a:effectLst/>
                    <a:uLnTx/>
                    <a:uFillTx/>
                    <a:latin typeface="+mn-ea"/>
                  </a:rPr>
                  <a:t>02</a:t>
                </a:r>
                <a:endPara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5373" y="5377"/>
              <a:ext cx="1743" cy="1743"/>
              <a:chOff x="3600654" y="2715952"/>
              <a:chExt cx="975122" cy="975122"/>
            </a:xfrm>
          </p:grpSpPr>
          <p:sp>
            <p:nvSpPr>
              <p:cNvPr id="25" name="圆角矩形 24"/>
              <p:cNvSpPr/>
              <p:nvPr/>
            </p:nvSpPr>
            <p:spPr>
              <a:xfrm>
                <a:off x="3600654" y="2715952"/>
                <a:ext cx="975122" cy="975122"/>
              </a:xfrm>
              <a:prstGeom prst="roundRect">
                <a:avLst/>
              </a:prstGeom>
              <a:solidFill>
                <a:srgbClr val="1C50A2"/>
              </a:solidFill>
              <a:ln w="34925" cap="flat" cmpd="sng" algn="ctr">
                <a:gradFill flip="none" rotWithShape="1">
                  <a:gsLst>
                    <a:gs pos="0">
                      <a:srgbClr val="2683C6">
                        <a:lumMod val="5000"/>
                        <a:lumOff val="95000"/>
                      </a:srgbClr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1778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圆角矩形 25"/>
              <p:cNvSpPr>
                <a:spLocks noChangeAspect="1"/>
              </p:cNvSpPr>
              <p:nvPr/>
            </p:nvSpPr>
            <p:spPr>
              <a:xfrm>
                <a:off x="3804715" y="2920014"/>
                <a:ext cx="567000" cy="567000"/>
              </a:xfrm>
              <a:prstGeom prst="roundRect">
                <a:avLst/>
              </a:prstGeom>
              <a:solidFill>
                <a:sysClr val="window" lastClr="FFFFFF"/>
              </a:solidFill>
              <a:ln w="34925" cap="flat" cmpd="sng" algn="ctr">
                <a:noFill/>
                <a:prstDash val="solid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文本框 11"/>
              <p:cNvSpPr txBox="1"/>
              <p:nvPr/>
            </p:nvSpPr>
            <p:spPr>
              <a:xfrm>
                <a:off x="3804715" y="2941866"/>
                <a:ext cx="637523" cy="5009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C50A2"/>
                    </a:solidFill>
                    <a:effectLst/>
                    <a:uLnTx/>
                    <a:uFillTx/>
                    <a:latin typeface="+mn-ea"/>
                  </a:rPr>
                  <a:t>04</a:t>
                </a:r>
                <a:endPara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7146" y="5377"/>
              <a:ext cx="1743" cy="1743"/>
              <a:chOff x="4592357" y="2715952"/>
              <a:chExt cx="975122" cy="9751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4592357" y="2715952"/>
                <a:ext cx="975122" cy="975122"/>
              </a:xfrm>
              <a:prstGeom prst="roundRect">
                <a:avLst/>
              </a:prstGeom>
              <a:solidFill>
                <a:srgbClr val="1C50A2"/>
              </a:solidFill>
              <a:ln w="34925" cap="flat" cmpd="sng" algn="ctr">
                <a:gradFill flip="none" rotWithShape="1">
                  <a:gsLst>
                    <a:gs pos="0">
                      <a:srgbClr val="2683C6">
                        <a:lumMod val="5000"/>
                        <a:lumOff val="95000"/>
                      </a:srgbClr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1778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圆角矩形 22"/>
              <p:cNvSpPr>
                <a:spLocks noChangeAspect="1"/>
              </p:cNvSpPr>
              <p:nvPr/>
            </p:nvSpPr>
            <p:spPr>
              <a:xfrm>
                <a:off x="4796418" y="2920013"/>
                <a:ext cx="567000" cy="567000"/>
              </a:xfrm>
              <a:prstGeom prst="roundRect">
                <a:avLst/>
              </a:prstGeom>
              <a:solidFill>
                <a:sysClr val="window" lastClr="FFFFFF"/>
              </a:solidFill>
              <a:ln w="34925" cap="flat" cmpd="sng" algn="ctr">
                <a:noFill/>
                <a:prstDash val="solid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文本框 14"/>
              <p:cNvSpPr txBox="1"/>
              <p:nvPr/>
            </p:nvSpPr>
            <p:spPr>
              <a:xfrm>
                <a:off x="4796418" y="2941866"/>
                <a:ext cx="637523" cy="5009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C50A2"/>
                    </a:solidFill>
                    <a:effectLst/>
                    <a:uLnTx/>
                    <a:uFillTx/>
                    <a:latin typeface="+mn-ea"/>
                  </a:rPr>
                  <a:t>03</a:t>
                </a:r>
                <a:endPara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</p:grpSp>
      <p:sp>
        <p:nvSpPr>
          <p:cNvPr id="43" name="文本框 1"/>
          <p:cNvSpPr txBox="1"/>
          <p:nvPr/>
        </p:nvSpPr>
        <p:spPr>
          <a:xfrm>
            <a:off x="2610644" y="1928119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4" name="išļîďè"/>
          <p:cNvSpPr txBox="1"/>
          <p:nvPr/>
        </p:nvSpPr>
        <p:spPr bwMode="auto">
          <a:xfrm>
            <a:off x="2594761" y="1583295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5" name="文本框 1"/>
          <p:cNvSpPr txBox="1"/>
          <p:nvPr/>
        </p:nvSpPr>
        <p:spPr>
          <a:xfrm>
            <a:off x="1457881" y="3330460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išļîďè"/>
          <p:cNvSpPr txBox="1"/>
          <p:nvPr/>
        </p:nvSpPr>
        <p:spPr bwMode="auto">
          <a:xfrm>
            <a:off x="1441998" y="2985636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7" name="文本框 1"/>
          <p:cNvSpPr txBox="1"/>
          <p:nvPr/>
        </p:nvSpPr>
        <p:spPr>
          <a:xfrm>
            <a:off x="7087652" y="3915225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8" name="išļîďè"/>
          <p:cNvSpPr txBox="1"/>
          <p:nvPr/>
        </p:nvSpPr>
        <p:spPr bwMode="auto">
          <a:xfrm>
            <a:off x="7071769" y="3570401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49" name="文本框 1"/>
          <p:cNvSpPr txBox="1"/>
          <p:nvPr/>
        </p:nvSpPr>
        <p:spPr>
          <a:xfrm>
            <a:off x="7172319" y="1676002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0" name="išļîďè"/>
          <p:cNvSpPr txBox="1"/>
          <p:nvPr/>
        </p:nvSpPr>
        <p:spPr bwMode="auto">
          <a:xfrm>
            <a:off x="7156436" y="1331178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1017713" y="5198428"/>
            <a:ext cx="596906" cy="538179"/>
            <a:chOff x="5424755" y="1340768"/>
            <a:chExt cx="670560" cy="604586"/>
          </a:xfrm>
        </p:grpSpPr>
        <p:grpSp>
          <p:nvGrpSpPr>
            <p:cNvPr id="52" name="组合 5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5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5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5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56" name="文本框 9"/>
          <p:cNvSpPr txBox="1"/>
          <p:nvPr/>
        </p:nvSpPr>
        <p:spPr>
          <a:xfrm>
            <a:off x="1738485" y="5214491"/>
            <a:ext cx="2122390" cy="409944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57" name="直接连接符 56"/>
          <p:cNvCxnSpPr/>
          <p:nvPr/>
        </p:nvCxnSpPr>
        <p:spPr>
          <a:xfrm>
            <a:off x="1820116" y="5622644"/>
            <a:ext cx="9258760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>
            <a:off x="11240840" y="5474791"/>
            <a:ext cx="293292" cy="264436"/>
            <a:chOff x="3720691" y="2824413"/>
            <a:chExt cx="1341120" cy="1209172"/>
          </a:xfrm>
        </p:grpSpPr>
        <p:sp>
          <p:nvSpPr>
            <p:cNvPr id="59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60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61" name="TextBox 75"/>
          <p:cNvSpPr txBox="1"/>
          <p:nvPr/>
        </p:nvSpPr>
        <p:spPr>
          <a:xfrm>
            <a:off x="1710618" y="5789919"/>
            <a:ext cx="9687136" cy="766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</p:spTree>
    <p:extLst>
      <p:ext uri="{BB962C8B-B14F-4D97-AF65-F5344CB8AC3E}">
        <p14:creationId xmlns:p14="http://schemas.microsoft.com/office/powerpoint/2010/main" val="2247312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1871720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研究成果与应用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851699" y="1871133"/>
            <a:ext cx="4019592" cy="2914355"/>
            <a:chOff x="3067052" y="1230937"/>
            <a:chExt cx="6059803" cy="4393583"/>
          </a:xfrm>
        </p:grpSpPr>
        <p:grpSp>
          <p:nvGrpSpPr>
            <p:cNvPr id="14" name="组合 13"/>
            <p:cNvGrpSpPr/>
            <p:nvPr/>
          </p:nvGrpSpPr>
          <p:grpSpPr>
            <a:xfrm rot="1200000" flipH="1">
              <a:off x="3180226" y="1230937"/>
              <a:ext cx="994269" cy="672500"/>
              <a:chOff x="911201" y="1824478"/>
              <a:chExt cx="2283025" cy="1544910"/>
            </a:xfrm>
            <a:solidFill>
              <a:srgbClr val="1C50A2"/>
            </a:solidFill>
          </p:grpSpPr>
          <p:sp>
            <p:nvSpPr>
              <p:cNvPr id="88" name="矩形 87"/>
              <p:cNvSpPr/>
              <p:nvPr/>
            </p:nvSpPr>
            <p:spPr>
              <a:xfrm rot="17400000">
                <a:off x="1340906" y="1872051"/>
                <a:ext cx="60758" cy="48962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 rot="-2700000" flipV="1">
                <a:off x="1283460" y="1824478"/>
                <a:ext cx="1547880" cy="1544910"/>
              </a:xfrm>
              <a:custGeom>
                <a:avLst/>
                <a:gdLst>
                  <a:gd name="connsiteX0" fmla="*/ 871669 w 901730"/>
                  <a:gd name="connsiteY0" fmla="*/ 0 h 900000"/>
                  <a:gd name="connsiteX1" fmla="*/ 901730 w 901730"/>
                  <a:gd name="connsiteY1" fmla="*/ 0 h 900000"/>
                  <a:gd name="connsiteX2" fmla="*/ 1730 w 901730"/>
                  <a:gd name="connsiteY2" fmla="*/ 900000 h 900000"/>
                  <a:gd name="connsiteX3" fmla="*/ 0 w 901730"/>
                  <a:gd name="connsiteY3" fmla="*/ 899913 h 900000"/>
                  <a:gd name="connsiteX4" fmla="*/ 0 w 901730"/>
                  <a:gd name="connsiteY4" fmla="*/ 869852 h 900000"/>
                  <a:gd name="connsiteX5" fmla="*/ 1731 w 901730"/>
                  <a:gd name="connsiteY5" fmla="*/ 869939 h 900000"/>
                  <a:gd name="connsiteX6" fmla="*/ 871669 w 901730"/>
                  <a:gd name="connsiteY6" fmla="*/ 1 h 9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1730" h="900000">
                    <a:moveTo>
                      <a:pt x="871669" y="0"/>
                    </a:moveTo>
                    <a:lnTo>
                      <a:pt x="901730" y="0"/>
                    </a:lnTo>
                    <a:cubicBezTo>
                      <a:pt x="901730" y="497056"/>
                      <a:pt x="498786" y="900000"/>
                      <a:pt x="1730" y="900000"/>
                    </a:cubicBezTo>
                    <a:lnTo>
                      <a:pt x="0" y="899913"/>
                    </a:lnTo>
                    <a:lnTo>
                      <a:pt x="0" y="869852"/>
                    </a:lnTo>
                    <a:lnTo>
                      <a:pt x="1731" y="869939"/>
                    </a:lnTo>
                    <a:cubicBezTo>
                      <a:pt x="482184" y="869939"/>
                      <a:pt x="871669" y="480454"/>
                      <a:pt x="871669" y="1"/>
                    </a:cubicBezTo>
                    <a:close/>
                  </a:path>
                </a:pathLst>
              </a:cu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911201" y="2587444"/>
                <a:ext cx="98933" cy="98933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3095293" y="2587444"/>
                <a:ext cx="98933" cy="98933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1526843" y="2124151"/>
                <a:ext cx="209662" cy="209660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1582206" y="2182455"/>
                <a:ext cx="98933" cy="98934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1062963" y="1964312"/>
                <a:ext cx="98933" cy="98934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3067052" y="1461453"/>
              <a:ext cx="6059803" cy="4163067"/>
              <a:chOff x="3067052" y="1461453"/>
              <a:chExt cx="6059803" cy="4163067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3071495" y="1461453"/>
                <a:ext cx="5339080" cy="4114165"/>
              </a:xfrm>
              <a:custGeom>
                <a:avLst/>
                <a:gdLst>
                  <a:gd name="connsiteX0" fmla="*/ 6128642 w 6460402"/>
                  <a:gd name="connsiteY0" fmla="*/ 2544539 h 4978287"/>
                  <a:gd name="connsiteX1" fmla="*/ 6128642 w 6460402"/>
                  <a:gd name="connsiteY1" fmla="*/ 2578165 h 4978287"/>
                  <a:gd name="connsiteX2" fmla="*/ 6205767 w 6460402"/>
                  <a:gd name="connsiteY2" fmla="*/ 2578165 h 4978287"/>
                  <a:gd name="connsiteX3" fmla="*/ 6205767 w 6460402"/>
                  <a:gd name="connsiteY3" fmla="*/ 2544539 h 4978287"/>
                  <a:gd name="connsiteX4" fmla="*/ 6128642 w 6460402"/>
                  <a:gd name="connsiteY4" fmla="*/ 2359082 h 4978287"/>
                  <a:gd name="connsiteX5" fmla="*/ 6128642 w 6460402"/>
                  <a:gd name="connsiteY5" fmla="*/ 2374918 h 4978287"/>
                  <a:gd name="connsiteX6" fmla="*/ 6205767 w 6460402"/>
                  <a:gd name="connsiteY6" fmla="*/ 2374918 h 4978287"/>
                  <a:gd name="connsiteX7" fmla="*/ 6205767 w 6460402"/>
                  <a:gd name="connsiteY7" fmla="*/ 2359082 h 4978287"/>
                  <a:gd name="connsiteX8" fmla="*/ 6128642 w 6460402"/>
                  <a:gd name="connsiteY8" fmla="*/ 2175435 h 4978287"/>
                  <a:gd name="connsiteX9" fmla="*/ 6128642 w 6460402"/>
                  <a:gd name="connsiteY9" fmla="*/ 2189461 h 4978287"/>
                  <a:gd name="connsiteX10" fmla="*/ 6205767 w 6460402"/>
                  <a:gd name="connsiteY10" fmla="*/ 2189461 h 4978287"/>
                  <a:gd name="connsiteX11" fmla="*/ 6205767 w 6460402"/>
                  <a:gd name="connsiteY11" fmla="*/ 2175435 h 4978287"/>
                  <a:gd name="connsiteX12" fmla="*/ 550566 w 6460402"/>
                  <a:gd name="connsiteY12" fmla="*/ 0 h 4978287"/>
                  <a:gd name="connsiteX13" fmla="*/ 1089947 w 6460402"/>
                  <a:gd name="connsiteY13" fmla="*/ 439608 h 4978287"/>
                  <a:gd name="connsiteX14" fmla="*/ 1094328 w 6460402"/>
                  <a:gd name="connsiteY14" fmla="*/ 483067 h 4978287"/>
                  <a:gd name="connsiteX15" fmla="*/ 3355244 w 6460402"/>
                  <a:gd name="connsiteY15" fmla="*/ 483067 h 4978287"/>
                  <a:gd name="connsiteX16" fmla="*/ 3774352 w 6460402"/>
                  <a:gd name="connsiteY16" fmla="*/ 902175 h 4978287"/>
                  <a:gd name="connsiteX17" fmla="*/ 3774352 w 6460402"/>
                  <a:gd name="connsiteY17" fmla="*/ 1433662 h 4978287"/>
                  <a:gd name="connsiteX18" fmla="*/ 3776218 w 6460402"/>
                  <a:gd name="connsiteY18" fmla="*/ 1433662 h 4978287"/>
                  <a:gd name="connsiteX19" fmla="*/ 3776218 w 6460402"/>
                  <a:gd name="connsiteY19" fmla="*/ 1732154 h 4978287"/>
                  <a:gd name="connsiteX20" fmla="*/ 4049878 w 6460402"/>
                  <a:gd name="connsiteY20" fmla="*/ 2005814 h 4978287"/>
                  <a:gd name="connsiteX21" fmla="*/ 5752319 w 6460402"/>
                  <a:gd name="connsiteY21" fmla="*/ 2005814 h 4978287"/>
                  <a:gd name="connsiteX22" fmla="*/ 5752319 w 6460402"/>
                  <a:gd name="connsiteY22" fmla="*/ 1999666 h 4978287"/>
                  <a:gd name="connsiteX23" fmla="*/ 6128642 w 6460402"/>
                  <a:gd name="connsiteY23" fmla="*/ 1999666 h 4978287"/>
                  <a:gd name="connsiteX24" fmla="*/ 6128642 w 6460402"/>
                  <a:gd name="connsiteY24" fmla="*/ 2005814 h 4978287"/>
                  <a:gd name="connsiteX25" fmla="*/ 6205767 w 6460402"/>
                  <a:gd name="connsiteY25" fmla="*/ 2005814 h 4978287"/>
                  <a:gd name="connsiteX26" fmla="*/ 6205767 w 6460402"/>
                  <a:gd name="connsiteY26" fmla="*/ 2005162 h 4978287"/>
                  <a:gd name="connsiteX27" fmla="*/ 6460402 w 6460402"/>
                  <a:gd name="connsiteY27" fmla="*/ 2005162 h 4978287"/>
                  <a:gd name="connsiteX28" fmla="*/ 6460402 w 6460402"/>
                  <a:gd name="connsiteY28" fmla="*/ 2740090 h 4978287"/>
                  <a:gd name="connsiteX29" fmla="*/ 6227992 w 6460402"/>
                  <a:gd name="connsiteY29" fmla="*/ 2740090 h 4978287"/>
                  <a:gd name="connsiteX30" fmla="*/ 4948699 w 6460402"/>
                  <a:gd name="connsiteY30" fmla="*/ 2747786 h 4978287"/>
                  <a:gd name="connsiteX31" fmla="*/ 4699917 w 6460402"/>
                  <a:gd name="connsiteY31" fmla="*/ 3021446 h 4978287"/>
                  <a:gd name="connsiteX32" fmla="*/ 4699917 w 6460402"/>
                  <a:gd name="connsiteY32" fmla="*/ 3886050 h 4978287"/>
                  <a:gd name="connsiteX33" fmla="*/ 4722636 w 6460402"/>
                  <a:gd name="connsiteY33" fmla="*/ 3888341 h 4978287"/>
                  <a:gd name="connsiteX34" fmla="*/ 5162244 w 6460402"/>
                  <a:gd name="connsiteY34" fmla="*/ 4427721 h 4978287"/>
                  <a:gd name="connsiteX35" fmla="*/ 4611678 w 6460402"/>
                  <a:gd name="connsiteY35" fmla="*/ 4978287 h 4978287"/>
                  <a:gd name="connsiteX36" fmla="*/ 4061112 w 6460402"/>
                  <a:gd name="connsiteY36" fmla="*/ 4427721 h 4978287"/>
                  <a:gd name="connsiteX37" fmla="*/ 4500720 w 6460402"/>
                  <a:gd name="connsiteY37" fmla="*/ 3888341 h 4978287"/>
                  <a:gd name="connsiteX38" fmla="*/ 4525038 w 6460402"/>
                  <a:gd name="connsiteY38" fmla="*/ 3885889 h 4978287"/>
                  <a:gd name="connsiteX39" fmla="*/ 4525038 w 6460402"/>
                  <a:gd name="connsiteY39" fmla="*/ 2997273 h 4978287"/>
                  <a:gd name="connsiteX40" fmla="*/ 4906045 w 6460402"/>
                  <a:gd name="connsiteY40" fmla="*/ 2578165 h 4978287"/>
                  <a:gd name="connsiteX41" fmla="*/ 5752319 w 6460402"/>
                  <a:gd name="connsiteY41" fmla="*/ 2578165 h 4978287"/>
                  <a:gd name="connsiteX42" fmla="*/ 5752319 w 6460402"/>
                  <a:gd name="connsiteY42" fmla="*/ 2544539 h 4978287"/>
                  <a:gd name="connsiteX43" fmla="*/ 4621379 w 6460402"/>
                  <a:gd name="connsiteY43" fmla="*/ 2544539 h 4978287"/>
                  <a:gd name="connsiteX44" fmla="*/ 4347719 w 6460402"/>
                  <a:gd name="connsiteY44" fmla="*/ 2818199 h 4978287"/>
                  <a:gd name="connsiteX45" fmla="*/ 4347719 w 6460402"/>
                  <a:gd name="connsiteY45" fmla="*/ 3200314 h 4978287"/>
                  <a:gd name="connsiteX46" fmla="*/ 4345853 w 6460402"/>
                  <a:gd name="connsiteY46" fmla="*/ 3200314 h 4978287"/>
                  <a:gd name="connsiteX47" fmla="*/ 4345853 w 6460402"/>
                  <a:gd name="connsiteY47" fmla="*/ 3217647 h 4978287"/>
                  <a:gd name="connsiteX48" fmla="*/ 3926745 w 6460402"/>
                  <a:gd name="connsiteY48" fmla="*/ 3636755 h 4978287"/>
                  <a:gd name="connsiteX49" fmla="*/ 1502623 w 6460402"/>
                  <a:gd name="connsiteY49" fmla="*/ 3636755 h 4978287"/>
                  <a:gd name="connsiteX50" fmla="*/ 1500080 w 6460402"/>
                  <a:gd name="connsiteY50" fmla="*/ 3661988 h 4978287"/>
                  <a:gd name="connsiteX51" fmla="*/ 960699 w 6460402"/>
                  <a:gd name="connsiteY51" fmla="*/ 4101596 h 4978287"/>
                  <a:gd name="connsiteX52" fmla="*/ 410133 w 6460402"/>
                  <a:gd name="connsiteY52" fmla="*/ 3551030 h 4978287"/>
                  <a:gd name="connsiteX53" fmla="*/ 960699 w 6460402"/>
                  <a:gd name="connsiteY53" fmla="*/ 3000464 h 4978287"/>
                  <a:gd name="connsiteX54" fmla="*/ 1500080 w 6460402"/>
                  <a:gd name="connsiteY54" fmla="*/ 3440072 h 4978287"/>
                  <a:gd name="connsiteX55" fmla="*/ 1502808 w 6460402"/>
                  <a:gd name="connsiteY55" fmla="*/ 3467134 h 4978287"/>
                  <a:gd name="connsiteX56" fmla="*/ 3879826 w 6460402"/>
                  <a:gd name="connsiteY56" fmla="*/ 3467134 h 4978287"/>
                  <a:gd name="connsiteX57" fmla="*/ 4153486 w 6460402"/>
                  <a:gd name="connsiteY57" fmla="*/ 3193474 h 4978287"/>
                  <a:gd name="connsiteX58" fmla="*/ 4153486 w 6460402"/>
                  <a:gd name="connsiteY58" fmla="*/ 2935531 h 4978287"/>
                  <a:gd name="connsiteX59" fmla="*/ 4155352 w 6460402"/>
                  <a:gd name="connsiteY59" fmla="*/ 2935531 h 4978287"/>
                  <a:gd name="connsiteX60" fmla="*/ 4155352 w 6460402"/>
                  <a:gd name="connsiteY60" fmla="*/ 2794026 h 4978287"/>
                  <a:gd name="connsiteX61" fmla="*/ 4574460 w 6460402"/>
                  <a:gd name="connsiteY61" fmla="*/ 2374918 h 4978287"/>
                  <a:gd name="connsiteX62" fmla="*/ 5752319 w 6460402"/>
                  <a:gd name="connsiteY62" fmla="*/ 2374918 h 4978287"/>
                  <a:gd name="connsiteX63" fmla="*/ 5752319 w 6460402"/>
                  <a:gd name="connsiteY63" fmla="*/ 2359082 h 4978287"/>
                  <a:gd name="connsiteX64" fmla="*/ 2802547 w 6460402"/>
                  <a:gd name="connsiteY64" fmla="*/ 2359082 h 4978287"/>
                  <a:gd name="connsiteX65" fmla="*/ 2799911 w 6460402"/>
                  <a:gd name="connsiteY65" fmla="*/ 2385229 h 4978287"/>
                  <a:gd name="connsiteX66" fmla="*/ 2260530 w 6460402"/>
                  <a:gd name="connsiteY66" fmla="*/ 2824837 h 4978287"/>
                  <a:gd name="connsiteX67" fmla="*/ 1709964 w 6460402"/>
                  <a:gd name="connsiteY67" fmla="*/ 2274271 h 4978287"/>
                  <a:gd name="connsiteX68" fmla="*/ 2260530 w 6460402"/>
                  <a:gd name="connsiteY68" fmla="*/ 1723705 h 4978287"/>
                  <a:gd name="connsiteX69" fmla="*/ 2799911 w 6460402"/>
                  <a:gd name="connsiteY69" fmla="*/ 2163313 h 4978287"/>
                  <a:gd name="connsiteX70" fmla="*/ 2802547 w 6460402"/>
                  <a:gd name="connsiteY70" fmla="*/ 2189461 h 4978287"/>
                  <a:gd name="connsiteX71" fmla="*/ 5752319 w 6460402"/>
                  <a:gd name="connsiteY71" fmla="*/ 2189461 h 4978287"/>
                  <a:gd name="connsiteX72" fmla="*/ 5752319 w 6460402"/>
                  <a:gd name="connsiteY72" fmla="*/ 2175435 h 4978287"/>
                  <a:gd name="connsiteX73" fmla="*/ 4002959 w 6460402"/>
                  <a:gd name="connsiteY73" fmla="*/ 2175435 h 4978287"/>
                  <a:gd name="connsiteX74" fmla="*/ 3583851 w 6460402"/>
                  <a:gd name="connsiteY74" fmla="*/ 1756327 h 4978287"/>
                  <a:gd name="connsiteX75" fmla="*/ 3583851 w 6460402"/>
                  <a:gd name="connsiteY75" fmla="*/ 1605112 h 4978287"/>
                  <a:gd name="connsiteX76" fmla="*/ 3581985 w 6460402"/>
                  <a:gd name="connsiteY76" fmla="*/ 1605112 h 4978287"/>
                  <a:gd name="connsiteX77" fmla="*/ 3581985 w 6460402"/>
                  <a:gd name="connsiteY77" fmla="*/ 926348 h 4978287"/>
                  <a:gd name="connsiteX78" fmla="*/ 3308325 w 6460402"/>
                  <a:gd name="connsiteY78" fmla="*/ 652688 h 4978287"/>
                  <a:gd name="connsiteX79" fmla="*/ 1090838 w 6460402"/>
                  <a:gd name="connsiteY79" fmla="*/ 652688 h 4978287"/>
                  <a:gd name="connsiteX80" fmla="*/ 1089947 w 6460402"/>
                  <a:gd name="connsiteY80" fmla="*/ 661524 h 4978287"/>
                  <a:gd name="connsiteX81" fmla="*/ 550566 w 6460402"/>
                  <a:gd name="connsiteY81" fmla="*/ 1101132 h 4978287"/>
                  <a:gd name="connsiteX82" fmla="*/ 0 w 6460402"/>
                  <a:gd name="connsiteY82" fmla="*/ 550566 h 4978287"/>
                  <a:gd name="connsiteX83" fmla="*/ 550566 w 6460402"/>
                  <a:gd name="connsiteY83" fmla="*/ 0 h 4978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6460402" h="4978287">
                    <a:moveTo>
                      <a:pt x="6128642" y="2544539"/>
                    </a:moveTo>
                    <a:lnTo>
                      <a:pt x="6128642" y="2578165"/>
                    </a:lnTo>
                    <a:lnTo>
                      <a:pt x="6205767" y="2578165"/>
                    </a:lnTo>
                    <a:lnTo>
                      <a:pt x="6205767" y="2544539"/>
                    </a:lnTo>
                    <a:close/>
                    <a:moveTo>
                      <a:pt x="6128642" y="2359082"/>
                    </a:moveTo>
                    <a:lnTo>
                      <a:pt x="6128642" y="2374918"/>
                    </a:lnTo>
                    <a:lnTo>
                      <a:pt x="6205767" y="2374918"/>
                    </a:lnTo>
                    <a:lnTo>
                      <a:pt x="6205767" y="2359082"/>
                    </a:lnTo>
                    <a:close/>
                    <a:moveTo>
                      <a:pt x="6128642" y="2175435"/>
                    </a:moveTo>
                    <a:lnTo>
                      <a:pt x="6128642" y="2189461"/>
                    </a:lnTo>
                    <a:lnTo>
                      <a:pt x="6205767" y="2189461"/>
                    </a:lnTo>
                    <a:lnTo>
                      <a:pt x="6205767" y="2175435"/>
                    </a:lnTo>
                    <a:close/>
                    <a:moveTo>
                      <a:pt x="550566" y="0"/>
                    </a:moveTo>
                    <a:cubicBezTo>
                      <a:pt x="816627" y="0"/>
                      <a:pt x="1038609" y="188724"/>
                      <a:pt x="1089947" y="439608"/>
                    </a:cubicBezTo>
                    <a:lnTo>
                      <a:pt x="1094328" y="483067"/>
                    </a:lnTo>
                    <a:lnTo>
                      <a:pt x="3355244" y="483067"/>
                    </a:lnTo>
                    <a:cubicBezTo>
                      <a:pt x="3586711" y="483067"/>
                      <a:pt x="3774352" y="670708"/>
                      <a:pt x="3774352" y="902175"/>
                    </a:cubicBezTo>
                    <a:lnTo>
                      <a:pt x="3774352" y="1433662"/>
                    </a:lnTo>
                    <a:lnTo>
                      <a:pt x="3776218" y="1433662"/>
                    </a:lnTo>
                    <a:lnTo>
                      <a:pt x="3776218" y="1732154"/>
                    </a:lnTo>
                    <a:cubicBezTo>
                      <a:pt x="3776218" y="1883292"/>
                      <a:pt x="3898740" y="2005814"/>
                      <a:pt x="4049878" y="2005814"/>
                    </a:cubicBezTo>
                    <a:lnTo>
                      <a:pt x="5752319" y="2005814"/>
                    </a:lnTo>
                    <a:lnTo>
                      <a:pt x="5752319" y="1999666"/>
                    </a:lnTo>
                    <a:lnTo>
                      <a:pt x="6128642" y="1999666"/>
                    </a:lnTo>
                    <a:lnTo>
                      <a:pt x="6128642" y="2005814"/>
                    </a:lnTo>
                    <a:lnTo>
                      <a:pt x="6205767" y="2005814"/>
                    </a:lnTo>
                    <a:lnTo>
                      <a:pt x="6205767" y="2005162"/>
                    </a:lnTo>
                    <a:lnTo>
                      <a:pt x="6460402" y="2005162"/>
                    </a:lnTo>
                    <a:lnTo>
                      <a:pt x="6460402" y="2740090"/>
                    </a:lnTo>
                    <a:lnTo>
                      <a:pt x="6227992" y="2740090"/>
                    </a:lnTo>
                    <a:lnTo>
                      <a:pt x="4948699" y="2747786"/>
                    </a:lnTo>
                    <a:cubicBezTo>
                      <a:pt x="4811301" y="2747786"/>
                      <a:pt x="4699917" y="2870308"/>
                      <a:pt x="4699917" y="3021446"/>
                    </a:cubicBezTo>
                    <a:lnTo>
                      <a:pt x="4699917" y="3886050"/>
                    </a:lnTo>
                    <a:lnTo>
                      <a:pt x="4722636" y="3888341"/>
                    </a:lnTo>
                    <a:cubicBezTo>
                      <a:pt x="4973520" y="3939679"/>
                      <a:pt x="5162244" y="4161661"/>
                      <a:pt x="5162244" y="4427721"/>
                    </a:cubicBezTo>
                    <a:cubicBezTo>
                      <a:pt x="5162244" y="4731790"/>
                      <a:pt x="4915747" y="4978287"/>
                      <a:pt x="4611678" y="4978287"/>
                    </a:cubicBezTo>
                    <a:cubicBezTo>
                      <a:pt x="4307609" y="4978287"/>
                      <a:pt x="4061112" y="4731790"/>
                      <a:pt x="4061112" y="4427721"/>
                    </a:cubicBezTo>
                    <a:cubicBezTo>
                      <a:pt x="4061112" y="4161661"/>
                      <a:pt x="4249837" y="3939679"/>
                      <a:pt x="4500720" y="3888341"/>
                    </a:cubicBezTo>
                    <a:lnTo>
                      <a:pt x="4525038" y="3885889"/>
                    </a:lnTo>
                    <a:lnTo>
                      <a:pt x="4525038" y="2997273"/>
                    </a:lnTo>
                    <a:cubicBezTo>
                      <a:pt x="4525038" y="2765806"/>
                      <a:pt x="4695621" y="2578165"/>
                      <a:pt x="4906045" y="2578165"/>
                    </a:cubicBezTo>
                    <a:lnTo>
                      <a:pt x="5752319" y="2578165"/>
                    </a:lnTo>
                    <a:lnTo>
                      <a:pt x="5752319" y="2544539"/>
                    </a:lnTo>
                    <a:lnTo>
                      <a:pt x="4621379" y="2544539"/>
                    </a:lnTo>
                    <a:cubicBezTo>
                      <a:pt x="4470241" y="2544539"/>
                      <a:pt x="4347719" y="2667061"/>
                      <a:pt x="4347719" y="2818199"/>
                    </a:cubicBezTo>
                    <a:lnTo>
                      <a:pt x="4347719" y="3200314"/>
                    </a:lnTo>
                    <a:lnTo>
                      <a:pt x="4345853" y="3200314"/>
                    </a:lnTo>
                    <a:lnTo>
                      <a:pt x="4345853" y="3217647"/>
                    </a:lnTo>
                    <a:cubicBezTo>
                      <a:pt x="4345853" y="3449114"/>
                      <a:pt x="4158212" y="3636755"/>
                      <a:pt x="3926745" y="3636755"/>
                    </a:cubicBezTo>
                    <a:lnTo>
                      <a:pt x="1502623" y="3636755"/>
                    </a:lnTo>
                    <a:lnTo>
                      <a:pt x="1500080" y="3661988"/>
                    </a:lnTo>
                    <a:cubicBezTo>
                      <a:pt x="1448742" y="3912872"/>
                      <a:pt x="1226760" y="4101596"/>
                      <a:pt x="960699" y="4101596"/>
                    </a:cubicBezTo>
                    <a:cubicBezTo>
                      <a:pt x="656630" y="4101596"/>
                      <a:pt x="410133" y="3855099"/>
                      <a:pt x="410133" y="3551030"/>
                    </a:cubicBezTo>
                    <a:cubicBezTo>
                      <a:pt x="410133" y="3246961"/>
                      <a:pt x="656630" y="3000464"/>
                      <a:pt x="960699" y="3000464"/>
                    </a:cubicBezTo>
                    <a:cubicBezTo>
                      <a:pt x="1226760" y="3000464"/>
                      <a:pt x="1448742" y="3189188"/>
                      <a:pt x="1500080" y="3440072"/>
                    </a:cubicBezTo>
                    <a:lnTo>
                      <a:pt x="1502808" y="3467134"/>
                    </a:lnTo>
                    <a:lnTo>
                      <a:pt x="3879826" y="3467134"/>
                    </a:lnTo>
                    <a:cubicBezTo>
                      <a:pt x="4030964" y="3467134"/>
                      <a:pt x="4153486" y="3344612"/>
                      <a:pt x="4153486" y="3193474"/>
                    </a:cubicBezTo>
                    <a:lnTo>
                      <a:pt x="4153486" y="2935531"/>
                    </a:lnTo>
                    <a:lnTo>
                      <a:pt x="4155352" y="2935531"/>
                    </a:lnTo>
                    <a:lnTo>
                      <a:pt x="4155352" y="2794026"/>
                    </a:lnTo>
                    <a:cubicBezTo>
                      <a:pt x="4155352" y="2562559"/>
                      <a:pt x="4342993" y="2374918"/>
                      <a:pt x="4574460" y="2374918"/>
                    </a:cubicBezTo>
                    <a:lnTo>
                      <a:pt x="5752319" y="2374918"/>
                    </a:lnTo>
                    <a:lnTo>
                      <a:pt x="5752319" y="2359082"/>
                    </a:lnTo>
                    <a:lnTo>
                      <a:pt x="2802547" y="2359082"/>
                    </a:lnTo>
                    <a:lnTo>
                      <a:pt x="2799911" y="2385229"/>
                    </a:lnTo>
                    <a:cubicBezTo>
                      <a:pt x="2748573" y="2636113"/>
                      <a:pt x="2526591" y="2824837"/>
                      <a:pt x="2260530" y="2824837"/>
                    </a:cubicBezTo>
                    <a:cubicBezTo>
                      <a:pt x="1956461" y="2824837"/>
                      <a:pt x="1709964" y="2578340"/>
                      <a:pt x="1709964" y="2274271"/>
                    </a:cubicBezTo>
                    <a:cubicBezTo>
                      <a:pt x="1709964" y="1970202"/>
                      <a:pt x="1956461" y="1723705"/>
                      <a:pt x="2260530" y="1723705"/>
                    </a:cubicBezTo>
                    <a:cubicBezTo>
                      <a:pt x="2526591" y="1723705"/>
                      <a:pt x="2748573" y="1912429"/>
                      <a:pt x="2799911" y="2163313"/>
                    </a:cubicBezTo>
                    <a:lnTo>
                      <a:pt x="2802547" y="2189461"/>
                    </a:lnTo>
                    <a:lnTo>
                      <a:pt x="5752319" y="2189461"/>
                    </a:lnTo>
                    <a:lnTo>
                      <a:pt x="5752319" y="2175435"/>
                    </a:lnTo>
                    <a:lnTo>
                      <a:pt x="4002959" y="2175435"/>
                    </a:lnTo>
                    <a:cubicBezTo>
                      <a:pt x="3771492" y="2175435"/>
                      <a:pt x="3583851" y="1987794"/>
                      <a:pt x="3583851" y="1756327"/>
                    </a:cubicBezTo>
                    <a:lnTo>
                      <a:pt x="3583851" y="1605112"/>
                    </a:lnTo>
                    <a:lnTo>
                      <a:pt x="3581985" y="1605112"/>
                    </a:lnTo>
                    <a:lnTo>
                      <a:pt x="3581985" y="926348"/>
                    </a:lnTo>
                    <a:cubicBezTo>
                      <a:pt x="3581985" y="775210"/>
                      <a:pt x="3459463" y="652688"/>
                      <a:pt x="3308325" y="652688"/>
                    </a:cubicBezTo>
                    <a:lnTo>
                      <a:pt x="1090838" y="652688"/>
                    </a:lnTo>
                    <a:lnTo>
                      <a:pt x="1089947" y="661524"/>
                    </a:lnTo>
                    <a:cubicBezTo>
                      <a:pt x="1038609" y="912408"/>
                      <a:pt x="816627" y="1101132"/>
                      <a:pt x="550566" y="1101132"/>
                    </a:cubicBezTo>
                    <a:cubicBezTo>
                      <a:pt x="246497" y="1101132"/>
                      <a:pt x="0" y="854635"/>
                      <a:pt x="0" y="550566"/>
                    </a:cubicBezTo>
                    <a:cubicBezTo>
                      <a:pt x="0" y="246497"/>
                      <a:pt x="246497" y="0"/>
                      <a:pt x="550566" y="0"/>
                    </a:cubicBezTo>
                    <a:close/>
                  </a:path>
                </a:pathLst>
              </a:cu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 rot="5400000">
                <a:off x="8056880" y="2977198"/>
                <a:ext cx="1149350" cy="990600"/>
              </a:xfrm>
              <a:prstGeom prst="triangle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7734935" y="3112453"/>
                <a:ext cx="90170" cy="614680"/>
                <a:chOff x="7917305" y="1679687"/>
                <a:chExt cx="213360" cy="853440"/>
              </a:xfrm>
              <a:solidFill>
                <a:srgbClr val="FFC000"/>
              </a:solidFill>
            </p:grpSpPr>
            <p:sp>
              <p:nvSpPr>
                <p:cNvPr id="84" name="矩形 83"/>
                <p:cNvSpPr/>
                <p:nvPr/>
              </p:nvSpPr>
              <p:spPr>
                <a:xfrm>
                  <a:off x="7917305" y="1679687"/>
                  <a:ext cx="213360" cy="213360"/>
                </a:xfrm>
                <a:prstGeom prst="rect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7917305" y="1893047"/>
                  <a:ext cx="213360" cy="213360"/>
                </a:xfrm>
                <a:prstGeom prst="rect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7917305" y="2106407"/>
                  <a:ext cx="213360" cy="213360"/>
                </a:xfrm>
                <a:prstGeom prst="rect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>
                  <a:off x="7917305" y="2319767"/>
                  <a:ext cx="213360" cy="213360"/>
                </a:xfrm>
                <a:prstGeom prst="rect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9" name="椭圆 18"/>
              <p:cNvSpPr/>
              <p:nvPr/>
            </p:nvSpPr>
            <p:spPr>
              <a:xfrm>
                <a:off x="6494281" y="4733145"/>
                <a:ext cx="769484" cy="769262"/>
              </a:xfrm>
              <a:prstGeom prst="ellipse">
                <a:avLst/>
              </a:prstGeom>
              <a:solidFill>
                <a:sysClr val="window" lastClr="FFFFFF">
                  <a:lumMod val="95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6563873" y="4802717"/>
                <a:ext cx="630297" cy="630114"/>
              </a:xfrm>
              <a:prstGeom prst="ellipse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>
                <a:innerShdw dist="88900" dir="13500000">
                  <a:srgbClr val="2683C6">
                    <a:lumMod val="50000"/>
                    <a:alpha val="50000"/>
                  </a:srgb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 rot="16200000" flipH="1">
                <a:off x="5930148" y="4748334"/>
                <a:ext cx="992509" cy="759863"/>
                <a:chOff x="911201" y="1622002"/>
                <a:chExt cx="2283025" cy="1747386"/>
              </a:xfrm>
              <a:solidFill>
                <a:srgbClr val="1C50A2"/>
              </a:solidFill>
            </p:grpSpPr>
            <p:sp>
              <p:nvSpPr>
                <p:cNvPr id="77" name="矩形 76"/>
                <p:cNvSpPr/>
                <p:nvPr/>
              </p:nvSpPr>
              <p:spPr>
                <a:xfrm>
                  <a:off x="2026099" y="1679379"/>
                  <a:ext cx="60759" cy="489621"/>
                </a:xfrm>
                <a:prstGeom prst="rect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8" name="任意多边形 77"/>
                <p:cNvSpPr/>
                <p:nvPr/>
              </p:nvSpPr>
              <p:spPr>
                <a:xfrm rot="-2700000" flipV="1">
                  <a:off x="1283460" y="1824478"/>
                  <a:ext cx="1547880" cy="1544910"/>
                </a:xfrm>
                <a:custGeom>
                  <a:avLst/>
                  <a:gdLst>
                    <a:gd name="connsiteX0" fmla="*/ 871669 w 901730"/>
                    <a:gd name="connsiteY0" fmla="*/ 0 h 900000"/>
                    <a:gd name="connsiteX1" fmla="*/ 901730 w 901730"/>
                    <a:gd name="connsiteY1" fmla="*/ 0 h 900000"/>
                    <a:gd name="connsiteX2" fmla="*/ 1730 w 901730"/>
                    <a:gd name="connsiteY2" fmla="*/ 900000 h 900000"/>
                    <a:gd name="connsiteX3" fmla="*/ 0 w 901730"/>
                    <a:gd name="connsiteY3" fmla="*/ 899913 h 900000"/>
                    <a:gd name="connsiteX4" fmla="*/ 0 w 901730"/>
                    <a:gd name="connsiteY4" fmla="*/ 869852 h 900000"/>
                    <a:gd name="connsiteX5" fmla="*/ 1731 w 901730"/>
                    <a:gd name="connsiteY5" fmla="*/ 869939 h 900000"/>
                    <a:gd name="connsiteX6" fmla="*/ 871669 w 901730"/>
                    <a:gd name="connsiteY6" fmla="*/ 1 h 90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01730" h="900000">
                      <a:moveTo>
                        <a:pt x="871669" y="0"/>
                      </a:moveTo>
                      <a:lnTo>
                        <a:pt x="901730" y="0"/>
                      </a:lnTo>
                      <a:cubicBezTo>
                        <a:pt x="901730" y="497056"/>
                        <a:pt x="498786" y="900000"/>
                        <a:pt x="1730" y="900000"/>
                      </a:cubicBezTo>
                      <a:lnTo>
                        <a:pt x="0" y="899913"/>
                      </a:lnTo>
                      <a:lnTo>
                        <a:pt x="0" y="869852"/>
                      </a:lnTo>
                      <a:lnTo>
                        <a:pt x="1731" y="869939"/>
                      </a:lnTo>
                      <a:cubicBezTo>
                        <a:pt x="482184" y="869939"/>
                        <a:pt x="871669" y="480454"/>
                        <a:pt x="871669" y="1"/>
                      </a:cubicBezTo>
                      <a:close/>
                    </a:path>
                  </a:pathLst>
                </a:cu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911201" y="2587444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0" name="椭圆 79"/>
                <p:cNvSpPr/>
                <p:nvPr/>
              </p:nvSpPr>
              <p:spPr>
                <a:xfrm>
                  <a:off x="3095293" y="2587444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1" name="椭圆 80"/>
                <p:cNvSpPr/>
                <p:nvPr/>
              </p:nvSpPr>
              <p:spPr>
                <a:xfrm>
                  <a:off x="1952570" y="2048530"/>
                  <a:ext cx="209661" cy="209661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2" name="椭圆 81"/>
                <p:cNvSpPr/>
                <p:nvPr/>
              </p:nvSpPr>
              <p:spPr>
                <a:xfrm>
                  <a:off x="2007933" y="2106832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3" name="椭圆 82"/>
                <p:cNvSpPr/>
                <p:nvPr/>
              </p:nvSpPr>
              <p:spPr>
                <a:xfrm>
                  <a:off x="2007011" y="1622002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6758261" y="4995634"/>
                <a:ext cx="241553" cy="254385"/>
                <a:chOff x="6596990" y="5657399"/>
                <a:chExt cx="428184" cy="496168"/>
              </a:xfrm>
              <a:solidFill>
                <a:sysClr val="window" lastClr="FFFFFF"/>
              </a:solidFill>
            </p:grpSpPr>
            <p:sp>
              <p:nvSpPr>
                <p:cNvPr id="69" name="Freeform 25"/>
                <p:cNvSpPr/>
                <p:nvPr/>
              </p:nvSpPr>
              <p:spPr bwMode="auto">
                <a:xfrm>
                  <a:off x="6678095" y="6064113"/>
                  <a:ext cx="265975" cy="89454"/>
                </a:xfrm>
                <a:custGeom>
                  <a:avLst/>
                  <a:gdLst>
                    <a:gd name="T0" fmla="*/ 86 w 94"/>
                    <a:gd name="T1" fmla="*/ 22 h 32"/>
                    <a:gd name="T2" fmla="*/ 64 w 94"/>
                    <a:gd name="T3" fmla="*/ 22 h 32"/>
                    <a:gd name="T4" fmla="*/ 64 w 94"/>
                    <a:gd name="T5" fmla="*/ 0 h 32"/>
                    <a:gd name="T6" fmla="*/ 31 w 94"/>
                    <a:gd name="T7" fmla="*/ 0 h 32"/>
                    <a:gd name="T8" fmla="*/ 31 w 94"/>
                    <a:gd name="T9" fmla="*/ 22 h 32"/>
                    <a:gd name="T10" fmla="*/ 8 w 94"/>
                    <a:gd name="T11" fmla="*/ 22 h 32"/>
                    <a:gd name="T12" fmla="*/ 0 w 94"/>
                    <a:gd name="T13" fmla="*/ 27 h 32"/>
                    <a:gd name="T14" fmla="*/ 0 w 94"/>
                    <a:gd name="T15" fmla="*/ 32 h 32"/>
                    <a:gd name="T16" fmla="*/ 94 w 94"/>
                    <a:gd name="T17" fmla="*/ 32 h 32"/>
                    <a:gd name="T18" fmla="*/ 94 w 94"/>
                    <a:gd name="T19" fmla="*/ 27 h 32"/>
                    <a:gd name="T20" fmla="*/ 86 w 94"/>
                    <a:gd name="T21" fmla="*/ 2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94" h="32">
                      <a:moveTo>
                        <a:pt x="86" y="22"/>
                      </a:moveTo>
                      <a:cubicBezTo>
                        <a:pt x="64" y="22"/>
                        <a:pt x="64" y="22"/>
                        <a:pt x="64" y="22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31" y="0"/>
                        <a:pt x="31" y="0"/>
                        <a:pt x="31" y="0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8" y="22"/>
                        <a:pt x="8" y="22"/>
                        <a:pt x="8" y="22"/>
                      </a:cubicBezTo>
                      <a:cubicBezTo>
                        <a:pt x="4" y="22"/>
                        <a:pt x="0" y="24"/>
                        <a:pt x="0" y="27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94" y="32"/>
                        <a:pt x="94" y="32"/>
                        <a:pt x="94" y="32"/>
                      </a:cubicBezTo>
                      <a:cubicBezTo>
                        <a:pt x="94" y="27"/>
                        <a:pt x="94" y="27"/>
                        <a:pt x="94" y="27"/>
                      </a:cubicBezTo>
                      <a:cubicBezTo>
                        <a:pt x="94" y="24"/>
                        <a:pt x="90" y="22"/>
                        <a:pt x="86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0" name="Freeform 26"/>
                <p:cNvSpPr/>
                <p:nvPr/>
              </p:nvSpPr>
              <p:spPr bwMode="auto">
                <a:xfrm>
                  <a:off x="6718647" y="5789789"/>
                  <a:ext cx="66792" cy="124042"/>
                </a:xfrm>
                <a:custGeom>
                  <a:avLst/>
                  <a:gdLst>
                    <a:gd name="T0" fmla="*/ 15 w 24"/>
                    <a:gd name="T1" fmla="*/ 18 h 44"/>
                    <a:gd name="T2" fmla="*/ 9 w 24"/>
                    <a:gd name="T3" fmla="*/ 14 h 44"/>
                    <a:gd name="T4" fmla="*/ 13 w 24"/>
                    <a:gd name="T5" fmla="*/ 11 h 44"/>
                    <a:gd name="T6" fmla="*/ 21 w 24"/>
                    <a:gd name="T7" fmla="*/ 13 h 44"/>
                    <a:gd name="T8" fmla="*/ 23 w 24"/>
                    <a:gd name="T9" fmla="*/ 6 h 44"/>
                    <a:gd name="T10" fmla="*/ 15 w 24"/>
                    <a:gd name="T11" fmla="*/ 5 h 44"/>
                    <a:gd name="T12" fmla="*/ 15 w 24"/>
                    <a:gd name="T13" fmla="*/ 0 h 44"/>
                    <a:gd name="T14" fmla="*/ 9 w 24"/>
                    <a:gd name="T15" fmla="*/ 0 h 44"/>
                    <a:gd name="T16" fmla="*/ 9 w 24"/>
                    <a:gd name="T17" fmla="*/ 5 h 44"/>
                    <a:gd name="T18" fmla="*/ 0 w 24"/>
                    <a:gd name="T19" fmla="*/ 15 h 44"/>
                    <a:gd name="T20" fmla="*/ 10 w 24"/>
                    <a:gd name="T21" fmla="*/ 25 h 44"/>
                    <a:gd name="T22" fmla="*/ 16 w 24"/>
                    <a:gd name="T23" fmla="*/ 29 h 44"/>
                    <a:gd name="T24" fmla="*/ 11 w 24"/>
                    <a:gd name="T25" fmla="*/ 33 h 44"/>
                    <a:gd name="T26" fmla="*/ 2 w 24"/>
                    <a:gd name="T27" fmla="*/ 30 h 44"/>
                    <a:gd name="T28" fmla="*/ 0 w 24"/>
                    <a:gd name="T29" fmla="*/ 37 h 44"/>
                    <a:gd name="T30" fmla="*/ 9 w 24"/>
                    <a:gd name="T31" fmla="*/ 39 h 44"/>
                    <a:gd name="T32" fmla="*/ 9 w 24"/>
                    <a:gd name="T33" fmla="*/ 44 h 44"/>
                    <a:gd name="T34" fmla="*/ 15 w 24"/>
                    <a:gd name="T35" fmla="*/ 44 h 44"/>
                    <a:gd name="T36" fmla="*/ 15 w 24"/>
                    <a:gd name="T37" fmla="*/ 38 h 44"/>
                    <a:gd name="T38" fmla="*/ 24 w 24"/>
                    <a:gd name="T39" fmla="*/ 29 h 44"/>
                    <a:gd name="T40" fmla="*/ 15 w 24"/>
                    <a:gd name="T41" fmla="*/ 18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4" h="44">
                      <a:moveTo>
                        <a:pt x="15" y="18"/>
                      </a:moveTo>
                      <a:cubicBezTo>
                        <a:pt x="10" y="17"/>
                        <a:pt x="9" y="15"/>
                        <a:pt x="9" y="14"/>
                      </a:cubicBezTo>
                      <a:cubicBezTo>
                        <a:pt x="9" y="12"/>
                        <a:pt x="10" y="11"/>
                        <a:pt x="13" y="11"/>
                      </a:cubicBezTo>
                      <a:cubicBezTo>
                        <a:pt x="17" y="11"/>
                        <a:pt x="20" y="12"/>
                        <a:pt x="21" y="13"/>
                      </a:cubicBezTo>
                      <a:cubicBezTo>
                        <a:pt x="23" y="6"/>
                        <a:pt x="23" y="6"/>
                        <a:pt x="23" y="6"/>
                      </a:cubicBezTo>
                      <a:cubicBezTo>
                        <a:pt x="21" y="6"/>
                        <a:pt x="18" y="5"/>
                        <a:pt x="15" y="5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4" y="6"/>
                        <a:pt x="0" y="10"/>
                        <a:pt x="0" y="15"/>
                      </a:cubicBezTo>
                      <a:cubicBezTo>
                        <a:pt x="0" y="20"/>
                        <a:pt x="4" y="23"/>
                        <a:pt x="10" y="25"/>
                      </a:cubicBezTo>
                      <a:cubicBezTo>
                        <a:pt x="14" y="26"/>
                        <a:pt x="16" y="27"/>
                        <a:pt x="16" y="29"/>
                      </a:cubicBezTo>
                      <a:cubicBezTo>
                        <a:pt x="16" y="31"/>
                        <a:pt x="14" y="33"/>
                        <a:pt x="11" y="33"/>
                      </a:cubicBezTo>
                      <a:cubicBezTo>
                        <a:pt x="7" y="33"/>
                        <a:pt x="4" y="32"/>
                        <a:pt x="2" y="30"/>
                      </a:cubicBezTo>
                      <a:cubicBezTo>
                        <a:pt x="0" y="37"/>
                        <a:pt x="0" y="37"/>
                        <a:pt x="0" y="37"/>
                      </a:cubicBezTo>
                      <a:cubicBezTo>
                        <a:pt x="2" y="38"/>
                        <a:pt x="6" y="39"/>
                        <a:pt x="9" y="39"/>
                      </a:cubicBezTo>
                      <a:cubicBezTo>
                        <a:pt x="9" y="44"/>
                        <a:pt x="9" y="44"/>
                        <a:pt x="9" y="44"/>
                      </a:cubicBezTo>
                      <a:cubicBezTo>
                        <a:pt x="15" y="44"/>
                        <a:pt x="15" y="44"/>
                        <a:pt x="15" y="44"/>
                      </a:cubicBezTo>
                      <a:cubicBezTo>
                        <a:pt x="15" y="38"/>
                        <a:pt x="15" y="38"/>
                        <a:pt x="15" y="38"/>
                      </a:cubicBezTo>
                      <a:cubicBezTo>
                        <a:pt x="21" y="37"/>
                        <a:pt x="24" y="33"/>
                        <a:pt x="24" y="29"/>
                      </a:cubicBezTo>
                      <a:cubicBezTo>
                        <a:pt x="24" y="24"/>
                        <a:pt x="22" y="21"/>
                        <a:pt x="15" y="1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1" name="Freeform 27"/>
                <p:cNvSpPr>
                  <a:spLocks noEditPoints="1"/>
                </p:cNvSpPr>
                <p:nvPr/>
              </p:nvSpPr>
              <p:spPr bwMode="auto">
                <a:xfrm>
                  <a:off x="6655434" y="5758779"/>
                  <a:ext cx="192027" cy="186063"/>
                </a:xfrm>
                <a:custGeom>
                  <a:avLst/>
                  <a:gdLst>
                    <a:gd name="T0" fmla="*/ 34 w 68"/>
                    <a:gd name="T1" fmla="*/ 0 h 66"/>
                    <a:gd name="T2" fmla="*/ 0 w 68"/>
                    <a:gd name="T3" fmla="*/ 33 h 66"/>
                    <a:gd name="T4" fmla="*/ 34 w 68"/>
                    <a:gd name="T5" fmla="*/ 66 h 66"/>
                    <a:gd name="T6" fmla="*/ 68 w 68"/>
                    <a:gd name="T7" fmla="*/ 33 h 66"/>
                    <a:gd name="T8" fmla="*/ 34 w 68"/>
                    <a:gd name="T9" fmla="*/ 0 h 66"/>
                    <a:gd name="T10" fmla="*/ 34 w 68"/>
                    <a:gd name="T11" fmla="*/ 59 h 66"/>
                    <a:gd name="T12" fmla="*/ 7 w 68"/>
                    <a:gd name="T13" fmla="*/ 33 h 66"/>
                    <a:gd name="T14" fmla="*/ 34 w 68"/>
                    <a:gd name="T15" fmla="*/ 7 h 66"/>
                    <a:gd name="T16" fmla="*/ 60 w 68"/>
                    <a:gd name="T17" fmla="*/ 33 h 66"/>
                    <a:gd name="T18" fmla="*/ 34 w 68"/>
                    <a:gd name="T19" fmla="*/ 59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8" h="66">
                      <a:moveTo>
                        <a:pt x="34" y="0"/>
                      </a:moveTo>
                      <a:cubicBezTo>
                        <a:pt x="15" y="0"/>
                        <a:pt x="0" y="15"/>
                        <a:pt x="0" y="33"/>
                      </a:cubicBezTo>
                      <a:cubicBezTo>
                        <a:pt x="0" y="51"/>
                        <a:pt x="15" y="66"/>
                        <a:pt x="34" y="66"/>
                      </a:cubicBezTo>
                      <a:cubicBezTo>
                        <a:pt x="53" y="66"/>
                        <a:pt x="68" y="51"/>
                        <a:pt x="68" y="33"/>
                      </a:cubicBezTo>
                      <a:cubicBezTo>
                        <a:pt x="68" y="15"/>
                        <a:pt x="53" y="0"/>
                        <a:pt x="34" y="0"/>
                      </a:cubicBezTo>
                      <a:close/>
                      <a:moveTo>
                        <a:pt x="34" y="59"/>
                      </a:moveTo>
                      <a:cubicBezTo>
                        <a:pt x="19" y="59"/>
                        <a:pt x="7" y="47"/>
                        <a:pt x="7" y="33"/>
                      </a:cubicBezTo>
                      <a:cubicBezTo>
                        <a:pt x="7" y="19"/>
                        <a:pt x="19" y="7"/>
                        <a:pt x="34" y="7"/>
                      </a:cubicBezTo>
                      <a:cubicBezTo>
                        <a:pt x="49" y="7"/>
                        <a:pt x="60" y="19"/>
                        <a:pt x="60" y="33"/>
                      </a:cubicBezTo>
                      <a:cubicBezTo>
                        <a:pt x="60" y="47"/>
                        <a:pt x="49" y="59"/>
                        <a:pt x="34" y="5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2" name="Freeform 28"/>
                <p:cNvSpPr/>
                <p:nvPr/>
              </p:nvSpPr>
              <p:spPr bwMode="auto">
                <a:xfrm>
                  <a:off x="6876085" y="5680060"/>
                  <a:ext cx="53672" cy="98995"/>
                </a:xfrm>
                <a:custGeom>
                  <a:avLst/>
                  <a:gdLst>
                    <a:gd name="T0" fmla="*/ 8 w 19"/>
                    <a:gd name="T1" fmla="*/ 26 h 35"/>
                    <a:gd name="T2" fmla="*/ 1 w 19"/>
                    <a:gd name="T3" fmla="*/ 24 h 35"/>
                    <a:gd name="T4" fmla="*/ 0 w 19"/>
                    <a:gd name="T5" fmla="*/ 29 h 35"/>
                    <a:gd name="T6" fmla="*/ 7 w 19"/>
                    <a:gd name="T7" fmla="*/ 31 h 35"/>
                    <a:gd name="T8" fmla="*/ 7 w 19"/>
                    <a:gd name="T9" fmla="*/ 35 h 35"/>
                    <a:gd name="T10" fmla="*/ 11 w 19"/>
                    <a:gd name="T11" fmla="*/ 35 h 35"/>
                    <a:gd name="T12" fmla="*/ 11 w 19"/>
                    <a:gd name="T13" fmla="*/ 30 h 35"/>
                    <a:gd name="T14" fmla="*/ 19 w 19"/>
                    <a:gd name="T15" fmla="*/ 23 h 35"/>
                    <a:gd name="T16" fmla="*/ 12 w 19"/>
                    <a:gd name="T17" fmla="*/ 15 h 35"/>
                    <a:gd name="T18" fmla="*/ 7 w 19"/>
                    <a:gd name="T19" fmla="*/ 11 h 35"/>
                    <a:gd name="T20" fmla="*/ 10 w 19"/>
                    <a:gd name="T21" fmla="*/ 9 h 35"/>
                    <a:gd name="T22" fmla="*/ 16 w 19"/>
                    <a:gd name="T23" fmla="*/ 10 h 35"/>
                    <a:gd name="T24" fmla="*/ 18 w 19"/>
                    <a:gd name="T25" fmla="*/ 5 h 35"/>
                    <a:gd name="T26" fmla="*/ 12 w 19"/>
                    <a:gd name="T27" fmla="*/ 4 h 35"/>
                    <a:gd name="T28" fmla="*/ 12 w 19"/>
                    <a:gd name="T29" fmla="*/ 0 h 35"/>
                    <a:gd name="T30" fmla="*/ 7 w 19"/>
                    <a:gd name="T31" fmla="*/ 0 h 35"/>
                    <a:gd name="T32" fmla="*/ 7 w 19"/>
                    <a:gd name="T33" fmla="*/ 4 h 35"/>
                    <a:gd name="T34" fmla="*/ 0 w 19"/>
                    <a:gd name="T35" fmla="*/ 12 h 35"/>
                    <a:gd name="T36" fmla="*/ 8 w 19"/>
                    <a:gd name="T37" fmla="*/ 19 h 35"/>
                    <a:gd name="T38" fmla="*/ 12 w 19"/>
                    <a:gd name="T39" fmla="*/ 23 h 35"/>
                    <a:gd name="T40" fmla="*/ 8 w 19"/>
                    <a:gd name="T41" fmla="*/ 26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9" h="35">
                      <a:moveTo>
                        <a:pt x="8" y="26"/>
                      </a:moveTo>
                      <a:cubicBezTo>
                        <a:pt x="6" y="26"/>
                        <a:pt x="3" y="25"/>
                        <a:pt x="1" y="24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2" y="30"/>
                        <a:pt x="4" y="31"/>
                        <a:pt x="7" y="31"/>
                      </a:cubicBezTo>
                      <a:cubicBezTo>
                        <a:pt x="7" y="35"/>
                        <a:pt x="7" y="35"/>
                        <a:pt x="7" y="35"/>
                      </a:cubicBezTo>
                      <a:cubicBezTo>
                        <a:pt x="11" y="35"/>
                        <a:pt x="11" y="35"/>
                        <a:pt x="11" y="35"/>
                      </a:cubicBezTo>
                      <a:cubicBezTo>
                        <a:pt x="11" y="30"/>
                        <a:pt x="11" y="30"/>
                        <a:pt x="11" y="30"/>
                      </a:cubicBezTo>
                      <a:cubicBezTo>
                        <a:pt x="16" y="30"/>
                        <a:pt x="19" y="26"/>
                        <a:pt x="19" y="23"/>
                      </a:cubicBezTo>
                      <a:cubicBezTo>
                        <a:pt x="19" y="19"/>
                        <a:pt x="17" y="16"/>
                        <a:pt x="12" y="15"/>
                      </a:cubicBezTo>
                      <a:cubicBezTo>
                        <a:pt x="8" y="13"/>
                        <a:pt x="7" y="12"/>
                        <a:pt x="7" y="11"/>
                      </a:cubicBezTo>
                      <a:cubicBezTo>
                        <a:pt x="7" y="10"/>
                        <a:pt x="8" y="9"/>
                        <a:pt x="10" y="9"/>
                      </a:cubicBezTo>
                      <a:cubicBezTo>
                        <a:pt x="13" y="9"/>
                        <a:pt x="15" y="10"/>
                        <a:pt x="16" y="10"/>
                      </a:cubicBezTo>
                      <a:cubicBezTo>
                        <a:pt x="18" y="5"/>
                        <a:pt x="18" y="5"/>
                        <a:pt x="18" y="5"/>
                      </a:cubicBezTo>
                      <a:cubicBezTo>
                        <a:pt x="16" y="5"/>
                        <a:pt x="14" y="4"/>
                        <a:pt x="12" y="4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3" y="5"/>
                        <a:pt x="0" y="8"/>
                        <a:pt x="0" y="12"/>
                      </a:cubicBezTo>
                      <a:cubicBezTo>
                        <a:pt x="0" y="16"/>
                        <a:pt x="3" y="18"/>
                        <a:pt x="8" y="19"/>
                      </a:cubicBezTo>
                      <a:cubicBezTo>
                        <a:pt x="11" y="21"/>
                        <a:pt x="12" y="22"/>
                        <a:pt x="12" y="23"/>
                      </a:cubicBezTo>
                      <a:cubicBezTo>
                        <a:pt x="12" y="25"/>
                        <a:pt x="11" y="26"/>
                        <a:pt x="8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3" name="Freeform 29"/>
                <p:cNvSpPr>
                  <a:spLocks noEditPoints="1"/>
                </p:cNvSpPr>
                <p:nvPr/>
              </p:nvSpPr>
              <p:spPr bwMode="auto">
                <a:xfrm>
                  <a:off x="6596990" y="5700336"/>
                  <a:ext cx="428184" cy="357814"/>
                </a:xfrm>
                <a:custGeom>
                  <a:avLst/>
                  <a:gdLst>
                    <a:gd name="T0" fmla="*/ 143 w 152"/>
                    <a:gd name="T1" fmla="*/ 0 h 127"/>
                    <a:gd name="T2" fmla="*/ 136 w 152"/>
                    <a:gd name="T3" fmla="*/ 0 h 127"/>
                    <a:gd name="T4" fmla="*/ 138 w 152"/>
                    <a:gd name="T5" fmla="*/ 9 h 127"/>
                    <a:gd name="T6" fmla="*/ 143 w 152"/>
                    <a:gd name="T7" fmla="*/ 9 h 127"/>
                    <a:gd name="T8" fmla="*/ 143 w 152"/>
                    <a:gd name="T9" fmla="*/ 101 h 127"/>
                    <a:gd name="T10" fmla="*/ 9 w 152"/>
                    <a:gd name="T11" fmla="*/ 101 h 127"/>
                    <a:gd name="T12" fmla="*/ 9 w 152"/>
                    <a:gd name="T13" fmla="*/ 9 h 127"/>
                    <a:gd name="T14" fmla="*/ 79 w 152"/>
                    <a:gd name="T15" fmla="*/ 9 h 127"/>
                    <a:gd name="T16" fmla="*/ 81 w 152"/>
                    <a:gd name="T17" fmla="*/ 0 h 127"/>
                    <a:gd name="T18" fmla="*/ 9 w 152"/>
                    <a:gd name="T19" fmla="*/ 0 h 127"/>
                    <a:gd name="T20" fmla="*/ 0 w 152"/>
                    <a:gd name="T21" fmla="*/ 9 h 127"/>
                    <a:gd name="T22" fmla="*/ 0 w 152"/>
                    <a:gd name="T23" fmla="*/ 118 h 127"/>
                    <a:gd name="T24" fmla="*/ 9 w 152"/>
                    <a:gd name="T25" fmla="*/ 127 h 127"/>
                    <a:gd name="T26" fmla="*/ 143 w 152"/>
                    <a:gd name="T27" fmla="*/ 127 h 127"/>
                    <a:gd name="T28" fmla="*/ 152 w 152"/>
                    <a:gd name="T29" fmla="*/ 118 h 127"/>
                    <a:gd name="T30" fmla="*/ 152 w 152"/>
                    <a:gd name="T31" fmla="*/ 9 h 127"/>
                    <a:gd name="T32" fmla="*/ 143 w 152"/>
                    <a:gd name="T33" fmla="*/ 0 h 127"/>
                    <a:gd name="T34" fmla="*/ 76 w 152"/>
                    <a:gd name="T35" fmla="*/ 120 h 127"/>
                    <a:gd name="T36" fmla="*/ 70 w 152"/>
                    <a:gd name="T37" fmla="*/ 114 h 127"/>
                    <a:gd name="T38" fmla="*/ 76 w 152"/>
                    <a:gd name="T39" fmla="*/ 107 h 127"/>
                    <a:gd name="T40" fmla="*/ 83 w 152"/>
                    <a:gd name="T41" fmla="*/ 114 h 127"/>
                    <a:gd name="T42" fmla="*/ 76 w 152"/>
                    <a:gd name="T43" fmla="*/ 120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52" h="127">
                      <a:moveTo>
                        <a:pt x="143" y="0"/>
                      </a:moveTo>
                      <a:cubicBezTo>
                        <a:pt x="136" y="0"/>
                        <a:pt x="136" y="0"/>
                        <a:pt x="136" y="0"/>
                      </a:cubicBezTo>
                      <a:cubicBezTo>
                        <a:pt x="137" y="3"/>
                        <a:pt x="138" y="6"/>
                        <a:pt x="138" y="9"/>
                      </a:cubicBezTo>
                      <a:cubicBezTo>
                        <a:pt x="143" y="9"/>
                        <a:pt x="143" y="9"/>
                        <a:pt x="143" y="9"/>
                      </a:cubicBezTo>
                      <a:cubicBezTo>
                        <a:pt x="143" y="101"/>
                        <a:pt x="143" y="101"/>
                        <a:pt x="143" y="101"/>
                      </a:cubicBezTo>
                      <a:cubicBezTo>
                        <a:pt x="9" y="101"/>
                        <a:pt x="9" y="101"/>
                        <a:pt x="9" y="101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79" y="9"/>
                        <a:pt x="79" y="9"/>
                        <a:pt x="79" y="9"/>
                      </a:cubicBezTo>
                      <a:cubicBezTo>
                        <a:pt x="79" y="6"/>
                        <a:pt x="80" y="3"/>
                        <a:pt x="81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4" y="0"/>
                        <a:pt x="0" y="4"/>
                        <a:pt x="0" y="9"/>
                      </a:cubicBezTo>
                      <a:cubicBezTo>
                        <a:pt x="0" y="118"/>
                        <a:pt x="0" y="118"/>
                        <a:pt x="0" y="118"/>
                      </a:cubicBezTo>
                      <a:cubicBezTo>
                        <a:pt x="0" y="123"/>
                        <a:pt x="4" y="127"/>
                        <a:pt x="9" y="127"/>
                      </a:cubicBezTo>
                      <a:cubicBezTo>
                        <a:pt x="143" y="127"/>
                        <a:pt x="143" y="127"/>
                        <a:pt x="143" y="127"/>
                      </a:cubicBezTo>
                      <a:cubicBezTo>
                        <a:pt x="148" y="127"/>
                        <a:pt x="152" y="123"/>
                        <a:pt x="152" y="118"/>
                      </a:cubicBezTo>
                      <a:cubicBezTo>
                        <a:pt x="152" y="9"/>
                        <a:pt x="152" y="9"/>
                        <a:pt x="152" y="9"/>
                      </a:cubicBezTo>
                      <a:cubicBezTo>
                        <a:pt x="152" y="4"/>
                        <a:pt x="148" y="0"/>
                        <a:pt x="143" y="0"/>
                      </a:cubicBezTo>
                      <a:close/>
                      <a:moveTo>
                        <a:pt x="76" y="120"/>
                      </a:moveTo>
                      <a:cubicBezTo>
                        <a:pt x="73" y="120"/>
                        <a:pt x="70" y="117"/>
                        <a:pt x="70" y="114"/>
                      </a:cubicBezTo>
                      <a:cubicBezTo>
                        <a:pt x="70" y="110"/>
                        <a:pt x="73" y="107"/>
                        <a:pt x="76" y="107"/>
                      </a:cubicBezTo>
                      <a:cubicBezTo>
                        <a:pt x="80" y="107"/>
                        <a:pt x="83" y="110"/>
                        <a:pt x="83" y="114"/>
                      </a:cubicBezTo>
                      <a:cubicBezTo>
                        <a:pt x="83" y="117"/>
                        <a:pt x="80" y="120"/>
                        <a:pt x="76" y="1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4" name="Freeform 30"/>
                <p:cNvSpPr>
                  <a:spLocks noEditPoints="1"/>
                </p:cNvSpPr>
                <p:nvPr/>
              </p:nvSpPr>
              <p:spPr bwMode="auto">
                <a:xfrm>
                  <a:off x="6828377" y="5657399"/>
                  <a:ext cx="149089" cy="144319"/>
                </a:xfrm>
                <a:custGeom>
                  <a:avLst/>
                  <a:gdLst>
                    <a:gd name="T0" fmla="*/ 26 w 53"/>
                    <a:gd name="T1" fmla="*/ 51 h 51"/>
                    <a:gd name="T2" fmla="*/ 53 w 53"/>
                    <a:gd name="T3" fmla="*/ 25 h 51"/>
                    <a:gd name="T4" fmla="*/ 26 w 53"/>
                    <a:gd name="T5" fmla="*/ 0 h 51"/>
                    <a:gd name="T6" fmla="*/ 0 w 53"/>
                    <a:gd name="T7" fmla="*/ 25 h 51"/>
                    <a:gd name="T8" fmla="*/ 26 w 53"/>
                    <a:gd name="T9" fmla="*/ 51 h 51"/>
                    <a:gd name="T10" fmla="*/ 26 w 53"/>
                    <a:gd name="T11" fmla="*/ 5 h 51"/>
                    <a:gd name="T12" fmla="*/ 47 w 53"/>
                    <a:gd name="T13" fmla="*/ 25 h 51"/>
                    <a:gd name="T14" fmla="*/ 26 w 53"/>
                    <a:gd name="T15" fmla="*/ 46 h 51"/>
                    <a:gd name="T16" fmla="*/ 6 w 53"/>
                    <a:gd name="T17" fmla="*/ 25 h 51"/>
                    <a:gd name="T18" fmla="*/ 26 w 53"/>
                    <a:gd name="T19" fmla="*/ 5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51">
                      <a:moveTo>
                        <a:pt x="26" y="51"/>
                      </a:moveTo>
                      <a:cubicBezTo>
                        <a:pt x="41" y="51"/>
                        <a:pt x="53" y="40"/>
                        <a:pt x="53" y="25"/>
                      </a:cubicBezTo>
                      <a:cubicBezTo>
                        <a:pt x="53" y="11"/>
                        <a:pt x="41" y="0"/>
                        <a:pt x="26" y="0"/>
                      </a:cubicBezTo>
                      <a:cubicBezTo>
                        <a:pt x="12" y="0"/>
                        <a:pt x="0" y="11"/>
                        <a:pt x="0" y="25"/>
                      </a:cubicBezTo>
                      <a:cubicBezTo>
                        <a:pt x="0" y="40"/>
                        <a:pt x="12" y="51"/>
                        <a:pt x="26" y="51"/>
                      </a:cubicBezTo>
                      <a:close/>
                      <a:moveTo>
                        <a:pt x="26" y="5"/>
                      </a:moveTo>
                      <a:cubicBezTo>
                        <a:pt x="38" y="5"/>
                        <a:pt x="47" y="14"/>
                        <a:pt x="47" y="25"/>
                      </a:cubicBezTo>
                      <a:cubicBezTo>
                        <a:pt x="47" y="37"/>
                        <a:pt x="38" y="46"/>
                        <a:pt x="26" y="46"/>
                      </a:cubicBezTo>
                      <a:cubicBezTo>
                        <a:pt x="15" y="46"/>
                        <a:pt x="6" y="37"/>
                        <a:pt x="6" y="25"/>
                      </a:cubicBezTo>
                      <a:cubicBezTo>
                        <a:pt x="6" y="14"/>
                        <a:pt x="15" y="5"/>
                        <a:pt x="26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5" name="Freeform 31"/>
                <p:cNvSpPr/>
                <p:nvPr/>
              </p:nvSpPr>
              <p:spPr bwMode="auto">
                <a:xfrm>
                  <a:off x="6898747" y="5855389"/>
                  <a:ext cx="41745" cy="78719"/>
                </a:xfrm>
                <a:custGeom>
                  <a:avLst/>
                  <a:gdLst>
                    <a:gd name="T0" fmla="*/ 9 w 15"/>
                    <a:gd name="T1" fmla="*/ 11 h 28"/>
                    <a:gd name="T2" fmla="*/ 5 w 15"/>
                    <a:gd name="T3" fmla="*/ 8 h 28"/>
                    <a:gd name="T4" fmla="*/ 8 w 15"/>
                    <a:gd name="T5" fmla="*/ 6 h 28"/>
                    <a:gd name="T6" fmla="*/ 13 w 15"/>
                    <a:gd name="T7" fmla="*/ 8 h 28"/>
                    <a:gd name="T8" fmla="*/ 14 w 15"/>
                    <a:gd name="T9" fmla="*/ 4 h 28"/>
                    <a:gd name="T10" fmla="*/ 9 w 15"/>
                    <a:gd name="T11" fmla="*/ 3 h 28"/>
                    <a:gd name="T12" fmla="*/ 9 w 15"/>
                    <a:gd name="T13" fmla="*/ 0 h 28"/>
                    <a:gd name="T14" fmla="*/ 6 w 15"/>
                    <a:gd name="T15" fmla="*/ 0 h 28"/>
                    <a:gd name="T16" fmla="*/ 6 w 15"/>
                    <a:gd name="T17" fmla="*/ 3 h 28"/>
                    <a:gd name="T18" fmla="*/ 0 w 15"/>
                    <a:gd name="T19" fmla="*/ 9 h 28"/>
                    <a:gd name="T20" fmla="*/ 6 w 15"/>
                    <a:gd name="T21" fmla="*/ 15 h 28"/>
                    <a:gd name="T22" fmla="*/ 10 w 15"/>
                    <a:gd name="T23" fmla="*/ 18 h 28"/>
                    <a:gd name="T24" fmla="*/ 7 w 15"/>
                    <a:gd name="T25" fmla="*/ 20 h 28"/>
                    <a:gd name="T26" fmla="*/ 1 w 15"/>
                    <a:gd name="T27" fmla="*/ 19 h 28"/>
                    <a:gd name="T28" fmla="*/ 0 w 15"/>
                    <a:gd name="T29" fmla="*/ 23 h 28"/>
                    <a:gd name="T30" fmla="*/ 6 w 15"/>
                    <a:gd name="T31" fmla="*/ 24 h 28"/>
                    <a:gd name="T32" fmla="*/ 6 w 15"/>
                    <a:gd name="T33" fmla="*/ 28 h 28"/>
                    <a:gd name="T34" fmla="*/ 9 w 15"/>
                    <a:gd name="T35" fmla="*/ 28 h 28"/>
                    <a:gd name="T36" fmla="*/ 9 w 15"/>
                    <a:gd name="T37" fmla="*/ 24 h 28"/>
                    <a:gd name="T38" fmla="*/ 15 w 15"/>
                    <a:gd name="T39" fmla="*/ 18 h 28"/>
                    <a:gd name="T40" fmla="*/ 9 w 15"/>
                    <a:gd name="T41" fmla="*/ 11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5" h="28">
                      <a:moveTo>
                        <a:pt x="9" y="11"/>
                      </a:moveTo>
                      <a:cubicBezTo>
                        <a:pt x="6" y="10"/>
                        <a:pt x="5" y="10"/>
                        <a:pt x="5" y="8"/>
                      </a:cubicBezTo>
                      <a:cubicBezTo>
                        <a:pt x="5" y="7"/>
                        <a:pt x="6" y="6"/>
                        <a:pt x="8" y="6"/>
                      </a:cubicBezTo>
                      <a:cubicBezTo>
                        <a:pt x="11" y="6"/>
                        <a:pt x="12" y="7"/>
                        <a:pt x="13" y="8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3" y="3"/>
                        <a:pt x="11" y="3"/>
                        <a:pt x="9" y="3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2" y="4"/>
                        <a:pt x="0" y="6"/>
                        <a:pt x="0" y="9"/>
                      </a:cubicBezTo>
                      <a:cubicBezTo>
                        <a:pt x="0" y="12"/>
                        <a:pt x="3" y="14"/>
                        <a:pt x="6" y="15"/>
                      </a:cubicBezTo>
                      <a:cubicBezTo>
                        <a:pt x="9" y="16"/>
                        <a:pt x="10" y="17"/>
                        <a:pt x="10" y="18"/>
                      </a:cubicBezTo>
                      <a:cubicBezTo>
                        <a:pt x="10" y="20"/>
                        <a:pt x="9" y="20"/>
                        <a:pt x="7" y="20"/>
                      </a:cubicBezTo>
                      <a:cubicBezTo>
                        <a:pt x="4" y="20"/>
                        <a:pt x="2" y="20"/>
                        <a:pt x="1" y="19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1" y="24"/>
                        <a:pt x="3" y="24"/>
                        <a:pt x="6" y="24"/>
                      </a:cubicBezTo>
                      <a:cubicBezTo>
                        <a:pt x="6" y="28"/>
                        <a:pt x="6" y="28"/>
                        <a:pt x="6" y="28"/>
                      </a:cubicBezTo>
                      <a:cubicBezTo>
                        <a:pt x="9" y="28"/>
                        <a:pt x="9" y="28"/>
                        <a:pt x="9" y="28"/>
                      </a:cubicBezTo>
                      <a:cubicBezTo>
                        <a:pt x="9" y="24"/>
                        <a:pt x="9" y="24"/>
                        <a:pt x="9" y="24"/>
                      </a:cubicBezTo>
                      <a:cubicBezTo>
                        <a:pt x="13" y="23"/>
                        <a:pt x="15" y="21"/>
                        <a:pt x="15" y="18"/>
                      </a:cubicBezTo>
                      <a:cubicBezTo>
                        <a:pt x="15" y="15"/>
                        <a:pt x="13" y="13"/>
                        <a:pt x="9" y="1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76" name="Freeform 32"/>
                <p:cNvSpPr>
                  <a:spLocks noEditPoints="1"/>
                </p:cNvSpPr>
                <p:nvPr/>
              </p:nvSpPr>
              <p:spPr bwMode="auto">
                <a:xfrm>
                  <a:off x="6859387" y="5835112"/>
                  <a:ext cx="121657" cy="118079"/>
                </a:xfrm>
                <a:custGeom>
                  <a:avLst/>
                  <a:gdLst>
                    <a:gd name="T0" fmla="*/ 21 w 43"/>
                    <a:gd name="T1" fmla="*/ 0 h 42"/>
                    <a:gd name="T2" fmla="*/ 0 w 43"/>
                    <a:gd name="T3" fmla="*/ 21 h 42"/>
                    <a:gd name="T4" fmla="*/ 21 w 43"/>
                    <a:gd name="T5" fmla="*/ 42 h 42"/>
                    <a:gd name="T6" fmla="*/ 43 w 43"/>
                    <a:gd name="T7" fmla="*/ 21 h 42"/>
                    <a:gd name="T8" fmla="*/ 21 w 43"/>
                    <a:gd name="T9" fmla="*/ 0 h 42"/>
                    <a:gd name="T10" fmla="*/ 21 w 43"/>
                    <a:gd name="T11" fmla="*/ 37 h 42"/>
                    <a:gd name="T12" fmla="*/ 5 w 43"/>
                    <a:gd name="T13" fmla="*/ 21 h 42"/>
                    <a:gd name="T14" fmla="*/ 21 w 43"/>
                    <a:gd name="T15" fmla="*/ 4 h 42"/>
                    <a:gd name="T16" fmla="*/ 38 w 43"/>
                    <a:gd name="T17" fmla="*/ 21 h 42"/>
                    <a:gd name="T18" fmla="*/ 21 w 43"/>
                    <a:gd name="T19" fmla="*/ 37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3" h="42">
                      <a:moveTo>
                        <a:pt x="21" y="0"/>
                      </a:moveTo>
                      <a:cubicBezTo>
                        <a:pt x="10" y="0"/>
                        <a:pt x="0" y="9"/>
                        <a:pt x="0" y="21"/>
                      </a:cubicBezTo>
                      <a:cubicBezTo>
                        <a:pt x="0" y="32"/>
                        <a:pt x="10" y="42"/>
                        <a:pt x="21" y="42"/>
                      </a:cubicBezTo>
                      <a:cubicBezTo>
                        <a:pt x="33" y="42"/>
                        <a:pt x="43" y="32"/>
                        <a:pt x="43" y="21"/>
                      </a:cubicBezTo>
                      <a:cubicBezTo>
                        <a:pt x="43" y="9"/>
                        <a:pt x="33" y="0"/>
                        <a:pt x="21" y="0"/>
                      </a:cubicBezTo>
                      <a:close/>
                      <a:moveTo>
                        <a:pt x="21" y="37"/>
                      </a:moveTo>
                      <a:cubicBezTo>
                        <a:pt x="12" y="37"/>
                        <a:pt x="5" y="30"/>
                        <a:pt x="5" y="21"/>
                      </a:cubicBezTo>
                      <a:cubicBezTo>
                        <a:pt x="5" y="12"/>
                        <a:pt x="12" y="4"/>
                        <a:pt x="21" y="4"/>
                      </a:cubicBezTo>
                      <a:cubicBezTo>
                        <a:pt x="31" y="4"/>
                        <a:pt x="38" y="12"/>
                        <a:pt x="38" y="21"/>
                      </a:cubicBezTo>
                      <a:cubicBezTo>
                        <a:pt x="38" y="30"/>
                        <a:pt x="31" y="37"/>
                        <a:pt x="21" y="3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23" name="椭圆 22"/>
              <p:cNvSpPr/>
              <p:nvPr/>
            </p:nvSpPr>
            <p:spPr>
              <a:xfrm>
                <a:off x="3482244" y="4010913"/>
                <a:ext cx="770351" cy="769754"/>
              </a:xfrm>
              <a:prstGeom prst="ellipse">
                <a:avLst/>
              </a:prstGeom>
              <a:solidFill>
                <a:sysClr val="window" lastClr="FFFFFF">
                  <a:lumMod val="95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3551915" y="4080530"/>
                <a:ext cx="631006" cy="630517"/>
              </a:xfrm>
              <a:prstGeom prst="ellipse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>
                <a:innerShdw dist="88900" dir="13500000">
                  <a:srgbClr val="2683C6">
                    <a:lumMod val="50000"/>
                    <a:alpha val="50000"/>
                  </a:srgb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 rot="16200000" flipH="1">
                <a:off x="2950838" y="4015434"/>
                <a:ext cx="993147" cy="760719"/>
                <a:chOff x="911201" y="1622002"/>
                <a:chExt cx="2283025" cy="1747386"/>
              </a:xfrm>
              <a:solidFill>
                <a:srgbClr val="1C50A2"/>
              </a:solidFill>
            </p:grpSpPr>
            <p:sp>
              <p:nvSpPr>
                <p:cNvPr id="62" name="矩形 61"/>
                <p:cNvSpPr/>
                <p:nvPr/>
              </p:nvSpPr>
              <p:spPr>
                <a:xfrm>
                  <a:off x="2026099" y="1679379"/>
                  <a:ext cx="60759" cy="489621"/>
                </a:xfrm>
                <a:prstGeom prst="rect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" name="任意多边形 62"/>
                <p:cNvSpPr/>
                <p:nvPr/>
              </p:nvSpPr>
              <p:spPr>
                <a:xfrm rot="-2700000" flipV="1">
                  <a:off x="1283460" y="1824478"/>
                  <a:ext cx="1547880" cy="1544910"/>
                </a:xfrm>
                <a:custGeom>
                  <a:avLst/>
                  <a:gdLst>
                    <a:gd name="connsiteX0" fmla="*/ 871669 w 901730"/>
                    <a:gd name="connsiteY0" fmla="*/ 0 h 900000"/>
                    <a:gd name="connsiteX1" fmla="*/ 901730 w 901730"/>
                    <a:gd name="connsiteY1" fmla="*/ 0 h 900000"/>
                    <a:gd name="connsiteX2" fmla="*/ 1730 w 901730"/>
                    <a:gd name="connsiteY2" fmla="*/ 900000 h 900000"/>
                    <a:gd name="connsiteX3" fmla="*/ 0 w 901730"/>
                    <a:gd name="connsiteY3" fmla="*/ 899913 h 900000"/>
                    <a:gd name="connsiteX4" fmla="*/ 0 w 901730"/>
                    <a:gd name="connsiteY4" fmla="*/ 869852 h 900000"/>
                    <a:gd name="connsiteX5" fmla="*/ 1731 w 901730"/>
                    <a:gd name="connsiteY5" fmla="*/ 869939 h 900000"/>
                    <a:gd name="connsiteX6" fmla="*/ 871669 w 901730"/>
                    <a:gd name="connsiteY6" fmla="*/ 1 h 90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01730" h="900000">
                      <a:moveTo>
                        <a:pt x="871669" y="0"/>
                      </a:moveTo>
                      <a:lnTo>
                        <a:pt x="901730" y="0"/>
                      </a:lnTo>
                      <a:cubicBezTo>
                        <a:pt x="901730" y="497056"/>
                        <a:pt x="498786" y="900000"/>
                        <a:pt x="1730" y="900000"/>
                      </a:cubicBezTo>
                      <a:lnTo>
                        <a:pt x="0" y="899913"/>
                      </a:lnTo>
                      <a:lnTo>
                        <a:pt x="0" y="869852"/>
                      </a:lnTo>
                      <a:lnTo>
                        <a:pt x="1731" y="869939"/>
                      </a:lnTo>
                      <a:cubicBezTo>
                        <a:pt x="482184" y="869939"/>
                        <a:pt x="871669" y="480454"/>
                        <a:pt x="871669" y="1"/>
                      </a:cubicBezTo>
                      <a:close/>
                    </a:path>
                  </a:pathLst>
                </a:cu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911201" y="2587444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>
                  <a:off x="3095293" y="2587444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1952570" y="2048530"/>
                  <a:ext cx="209661" cy="209661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2007933" y="2106832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2007011" y="1622002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3759328" y="4261484"/>
                <a:ext cx="232251" cy="284252"/>
                <a:chOff x="6605340" y="4486155"/>
                <a:chExt cx="403136" cy="493783"/>
              </a:xfrm>
              <a:solidFill>
                <a:sysClr val="window" lastClr="FFFFFF"/>
              </a:solidFill>
            </p:grpSpPr>
            <p:sp>
              <p:nvSpPr>
                <p:cNvPr id="53" name="Freeform 115"/>
                <p:cNvSpPr/>
                <p:nvPr/>
              </p:nvSpPr>
              <p:spPr bwMode="auto">
                <a:xfrm>
                  <a:off x="6743694" y="4903605"/>
                  <a:ext cx="47708" cy="48902"/>
                </a:xfrm>
                <a:custGeom>
                  <a:avLst/>
                  <a:gdLst>
                    <a:gd name="T0" fmla="*/ 12 w 17"/>
                    <a:gd name="T1" fmla="*/ 0 h 17"/>
                    <a:gd name="T2" fmla="*/ 12 w 17"/>
                    <a:gd name="T3" fmla="*/ 4 h 17"/>
                    <a:gd name="T4" fmla="*/ 15 w 17"/>
                    <a:gd name="T5" fmla="*/ 9 h 17"/>
                    <a:gd name="T6" fmla="*/ 8 w 17"/>
                    <a:gd name="T7" fmla="*/ 14 h 17"/>
                    <a:gd name="T8" fmla="*/ 3 w 17"/>
                    <a:gd name="T9" fmla="*/ 7 h 17"/>
                    <a:gd name="T10" fmla="*/ 5 w 17"/>
                    <a:gd name="T11" fmla="*/ 4 h 17"/>
                    <a:gd name="T12" fmla="*/ 5 w 17"/>
                    <a:gd name="T13" fmla="*/ 1 h 17"/>
                    <a:gd name="T14" fmla="*/ 0 w 17"/>
                    <a:gd name="T15" fmla="*/ 8 h 17"/>
                    <a:gd name="T16" fmla="*/ 9 w 17"/>
                    <a:gd name="T17" fmla="*/ 17 h 17"/>
                    <a:gd name="T18" fmla="*/ 17 w 17"/>
                    <a:gd name="T19" fmla="*/ 8 h 17"/>
                    <a:gd name="T20" fmla="*/ 12 w 17"/>
                    <a:gd name="T21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7" h="17">
                      <a:moveTo>
                        <a:pt x="12" y="0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4" y="5"/>
                        <a:pt x="15" y="7"/>
                        <a:pt x="15" y="9"/>
                      </a:cubicBezTo>
                      <a:cubicBezTo>
                        <a:pt x="14" y="12"/>
                        <a:pt x="11" y="14"/>
                        <a:pt x="8" y="14"/>
                      </a:cubicBezTo>
                      <a:cubicBezTo>
                        <a:pt x="5" y="14"/>
                        <a:pt x="3" y="11"/>
                        <a:pt x="3" y="7"/>
                      </a:cubicBezTo>
                      <a:cubicBezTo>
                        <a:pt x="3" y="6"/>
                        <a:pt x="4" y="5"/>
                        <a:pt x="5" y="4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2" y="2"/>
                        <a:pt x="0" y="5"/>
                        <a:pt x="0" y="8"/>
                      </a:cubicBezTo>
                      <a:cubicBezTo>
                        <a:pt x="0" y="13"/>
                        <a:pt x="4" y="17"/>
                        <a:pt x="9" y="17"/>
                      </a:cubicBezTo>
                      <a:cubicBezTo>
                        <a:pt x="14" y="17"/>
                        <a:pt x="17" y="13"/>
                        <a:pt x="17" y="8"/>
                      </a:cubicBezTo>
                      <a:cubicBezTo>
                        <a:pt x="17" y="5"/>
                        <a:pt x="15" y="2"/>
                        <a:pt x="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4" name="Rectangle 116"/>
                <p:cNvSpPr>
                  <a:spLocks noChangeArrowheads="1"/>
                </p:cNvSpPr>
                <p:nvPr/>
              </p:nvSpPr>
              <p:spPr bwMode="auto">
                <a:xfrm>
                  <a:off x="6762778" y="4895255"/>
                  <a:ext cx="8349" cy="3458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5" name="Freeform 117"/>
                <p:cNvSpPr/>
                <p:nvPr/>
              </p:nvSpPr>
              <p:spPr bwMode="auto">
                <a:xfrm>
                  <a:off x="6754428" y="4684146"/>
                  <a:ext cx="51287" cy="134777"/>
                </a:xfrm>
                <a:custGeom>
                  <a:avLst/>
                  <a:gdLst>
                    <a:gd name="T0" fmla="*/ 22 w 43"/>
                    <a:gd name="T1" fmla="*/ 0 h 113"/>
                    <a:gd name="T2" fmla="*/ 0 w 43"/>
                    <a:gd name="T3" fmla="*/ 16 h 113"/>
                    <a:gd name="T4" fmla="*/ 0 w 43"/>
                    <a:gd name="T5" fmla="*/ 113 h 113"/>
                    <a:gd name="T6" fmla="*/ 43 w 43"/>
                    <a:gd name="T7" fmla="*/ 113 h 113"/>
                    <a:gd name="T8" fmla="*/ 43 w 43"/>
                    <a:gd name="T9" fmla="*/ 19 h 113"/>
                    <a:gd name="T10" fmla="*/ 22 w 43"/>
                    <a:gd name="T11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113">
                      <a:moveTo>
                        <a:pt x="22" y="0"/>
                      </a:moveTo>
                      <a:lnTo>
                        <a:pt x="0" y="16"/>
                      </a:lnTo>
                      <a:lnTo>
                        <a:pt x="0" y="113"/>
                      </a:lnTo>
                      <a:lnTo>
                        <a:pt x="43" y="113"/>
                      </a:lnTo>
                      <a:lnTo>
                        <a:pt x="43" y="19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6" name="Freeform 118"/>
                <p:cNvSpPr/>
                <p:nvPr/>
              </p:nvSpPr>
              <p:spPr bwMode="auto">
                <a:xfrm>
                  <a:off x="6839111" y="4709192"/>
                  <a:ext cx="51287" cy="109730"/>
                </a:xfrm>
                <a:custGeom>
                  <a:avLst/>
                  <a:gdLst>
                    <a:gd name="T0" fmla="*/ 10 w 43"/>
                    <a:gd name="T1" fmla="*/ 29 h 92"/>
                    <a:gd name="T2" fmla="*/ 0 w 43"/>
                    <a:gd name="T3" fmla="*/ 21 h 92"/>
                    <a:gd name="T4" fmla="*/ 0 w 43"/>
                    <a:gd name="T5" fmla="*/ 92 h 92"/>
                    <a:gd name="T6" fmla="*/ 43 w 43"/>
                    <a:gd name="T7" fmla="*/ 92 h 92"/>
                    <a:gd name="T8" fmla="*/ 43 w 43"/>
                    <a:gd name="T9" fmla="*/ 0 h 92"/>
                    <a:gd name="T10" fmla="*/ 10 w 43"/>
                    <a:gd name="T11" fmla="*/ 29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92">
                      <a:moveTo>
                        <a:pt x="10" y="29"/>
                      </a:moveTo>
                      <a:lnTo>
                        <a:pt x="0" y="21"/>
                      </a:lnTo>
                      <a:lnTo>
                        <a:pt x="0" y="92"/>
                      </a:lnTo>
                      <a:lnTo>
                        <a:pt x="43" y="92"/>
                      </a:lnTo>
                      <a:lnTo>
                        <a:pt x="43" y="0"/>
                      </a:lnTo>
                      <a:lnTo>
                        <a:pt x="10" y="2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" name="Freeform 119"/>
                <p:cNvSpPr/>
                <p:nvPr/>
              </p:nvSpPr>
              <p:spPr bwMode="auto">
                <a:xfrm>
                  <a:off x="6669746" y="4731854"/>
                  <a:ext cx="51287" cy="87068"/>
                </a:xfrm>
                <a:custGeom>
                  <a:avLst/>
                  <a:gdLst>
                    <a:gd name="T0" fmla="*/ 0 w 43"/>
                    <a:gd name="T1" fmla="*/ 36 h 73"/>
                    <a:gd name="T2" fmla="*/ 0 w 43"/>
                    <a:gd name="T3" fmla="*/ 73 h 73"/>
                    <a:gd name="T4" fmla="*/ 43 w 43"/>
                    <a:gd name="T5" fmla="*/ 73 h 73"/>
                    <a:gd name="T6" fmla="*/ 43 w 43"/>
                    <a:gd name="T7" fmla="*/ 0 h 73"/>
                    <a:gd name="T8" fmla="*/ 0 w 43"/>
                    <a:gd name="T9" fmla="*/ 36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73">
                      <a:moveTo>
                        <a:pt x="0" y="36"/>
                      </a:moveTo>
                      <a:lnTo>
                        <a:pt x="0" y="73"/>
                      </a:lnTo>
                      <a:lnTo>
                        <a:pt x="43" y="73"/>
                      </a:lnTo>
                      <a:lnTo>
                        <a:pt x="43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8" name="Freeform 120"/>
                <p:cNvSpPr/>
                <p:nvPr/>
              </p:nvSpPr>
              <p:spPr bwMode="auto">
                <a:xfrm>
                  <a:off x="6927372" y="4636437"/>
                  <a:ext cx="50094" cy="182485"/>
                </a:xfrm>
                <a:custGeom>
                  <a:avLst/>
                  <a:gdLst>
                    <a:gd name="T0" fmla="*/ 0 w 42"/>
                    <a:gd name="T1" fmla="*/ 153 h 153"/>
                    <a:gd name="T2" fmla="*/ 42 w 42"/>
                    <a:gd name="T3" fmla="*/ 153 h 153"/>
                    <a:gd name="T4" fmla="*/ 42 w 42"/>
                    <a:gd name="T5" fmla="*/ 0 h 153"/>
                    <a:gd name="T6" fmla="*/ 0 w 42"/>
                    <a:gd name="T7" fmla="*/ 35 h 153"/>
                    <a:gd name="T8" fmla="*/ 0 w 42"/>
                    <a:gd name="T9" fmla="*/ 153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153">
                      <a:moveTo>
                        <a:pt x="0" y="153"/>
                      </a:moveTo>
                      <a:lnTo>
                        <a:pt x="42" y="153"/>
                      </a:lnTo>
                      <a:lnTo>
                        <a:pt x="42" y="0"/>
                      </a:lnTo>
                      <a:lnTo>
                        <a:pt x="0" y="35"/>
                      </a:lnTo>
                      <a:lnTo>
                        <a:pt x="0" y="15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9" name="Freeform 121"/>
                <p:cNvSpPr/>
                <p:nvPr/>
              </p:nvSpPr>
              <p:spPr bwMode="auto">
                <a:xfrm>
                  <a:off x="6904710" y="4556525"/>
                  <a:ext cx="25047" cy="51287"/>
                </a:xfrm>
                <a:custGeom>
                  <a:avLst/>
                  <a:gdLst>
                    <a:gd name="T0" fmla="*/ 21 w 21"/>
                    <a:gd name="T1" fmla="*/ 22 h 43"/>
                    <a:gd name="T2" fmla="*/ 0 w 21"/>
                    <a:gd name="T3" fmla="*/ 0 h 43"/>
                    <a:gd name="T4" fmla="*/ 0 w 21"/>
                    <a:gd name="T5" fmla="*/ 43 h 43"/>
                    <a:gd name="T6" fmla="*/ 21 w 21"/>
                    <a:gd name="T7" fmla="*/ 22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43">
                      <a:moveTo>
                        <a:pt x="21" y="22"/>
                      </a:moveTo>
                      <a:lnTo>
                        <a:pt x="0" y="0"/>
                      </a:lnTo>
                      <a:lnTo>
                        <a:pt x="0" y="43"/>
                      </a:lnTo>
                      <a:lnTo>
                        <a:pt x="21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0" name="Freeform 122"/>
                <p:cNvSpPr>
                  <a:spLocks noEditPoints="1"/>
                </p:cNvSpPr>
                <p:nvPr/>
              </p:nvSpPr>
              <p:spPr bwMode="auto">
                <a:xfrm>
                  <a:off x="6605340" y="4486155"/>
                  <a:ext cx="332767" cy="493783"/>
                </a:xfrm>
                <a:custGeom>
                  <a:avLst/>
                  <a:gdLst>
                    <a:gd name="T0" fmla="*/ 108 w 118"/>
                    <a:gd name="T1" fmla="*/ 69 h 175"/>
                    <a:gd name="T2" fmla="*/ 107 w 118"/>
                    <a:gd name="T3" fmla="*/ 70 h 175"/>
                    <a:gd name="T4" fmla="*/ 107 w 118"/>
                    <a:gd name="T5" fmla="*/ 123 h 175"/>
                    <a:gd name="T6" fmla="*/ 106 w 118"/>
                    <a:gd name="T7" fmla="*/ 123 h 175"/>
                    <a:gd name="T8" fmla="*/ 106 w 118"/>
                    <a:gd name="T9" fmla="*/ 136 h 175"/>
                    <a:gd name="T10" fmla="*/ 12 w 118"/>
                    <a:gd name="T11" fmla="*/ 136 h 175"/>
                    <a:gd name="T12" fmla="*/ 12 w 118"/>
                    <a:gd name="T13" fmla="*/ 12 h 175"/>
                    <a:gd name="T14" fmla="*/ 106 w 118"/>
                    <a:gd name="T15" fmla="*/ 12 h 175"/>
                    <a:gd name="T16" fmla="*/ 106 w 118"/>
                    <a:gd name="T17" fmla="*/ 15 h 175"/>
                    <a:gd name="T18" fmla="*/ 118 w 118"/>
                    <a:gd name="T19" fmla="*/ 15 h 175"/>
                    <a:gd name="T20" fmla="*/ 118 w 118"/>
                    <a:gd name="T21" fmla="*/ 10 h 175"/>
                    <a:gd name="T22" fmla="*/ 108 w 118"/>
                    <a:gd name="T23" fmla="*/ 0 h 175"/>
                    <a:gd name="T24" fmla="*/ 9 w 118"/>
                    <a:gd name="T25" fmla="*/ 0 h 175"/>
                    <a:gd name="T26" fmla="*/ 0 w 118"/>
                    <a:gd name="T27" fmla="*/ 10 h 175"/>
                    <a:gd name="T28" fmla="*/ 0 w 118"/>
                    <a:gd name="T29" fmla="*/ 165 h 175"/>
                    <a:gd name="T30" fmla="*/ 9 w 118"/>
                    <a:gd name="T31" fmla="*/ 175 h 175"/>
                    <a:gd name="T32" fmla="*/ 108 w 118"/>
                    <a:gd name="T33" fmla="*/ 175 h 175"/>
                    <a:gd name="T34" fmla="*/ 118 w 118"/>
                    <a:gd name="T35" fmla="*/ 165 h 175"/>
                    <a:gd name="T36" fmla="*/ 118 w 118"/>
                    <a:gd name="T37" fmla="*/ 123 h 175"/>
                    <a:gd name="T38" fmla="*/ 108 w 118"/>
                    <a:gd name="T39" fmla="*/ 123 h 175"/>
                    <a:gd name="T40" fmla="*/ 108 w 118"/>
                    <a:gd name="T41" fmla="*/ 69 h 175"/>
                    <a:gd name="T42" fmla="*/ 58 w 118"/>
                    <a:gd name="T43" fmla="*/ 170 h 175"/>
                    <a:gd name="T44" fmla="*/ 43 w 118"/>
                    <a:gd name="T45" fmla="*/ 155 h 175"/>
                    <a:gd name="T46" fmla="*/ 58 w 118"/>
                    <a:gd name="T47" fmla="*/ 140 h 175"/>
                    <a:gd name="T48" fmla="*/ 73 w 118"/>
                    <a:gd name="T49" fmla="*/ 155 h 175"/>
                    <a:gd name="T50" fmla="*/ 58 w 118"/>
                    <a:gd name="T51" fmla="*/ 170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18" h="175">
                      <a:moveTo>
                        <a:pt x="108" y="69"/>
                      </a:moveTo>
                      <a:cubicBezTo>
                        <a:pt x="107" y="70"/>
                        <a:pt x="107" y="70"/>
                        <a:pt x="107" y="70"/>
                      </a:cubicBezTo>
                      <a:cubicBezTo>
                        <a:pt x="107" y="123"/>
                        <a:pt x="107" y="123"/>
                        <a:pt x="107" y="123"/>
                      </a:cubicBezTo>
                      <a:cubicBezTo>
                        <a:pt x="106" y="123"/>
                        <a:pt x="106" y="123"/>
                        <a:pt x="106" y="123"/>
                      </a:cubicBezTo>
                      <a:cubicBezTo>
                        <a:pt x="106" y="136"/>
                        <a:pt x="106" y="136"/>
                        <a:pt x="106" y="136"/>
                      </a:cubicBezTo>
                      <a:cubicBezTo>
                        <a:pt x="12" y="136"/>
                        <a:pt x="12" y="136"/>
                        <a:pt x="12" y="136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106" y="12"/>
                        <a:pt x="106" y="12"/>
                        <a:pt x="106" y="12"/>
                      </a:cubicBezTo>
                      <a:cubicBezTo>
                        <a:pt x="106" y="15"/>
                        <a:pt x="106" y="15"/>
                        <a:pt x="106" y="15"/>
                      </a:cubicBezTo>
                      <a:cubicBezTo>
                        <a:pt x="118" y="15"/>
                        <a:pt x="118" y="15"/>
                        <a:pt x="118" y="15"/>
                      </a:cubicBezTo>
                      <a:cubicBezTo>
                        <a:pt x="118" y="10"/>
                        <a:pt x="118" y="10"/>
                        <a:pt x="118" y="10"/>
                      </a:cubicBezTo>
                      <a:cubicBezTo>
                        <a:pt x="118" y="4"/>
                        <a:pt x="114" y="0"/>
                        <a:pt x="108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4" y="0"/>
                        <a:pt x="0" y="4"/>
                        <a:pt x="0" y="10"/>
                      </a:cubicBezTo>
                      <a:cubicBezTo>
                        <a:pt x="0" y="165"/>
                        <a:pt x="0" y="165"/>
                        <a:pt x="0" y="165"/>
                      </a:cubicBezTo>
                      <a:cubicBezTo>
                        <a:pt x="0" y="171"/>
                        <a:pt x="4" y="175"/>
                        <a:pt x="9" y="175"/>
                      </a:cubicBezTo>
                      <a:cubicBezTo>
                        <a:pt x="108" y="175"/>
                        <a:pt x="108" y="175"/>
                        <a:pt x="108" y="175"/>
                      </a:cubicBezTo>
                      <a:cubicBezTo>
                        <a:pt x="114" y="175"/>
                        <a:pt x="118" y="171"/>
                        <a:pt x="118" y="165"/>
                      </a:cubicBezTo>
                      <a:cubicBezTo>
                        <a:pt x="118" y="123"/>
                        <a:pt x="118" y="123"/>
                        <a:pt x="118" y="123"/>
                      </a:cubicBezTo>
                      <a:cubicBezTo>
                        <a:pt x="108" y="123"/>
                        <a:pt x="108" y="123"/>
                        <a:pt x="108" y="123"/>
                      </a:cubicBezTo>
                      <a:lnTo>
                        <a:pt x="108" y="69"/>
                      </a:lnTo>
                      <a:close/>
                      <a:moveTo>
                        <a:pt x="58" y="170"/>
                      </a:moveTo>
                      <a:cubicBezTo>
                        <a:pt x="50" y="170"/>
                        <a:pt x="43" y="163"/>
                        <a:pt x="43" y="155"/>
                      </a:cubicBezTo>
                      <a:cubicBezTo>
                        <a:pt x="43" y="147"/>
                        <a:pt x="50" y="140"/>
                        <a:pt x="58" y="140"/>
                      </a:cubicBezTo>
                      <a:cubicBezTo>
                        <a:pt x="66" y="140"/>
                        <a:pt x="73" y="147"/>
                        <a:pt x="73" y="155"/>
                      </a:cubicBezTo>
                      <a:cubicBezTo>
                        <a:pt x="73" y="163"/>
                        <a:pt x="66" y="170"/>
                        <a:pt x="58" y="1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1" name="Freeform 123"/>
                <p:cNvSpPr/>
                <p:nvPr/>
              </p:nvSpPr>
              <p:spPr bwMode="auto">
                <a:xfrm>
                  <a:off x="6669746" y="4543406"/>
                  <a:ext cx="338730" cy="200376"/>
                </a:xfrm>
                <a:custGeom>
                  <a:avLst/>
                  <a:gdLst>
                    <a:gd name="T0" fmla="*/ 204 w 284"/>
                    <a:gd name="T1" fmla="*/ 0 h 168"/>
                    <a:gd name="T2" fmla="*/ 239 w 284"/>
                    <a:gd name="T3" fmla="*/ 35 h 168"/>
                    <a:gd name="T4" fmla="*/ 152 w 284"/>
                    <a:gd name="T5" fmla="*/ 108 h 168"/>
                    <a:gd name="T6" fmla="*/ 93 w 284"/>
                    <a:gd name="T7" fmla="*/ 59 h 168"/>
                    <a:gd name="T8" fmla="*/ 0 w 284"/>
                    <a:gd name="T9" fmla="*/ 134 h 168"/>
                    <a:gd name="T10" fmla="*/ 0 w 284"/>
                    <a:gd name="T11" fmla="*/ 168 h 168"/>
                    <a:gd name="T12" fmla="*/ 93 w 284"/>
                    <a:gd name="T13" fmla="*/ 92 h 168"/>
                    <a:gd name="T14" fmla="*/ 152 w 284"/>
                    <a:gd name="T15" fmla="*/ 142 h 168"/>
                    <a:gd name="T16" fmla="*/ 256 w 284"/>
                    <a:gd name="T17" fmla="*/ 52 h 168"/>
                    <a:gd name="T18" fmla="*/ 284 w 284"/>
                    <a:gd name="T19" fmla="*/ 80 h 168"/>
                    <a:gd name="T20" fmla="*/ 284 w 284"/>
                    <a:gd name="T21" fmla="*/ 0 h 168"/>
                    <a:gd name="T22" fmla="*/ 204 w 284"/>
                    <a:gd name="T23" fmla="*/ 0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84" h="168">
                      <a:moveTo>
                        <a:pt x="204" y="0"/>
                      </a:moveTo>
                      <a:lnTo>
                        <a:pt x="239" y="35"/>
                      </a:lnTo>
                      <a:lnTo>
                        <a:pt x="152" y="108"/>
                      </a:lnTo>
                      <a:lnTo>
                        <a:pt x="93" y="59"/>
                      </a:lnTo>
                      <a:lnTo>
                        <a:pt x="0" y="134"/>
                      </a:lnTo>
                      <a:lnTo>
                        <a:pt x="0" y="168"/>
                      </a:lnTo>
                      <a:lnTo>
                        <a:pt x="93" y="92"/>
                      </a:lnTo>
                      <a:lnTo>
                        <a:pt x="152" y="142"/>
                      </a:lnTo>
                      <a:lnTo>
                        <a:pt x="256" y="52"/>
                      </a:lnTo>
                      <a:lnTo>
                        <a:pt x="284" y="80"/>
                      </a:lnTo>
                      <a:lnTo>
                        <a:pt x="284" y="0"/>
                      </a:lnTo>
                      <a:lnTo>
                        <a:pt x="2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27" name="椭圆 26"/>
              <p:cNvSpPr/>
              <p:nvPr/>
            </p:nvSpPr>
            <p:spPr>
              <a:xfrm>
                <a:off x="4552404" y="2955706"/>
                <a:ext cx="769531" cy="769754"/>
              </a:xfrm>
              <a:prstGeom prst="ellipse">
                <a:avLst/>
              </a:prstGeom>
              <a:solidFill>
                <a:sysClr val="window" lastClr="FFFFFF">
                  <a:lumMod val="95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4622001" y="3025323"/>
                <a:ext cx="630335" cy="630517"/>
              </a:xfrm>
              <a:prstGeom prst="ellipse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>
                <a:innerShdw dist="88900" dir="13500000">
                  <a:srgbClr val="2683C6">
                    <a:lumMod val="50000"/>
                    <a:alpha val="50000"/>
                  </a:srgb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 rot="16200000" flipH="1">
                <a:off x="3997548" y="2956023"/>
                <a:ext cx="993147" cy="759909"/>
                <a:chOff x="911201" y="1622002"/>
                <a:chExt cx="2283025" cy="1747386"/>
              </a:xfrm>
              <a:solidFill>
                <a:srgbClr val="1C50A2"/>
              </a:solidFill>
            </p:grpSpPr>
            <p:sp>
              <p:nvSpPr>
                <p:cNvPr id="46" name="矩形 45"/>
                <p:cNvSpPr/>
                <p:nvPr/>
              </p:nvSpPr>
              <p:spPr>
                <a:xfrm>
                  <a:off x="2026099" y="1679379"/>
                  <a:ext cx="60759" cy="489621"/>
                </a:xfrm>
                <a:prstGeom prst="rect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任意多边形 46"/>
                <p:cNvSpPr/>
                <p:nvPr/>
              </p:nvSpPr>
              <p:spPr>
                <a:xfrm rot="-2700000" flipV="1">
                  <a:off x="1283460" y="1824478"/>
                  <a:ext cx="1547880" cy="1544910"/>
                </a:xfrm>
                <a:custGeom>
                  <a:avLst/>
                  <a:gdLst>
                    <a:gd name="connsiteX0" fmla="*/ 871669 w 901730"/>
                    <a:gd name="connsiteY0" fmla="*/ 0 h 900000"/>
                    <a:gd name="connsiteX1" fmla="*/ 901730 w 901730"/>
                    <a:gd name="connsiteY1" fmla="*/ 0 h 900000"/>
                    <a:gd name="connsiteX2" fmla="*/ 1730 w 901730"/>
                    <a:gd name="connsiteY2" fmla="*/ 900000 h 900000"/>
                    <a:gd name="connsiteX3" fmla="*/ 0 w 901730"/>
                    <a:gd name="connsiteY3" fmla="*/ 899913 h 900000"/>
                    <a:gd name="connsiteX4" fmla="*/ 0 w 901730"/>
                    <a:gd name="connsiteY4" fmla="*/ 869852 h 900000"/>
                    <a:gd name="connsiteX5" fmla="*/ 1731 w 901730"/>
                    <a:gd name="connsiteY5" fmla="*/ 869939 h 900000"/>
                    <a:gd name="connsiteX6" fmla="*/ 871669 w 901730"/>
                    <a:gd name="connsiteY6" fmla="*/ 1 h 90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01730" h="900000">
                      <a:moveTo>
                        <a:pt x="871669" y="0"/>
                      </a:moveTo>
                      <a:lnTo>
                        <a:pt x="901730" y="0"/>
                      </a:lnTo>
                      <a:cubicBezTo>
                        <a:pt x="901730" y="497056"/>
                        <a:pt x="498786" y="900000"/>
                        <a:pt x="1730" y="900000"/>
                      </a:cubicBezTo>
                      <a:lnTo>
                        <a:pt x="0" y="899913"/>
                      </a:lnTo>
                      <a:lnTo>
                        <a:pt x="0" y="869852"/>
                      </a:lnTo>
                      <a:lnTo>
                        <a:pt x="1731" y="869939"/>
                      </a:lnTo>
                      <a:cubicBezTo>
                        <a:pt x="482184" y="869939"/>
                        <a:pt x="871669" y="480454"/>
                        <a:pt x="871669" y="1"/>
                      </a:cubicBezTo>
                      <a:close/>
                    </a:path>
                  </a:pathLst>
                </a:cu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椭圆 47"/>
                <p:cNvSpPr/>
                <p:nvPr/>
              </p:nvSpPr>
              <p:spPr>
                <a:xfrm>
                  <a:off x="911201" y="2587444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>
                  <a:off x="3095293" y="2587444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1952570" y="2048530"/>
                  <a:ext cx="209661" cy="209661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2007933" y="2106832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2007011" y="1622002"/>
                  <a:ext cx="98933" cy="98933"/>
                </a:xfrm>
                <a:prstGeom prst="ellipse">
                  <a:avLst/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30" name="组合 29"/>
              <p:cNvGrpSpPr/>
              <p:nvPr/>
            </p:nvGrpSpPr>
            <p:grpSpPr>
              <a:xfrm>
                <a:off x="4817394" y="3195955"/>
                <a:ext cx="300968" cy="283307"/>
                <a:chOff x="5067933" y="4413400"/>
                <a:chExt cx="586815" cy="552226"/>
              </a:xfrm>
              <a:solidFill>
                <a:sysClr val="window" lastClr="FFFFFF"/>
              </a:solidFill>
            </p:grpSpPr>
            <p:sp>
              <p:nvSpPr>
                <p:cNvPr id="43" name="Freeform 124"/>
                <p:cNvSpPr>
                  <a:spLocks noEditPoints="1"/>
                </p:cNvSpPr>
                <p:nvPr/>
              </p:nvSpPr>
              <p:spPr bwMode="auto">
                <a:xfrm>
                  <a:off x="5121606" y="4413400"/>
                  <a:ext cx="242121" cy="304142"/>
                </a:xfrm>
                <a:custGeom>
                  <a:avLst/>
                  <a:gdLst>
                    <a:gd name="T0" fmla="*/ 6 w 86"/>
                    <a:gd name="T1" fmla="*/ 68 h 108"/>
                    <a:gd name="T2" fmla="*/ 14 w 86"/>
                    <a:gd name="T3" fmla="*/ 77 h 108"/>
                    <a:gd name="T4" fmla="*/ 45 w 86"/>
                    <a:gd name="T5" fmla="*/ 108 h 108"/>
                    <a:gd name="T6" fmla="*/ 76 w 86"/>
                    <a:gd name="T7" fmla="*/ 77 h 108"/>
                    <a:gd name="T8" fmla="*/ 76 w 86"/>
                    <a:gd name="T9" fmla="*/ 77 h 108"/>
                    <a:gd name="T10" fmla="*/ 84 w 86"/>
                    <a:gd name="T11" fmla="*/ 68 h 108"/>
                    <a:gd name="T12" fmla="*/ 78 w 86"/>
                    <a:gd name="T13" fmla="*/ 59 h 108"/>
                    <a:gd name="T14" fmla="*/ 78 w 86"/>
                    <a:gd name="T15" fmla="*/ 59 h 108"/>
                    <a:gd name="T16" fmla="*/ 68 w 86"/>
                    <a:gd name="T17" fmla="*/ 24 h 108"/>
                    <a:gd name="T18" fmla="*/ 22 w 86"/>
                    <a:gd name="T19" fmla="*/ 19 h 108"/>
                    <a:gd name="T20" fmla="*/ 11 w 86"/>
                    <a:gd name="T21" fmla="*/ 59 h 108"/>
                    <a:gd name="T22" fmla="*/ 11 w 86"/>
                    <a:gd name="T23" fmla="*/ 59 h 108"/>
                    <a:gd name="T24" fmla="*/ 6 w 86"/>
                    <a:gd name="T25" fmla="*/ 68 h 108"/>
                    <a:gd name="T26" fmla="*/ 14 w 86"/>
                    <a:gd name="T27" fmla="*/ 60 h 108"/>
                    <a:gd name="T28" fmla="*/ 14 w 86"/>
                    <a:gd name="T29" fmla="*/ 60 h 108"/>
                    <a:gd name="T30" fmla="*/ 15 w 86"/>
                    <a:gd name="T31" fmla="*/ 60 h 108"/>
                    <a:gd name="T32" fmla="*/ 15 w 86"/>
                    <a:gd name="T33" fmla="*/ 58 h 108"/>
                    <a:gd name="T34" fmla="*/ 17 w 86"/>
                    <a:gd name="T35" fmla="*/ 46 h 108"/>
                    <a:gd name="T36" fmla="*/ 20 w 86"/>
                    <a:gd name="T37" fmla="*/ 42 h 108"/>
                    <a:gd name="T38" fmla="*/ 56 w 86"/>
                    <a:gd name="T39" fmla="*/ 34 h 108"/>
                    <a:gd name="T40" fmla="*/ 73 w 86"/>
                    <a:gd name="T41" fmla="*/ 61 h 108"/>
                    <a:gd name="T42" fmla="*/ 74 w 86"/>
                    <a:gd name="T43" fmla="*/ 61 h 108"/>
                    <a:gd name="T44" fmla="*/ 75 w 86"/>
                    <a:gd name="T45" fmla="*/ 61 h 108"/>
                    <a:gd name="T46" fmla="*/ 76 w 86"/>
                    <a:gd name="T47" fmla="*/ 60 h 108"/>
                    <a:gd name="T48" fmla="*/ 80 w 86"/>
                    <a:gd name="T49" fmla="*/ 62 h 108"/>
                    <a:gd name="T50" fmla="*/ 82 w 86"/>
                    <a:gd name="T51" fmla="*/ 68 h 108"/>
                    <a:gd name="T52" fmla="*/ 80 w 86"/>
                    <a:gd name="T53" fmla="*/ 73 h 108"/>
                    <a:gd name="T54" fmla="*/ 76 w 86"/>
                    <a:gd name="T55" fmla="*/ 75 h 108"/>
                    <a:gd name="T56" fmla="*/ 76 w 86"/>
                    <a:gd name="T57" fmla="*/ 75 h 108"/>
                    <a:gd name="T58" fmla="*/ 74 w 86"/>
                    <a:gd name="T59" fmla="*/ 75 h 108"/>
                    <a:gd name="T60" fmla="*/ 74 w 86"/>
                    <a:gd name="T61" fmla="*/ 77 h 108"/>
                    <a:gd name="T62" fmla="*/ 63 w 86"/>
                    <a:gd name="T63" fmla="*/ 98 h 108"/>
                    <a:gd name="T64" fmla="*/ 55 w 86"/>
                    <a:gd name="T65" fmla="*/ 104 h 108"/>
                    <a:gd name="T66" fmla="*/ 45 w 86"/>
                    <a:gd name="T67" fmla="*/ 106 h 108"/>
                    <a:gd name="T68" fmla="*/ 35 w 86"/>
                    <a:gd name="T69" fmla="*/ 104 h 108"/>
                    <a:gd name="T70" fmla="*/ 26 w 86"/>
                    <a:gd name="T71" fmla="*/ 98 h 108"/>
                    <a:gd name="T72" fmla="*/ 16 w 86"/>
                    <a:gd name="T73" fmla="*/ 77 h 108"/>
                    <a:gd name="T74" fmla="*/ 15 w 86"/>
                    <a:gd name="T75" fmla="*/ 75 h 108"/>
                    <a:gd name="T76" fmla="*/ 14 w 86"/>
                    <a:gd name="T77" fmla="*/ 75 h 108"/>
                    <a:gd name="T78" fmla="*/ 8 w 86"/>
                    <a:gd name="T79" fmla="*/ 68 h 108"/>
                    <a:gd name="T80" fmla="*/ 10 w 86"/>
                    <a:gd name="T81" fmla="*/ 62 h 108"/>
                    <a:gd name="T82" fmla="*/ 14 w 86"/>
                    <a:gd name="T83" fmla="*/ 60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6" h="108">
                      <a:moveTo>
                        <a:pt x="6" y="68"/>
                      </a:moveTo>
                      <a:cubicBezTo>
                        <a:pt x="6" y="73"/>
                        <a:pt x="9" y="77"/>
                        <a:pt x="14" y="77"/>
                      </a:cubicBezTo>
                      <a:cubicBezTo>
                        <a:pt x="17" y="95"/>
                        <a:pt x="29" y="108"/>
                        <a:pt x="45" y="108"/>
                      </a:cubicBezTo>
                      <a:cubicBezTo>
                        <a:pt x="60" y="108"/>
                        <a:pt x="73" y="95"/>
                        <a:pt x="76" y="77"/>
                      </a:cubicBezTo>
                      <a:cubicBezTo>
                        <a:pt x="76" y="77"/>
                        <a:pt x="76" y="77"/>
                        <a:pt x="76" y="77"/>
                      </a:cubicBezTo>
                      <a:cubicBezTo>
                        <a:pt x="81" y="77"/>
                        <a:pt x="84" y="73"/>
                        <a:pt x="84" y="68"/>
                      </a:cubicBezTo>
                      <a:cubicBezTo>
                        <a:pt x="84" y="63"/>
                        <a:pt x="81" y="59"/>
                        <a:pt x="78" y="59"/>
                      </a:cubicBezTo>
                      <a:cubicBezTo>
                        <a:pt x="78" y="59"/>
                        <a:pt x="78" y="59"/>
                        <a:pt x="78" y="59"/>
                      </a:cubicBezTo>
                      <a:cubicBezTo>
                        <a:pt x="78" y="59"/>
                        <a:pt x="86" y="31"/>
                        <a:pt x="68" y="24"/>
                      </a:cubicBezTo>
                      <a:cubicBezTo>
                        <a:pt x="66" y="0"/>
                        <a:pt x="22" y="19"/>
                        <a:pt x="22" y="19"/>
                      </a:cubicBezTo>
                      <a:cubicBezTo>
                        <a:pt x="0" y="30"/>
                        <a:pt x="11" y="59"/>
                        <a:pt x="11" y="59"/>
                      </a:cubicBezTo>
                      <a:cubicBezTo>
                        <a:pt x="11" y="59"/>
                        <a:pt x="11" y="59"/>
                        <a:pt x="11" y="59"/>
                      </a:cubicBezTo>
                      <a:cubicBezTo>
                        <a:pt x="8" y="61"/>
                        <a:pt x="6" y="64"/>
                        <a:pt x="6" y="68"/>
                      </a:cubicBezTo>
                      <a:close/>
                      <a:moveTo>
                        <a:pt x="14" y="60"/>
                      </a:moveTo>
                      <a:cubicBezTo>
                        <a:pt x="14" y="60"/>
                        <a:pt x="14" y="60"/>
                        <a:pt x="14" y="60"/>
                      </a:cubicBez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15" y="58"/>
                        <a:pt x="15" y="58"/>
                        <a:pt x="15" y="58"/>
                      </a:cubicBezTo>
                      <a:cubicBezTo>
                        <a:pt x="17" y="46"/>
                        <a:pt x="17" y="46"/>
                        <a:pt x="17" y="46"/>
                      </a:cubicBezTo>
                      <a:cubicBezTo>
                        <a:pt x="19" y="44"/>
                        <a:pt x="20" y="42"/>
                        <a:pt x="20" y="42"/>
                      </a:cubicBezTo>
                      <a:cubicBezTo>
                        <a:pt x="40" y="43"/>
                        <a:pt x="56" y="34"/>
                        <a:pt x="56" y="34"/>
                      </a:cubicBezTo>
                      <a:cubicBezTo>
                        <a:pt x="69" y="24"/>
                        <a:pt x="73" y="61"/>
                        <a:pt x="73" y="61"/>
                      </a:cubicBezTo>
                      <a:cubicBezTo>
                        <a:pt x="74" y="61"/>
                        <a:pt x="74" y="61"/>
                        <a:pt x="74" y="61"/>
                      </a:cubicBezTo>
                      <a:cubicBezTo>
                        <a:pt x="75" y="61"/>
                        <a:pt x="75" y="61"/>
                        <a:pt x="75" y="61"/>
                      </a:cubicBezTo>
                      <a:cubicBezTo>
                        <a:pt x="76" y="60"/>
                        <a:pt x="76" y="60"/>
                        <a:pt x="76" y="60"/>
                      </a:cubicBezTo>
                      <a:cubicBezTo>
                        <a:pt x="78" y="60"/>
                        <a:pt x="79" y="61"/>
                        <a:pt x="80" y="62"/>
                      </a:cubicBezTo>
                      <a:cubicBezTo>
                        <a:pt x="81" y="64"/>
                        <a:pt x="82" y="66"/>
                        <a:pt x="82" y="68"/>
                      </a:cubicBezTo>
                      <a:cubicBezTo>
                        <a:pt x="82" y="70"/>
                        <a:pt x="81" y="72"/>
                        <a:pt x="80" y="73"/>
                      </a:cubicBezTo>
                      <a:cubicBezTo>
                        <a:pt x="79" y="75"/>
                        <a:pt x="78" y="75"/>
                        <a:pt x="76" y="75"/>
                      </a:cubicBezTo>
                      <a:cubicBezTo>
                        <a:pt x="76" y="75"/>
                        <a:pt x="76" y="75"/>
                        <a:pt x="76" y="75"/>
                      </a:cubicBezTo>
                      <a:cubicBezTo>
                        <a:pt x="74" y="75"/>
                        <a:pt x="74" y="75"/>
                        <a:pt x="74" y="75"/>
                      </a:cubicBezTo>
                      <a:cubicBezTo>
                        <a:pt x="74" y="77"/>
                        <a:pt x="74" y="77"/>
                        <a:pt x="74" y="77"/>
                      </a:cubicBezTo>
                      <a:cubicBezTo>
                        <a:pt x="72" y="85"/>
                        <a:pt x="69" y="92"/>
                        <a:pt x="63" y="98"/>
                      </a:cubicBezTo>
                      <a:cubicBezTo>
                        <a:pt x="61" y="100"/>
                        <a:pt x="58" y="102"/>
                        <a:pt x="55" y="104"/>
                      </a:cubicBezTo>
                      <a:cubicBezTo>
                        <a:pt x="51" y="105"/>
                        <a:pt x="48" y="106"/>
                        <a:pt x="45" y="106"/>
                      </a:cubicBezTo>
                      <a:cubicBezTo>
                        <a:pt x="41" y="106"/>
                        <a:pt x="38" y="105"/>
                        <a:pt x="35" y="104"/>
                      </a:cubicBezTo>
                      <a:cubicBezTo>
                        <a:pt x="32" y="102"/>
                        <a:pt x="29" y="100"/>
                        <a:pt x="26" y="98"/>
                      </a:cubicBezTo>
                      <a:cubicBezTo>
                        <a:pt x="21" y="93"/>
                        <a:pt x="17" y="85"/>
                        <a:pt x="16" y="77"/>
                      </a:cubicBezTo>
                      <a:cubicBezTo>
                        <a:pt x="15" y="75"/>
                        <a:pt x="15" y="75"/>
                        <a:pt x="15" y="75"/>
                      </a:cubicBezTo>
                      <a:cubicBezTo>
                        <a:pt x="14" y="75"/>
                        <a:pt x="14" y="75"/>
                        <a:pt x="14" y="75"/>
                      </a:cubicBezTo>
                      <a:cubicBezTo>
                        <a:pt x="11" y="75"/>
                        <a:pt x="8" y="72"/>
                        <a:pt x="8" y="68"/>
                      </a:cubicBezTo>
                      <a:cubicBezTo>
                        <a:pt x="8" y="66"/>
                        <a:pt x="9" y="64"/>
                        <a:pt x="10" y="62"/>
                      </a:cubicBezTo>
                      <a:cubicBezTo>
                        <a:pt x="11" y="61"/>
                        <a:pt x="13" y="60"/>
                        <a:pt x="14" y="6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" name="Freeform 125"/>
                <p:cNvSpPr/>
                <p:nvPr/>
              </p:nvSpPr>
              <p:spPr bwMode="auto">
                <a:xfrm>
                  <a:off x="5067933" y="4717542"/>
                  <a:ext cx="361392" cy="248084"/>
                </a:xfrm>
                <a:custGeom>
                  <a:avLst/>
                  <a:gdLst>
                    <a:gd name="T0" fmla="*/ 126 w 128"/>
                    <a:gd name="T1" fmla="*/ 61 h 88"/>
                    <a:gd name="T2" fmla="*/ 113 w 128"/>
                    <a:gd name="T3" fmla="*/ 64 h 88"/>
                    <a:gd name="T4" fmla="*/ 99 w 128"/>
                    <a:gd name="T5" fmla="*/ 70 h 88"/>
                    <a:gd name="T6" fmla="*/ 83 w 128"/>
                    <a:gd name="T7" fmla="*/ 33 h 88"/>
                    <a:gd name="T8" fmla="*/ 94 w 128"/>
                    <a:gd name="T9" fmla="*/ 28 h 88"/>
                    <a:gd name="T10" fmla="*/ 119 w 128"/>
                    <a:gd name="T11" fmla="*/ 12 h 88"/>
                    <a:gd name="T12" fmla="*/ 99 w 128"/>
                    <a:gd name="T13" fmla="*/ 0 h 88"/>
                    <a:gd name="T14" fmla="*/ 72 w 128"/>
                    <a:gd name="T15" fmla="*/ 43 h 88"/>
                    <a:gd name="T16" fmla="*/ 68 w 128"/>
                    <a:gd name="T17" fmla="*/ 23 h 88"/>
                    <a:gd name="T18" fmla="*/ 72 w 128"/>
                    <a:gd name="T19" fmla="*/ 17 h 88"/>
                    <a:gd name="T20" fmla="*/ 64 w 128"/>
                    <a:gd name="T21" fmla="*/ 10 h 88"/>
                    <a:gd name="T22" fmla="*/ 56 w 128"/>
                    <a:gd name="T23" fmla="*/ 17 h 88"/>
                    <a:gd name="T24" fmla="*/ 60 w 128"/>
                    <a:gd name="T25" fmla="*/ 23 h 88"/>
                    <a:gd name="T26" fmla="*/ 57 w 128"/>
                    <a:gd name="T27" fmla="*/ 43 h 88"/>
                    <a:gd name="T28" fmla="*/ 29 w 128"/>
                    <a:gd name="T29" fmla="*/ 0 h 88"/>
                    <a:gd name="T30" fmla="*/ 0 w 128"/>
                    <a:gd name="T31" fmla="*/ 28 h 88"/>
                    <a:gd name="T32" fmla="*/ 0 w 128"/>
                    <a:gd name="T33" fmla="*/ 82 h 88"/>
                    <a:gd name="T34" fmla="*/ 64 w 128"/>
                    <a:gd name="T35" fmla="*/ 88 h 88"/>
                    <a:gd name="T36" fmla="*/ 128 w 128"/>
                    <a:gd name="T37" fmla="*/ 82 h 88"/>
                    <a:gd name="T38" fmla="*/ 128 w 128"/>
                    <a:gd name="T39" fmla="*/ 65 h 88"/>
                    <a:gd name="T40" fmla="*/ 126 w 128"/>
                    <a:gd name="T41" fmla="*/ 61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28" h="88">
                      <a:moveTo>
                        <a:pt x="126" y="61"/>
                      </a:moveTo>
                      <a:cubicBezTo>
                        <a:pt x="113" y="64"/>
                        <a:pt x="113" y="64"/>
                        <a:pt x="113" y="64"/>
                      </a:cubicBezTo>
                      <a:cubicBezTo>
                        <a:pt x="99" y="70"/>
                        <a:pt x="99" y="70"/>
                        <a:pt x="99" y="70"/>
                      </a:cubicBezTo>
                      <a:cubicBezTo>
                        <a:pt x="83" y="33"/>
                        <a:pt x="83" y="33"/>
                        <a:pt x="83" y="33"/>
                      </a:cubicBezTo>
                      <a:cubicBezTo>
                        <a:pt x="94" y="28"/>
                        <a:pt x="94" y="28"/>
                        <a:pt x="94" y="28"/>
                      </a:cubicBezTo>
                      <a:cubicBezTo>
                        <a:pt x="119" y="12"/>
                        <a:pt x="119" y="12"/>
                        <a:pt x="119" y="12"/>
                      </a:cubicBezTo>
                      <a:cubicBezTo>
                        <a:pt x="114" y="7"/>
                        <a:pt x="107" y="3"/>
                        <a:pt x="99" y="0"/>
                      </a:cubicBezTo>
                      <a:cubicBezTo>
                        <a:pt x="72" y="43"/>
                        <a:pt x="72" y="43"/>
                        <a:pt x="72" y="43"/>
                      </a:cubicBezTo>
                      <a:cubicBezTo>
                        <a:pt x="68" y="23"/>
                        <a:pt x="68" y="23"/>
                        <a:pt x="68" y="23"/>
                      </a:cubicBezTo>
                      <a:cubicBezTo>
                        <a:pt x="70" y="22"/>
                        <a:pt x="72" y="20"/>
                        <a:pt x="72" y="17"/>
                      </a:cubicBezTo>
                      <a:cubicBezTo>
                        <a:pt x="72" y="13"/>
                        <a:pt x="68" y="10"/>
                        <a:pt x="64" y="10"/>
                      </a:cubicBezTo>
                      <a:cubicBezTo>
                        <a:pt x="60" y="10"/>
                        <a:pt x="56" y="13"/>
                        <a:pt x="56" y="17"/>
                      </a:cubicBezTo>
                      <a:cubicBezTo>
                        <a:pt x="56" y="20"/>
                        <a:pt x="58" y="22"/>
                        <a:pt x="60" y="23"/>
                      </a:cubicBezTo>
                      <a:cubicBezTo>
                        <a:pt x="57" y="43"/>
                        <a:pt x="57" y="43"/>
                        <a:pt x="57" y="43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14" y="6"/>
                        <a:pt x="3" y="16"/>
                        <a:pt x="0" y="28"/>
                      </a:cubicBezTo>
                      <a:cubicBezTo>
                        <a:pt x="0" y="82"/>
                        <a:pt x="0" y="82"/>
                        <a:pt x="0" y="82"/>
                      </a:cubicBezTo>
                      <a:cubicBezTo>
                        <a:pt x="0" y="82"/>
                        <a:pt x="33" y="88"/>
                        <a:pt x="64" y="88"/>
                      </a:cubicBezTo>
                      <a:cubicBezTo>
                        <a:pt x="95" y="88"/>
                        <a:pt x="128" y="82"/>
                        <a:pt x="128" y="82"/>
                      </a:cubicBezTo>
                      <a:cubicBezTo>
                        <a:pt x="128" y="65"/>
                        <a:pt x="128" y="65"/>
                        <a:pt x="128" y="65"/>
                      </a:cubicBezTo>
                      <a:cubicBezTo>
                        <a:pt x="127" y="64"/>
                        <a:pt x="126" y="62"/>
                        <a:pt x="126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" name="Freeform 126"/>
                <p:cNvSpPr>
                  <a:spLocks noEditPoints="1"/>
                </p:cNvSpPr>
                <p:nvPr/>
              </p:nvSpPr>
              <p:spPr bwMode="auto">
                <a:xfrm>
                  <a:off x="5321981" y="4644786"/>
                  <a:ext cx="332767" cy="273131"/>
                </a:xfrm>
                <a:custGeom>
                  <a:avLst/>
                  <a:gdLst>
                    <a:gd name="T0" fmla="*/ 117 w 118"/>
                    <a:gd name="T1" fmla="*/ 60 h 97"/>
                    <a:gd name="T2" fmla="*/ 93 w 118"/>
                    <a:gd name="T3" fmla="*/ 4 h 97"/>
                    <a:gd name="T4" fmla="*/ 87 w 118"/>
                    <a:gd name="T5" fmla="*/ 1 h 97"/>
                    <a:gd name="T6" fmla="*/ 84 w 118"/>
                    <a:gd name="T7" fmla="*/ 7 h 97"/>
                    <a:gd name="T8" fmla="*/ 6 w 118"/>
                    <a:gd name="T9" fmla="*/ 59 h 97"/>
                    <a:gd name="T10" fmla="*/ 0 w 118"/>
                    <a:gd name="T11" fmla="*/ 61 h 97"/>
                    <a:gd name="T12" fmla="*/ 11 w 118"/>
                    <a:gd name="T13" fmla="*/ 89 h 97"/>
                    <a:gd name="T14" fmla="*/ 17 w 118"/>
                    <a:gd name="T15" fmla="*/ 86 h 97"/>
                    <a:gd name="T16" fmla="*/ 13 w 118"/>
                    <a:gd name="T17" fmla="*/ 76 h 97"/>
                    <a:gd name="T18" fmla="*/ 15 w 118"/>
                    <a:gd name="T19" fmla="*/ 75 h 97"/>
                    <a:gd name="T20" fmla="*/ 19 w 118"/>
                    <a:gd name="T21" fmla="*/ 85 h 97"/>
                    <a:gd name="T22" fmla="*/ 39 w 118"/>
                    <a:gd name="T23" fmla="*/ 81 h 97"/>
                    <a:gd name="T24" fmla="*/ 40 w 118"/>
                    <a:gd name="T25" fmla="*/ 84 h 97"/>
                    <a:gd name="T26" fmla="*/ 62 w 118"/>
                    <a:gd name="T27" fmla="*/ 94 h 97"/>
                    <a:gd name="T28" fmla="*/ 71 w 118"/>
                    <a:gd name="T29" fmla="*/ 74 h 97"/>
                    <a:gd name="T30" fmla="*/ 108 w 118"/>
                    <a:gd name="T31" fmla="*/ 65 h 97"/>
                    <a:gd name="T32" fmla="*/ 89 w 118"/>
                    <a:gd name="T33" fmla="*/ 23 h 97"/>
                    <a:gd name="T34" fmla="*/ 91 w 118"/>
                    <a:gd name="T35" fmla="*/ 22 h 97"/>
                    <a:gd name="T36" fmla="*/ 110 w 118"/>
                    <a:gd name="T37" fmla="*/ 66 h 97"/>
                    <a:gd name="T38" fmla="*/ 114 w 118"/>
                    <a:gd name="T39" fmla="*/ 66 h 97"/>
                    <a:gd name="T40" fmla="*/ 117 w 118"/>
                    <a:gd name="T41" fmla="*/ 60 h 97"/>
                    <a:gd name="T42" fmla="*/ 59 w 118"/>
                    <a:gd name="T43" fmla="*/ 87 h 97"/>
                    <a:gd name="T44" fmla="*/ 46 w 118"/>
                    <a:gd name="T45" fmla="*/ 82 h 97"/>
                    <a:gd name="T46" fmla="*/ 46 w 118"/>
                    <a:gd name="T47" fmla="*/ 79 h 97"/>
                    <a:gd name="T48" fmla="*/ 64 w 118"/>
                    <a:gd name="T49" fmla="*/ 75 h 97"/>
                    <a:gd name="T50" fmla="*/ 59 w 118"/>
                    <a:gd name="T51" fmla="*/ 87 h 97"/>
                    <a:gd name="T52" fmla="*/ 79 w 118"/>
                    <a:gd name="T53" fmla="*/ 23 h 97"/>
                    <a:gd name="T54" fmla="*/ 18 w 118"/>
                    <a:gd name="T55" fmla="*/ 64 h 97"/>
                    <a:gd name="T56" fmla="*/ 13 w 118"/>
                    <a:gd name="T57" fmla="*/ 63 h 97"/>
                    <a:gd name="T58" fmla="*/ 14 w 118"/>
                    <a:gd name="T59" fmla="*/ 58 h 97"/>
                    <a:gd name="T60" fmla="*/ 75 w 118"/>
                    <a:gd name="T61" fmla="*/ 17 h 97"/>
                    <a:gd name="T62" fmla="*/ 80 w 118"/>
                    <a:gd name="T63" fmla="*/ 18 h 97"/>
                    <a:gd name="T64" fmla="*/ 79 w 118"/>
                    <a:gd name="T65" fmla="*/ 23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8" h="97">
                      <a:moveTo>
                        <a:pt x="117" y="60"/>
                      </a:moveTo>
                      <a:cubicBezTo>
                        <a:pt x="93" y="4"/>
                        <a:pt x="93" y="4"/>
                        <a:pt x="93" y="4"/>
                      </a:cubicBezTo>
                      <a:cubicBezTo>
                        <a:pt x="92" y="1"/>
                        <a:pt x="89" y="0"/>
                        <a:pt x="87" y="1"/>
                      </a:cubicBezTo>
                      <a:cubicBezTo>
                        <a:pt x="85" y="2"/>
                        <a:pt x="83" y="5"/>
                        <a:pt x="84" y="7"/>
                      </a:cubicBezTo>
                      <a:cubicBezTo>
                        <a:pt x="6" y="59"/>
                        <a:pt x="6" y="59"/>
                        <a:pt x="6" y="59"/>
                      </a:cubicBezTo>
                      <a:cubicBezTo>
                        <a:pt x="0" y="61"/>
                        <a:pt x="0" y="61"/>
                        <a:pt x="0" y="61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ubicBezTo>
                        <a:pt x="17" y="86"/>
                        <a:pt x="17" y="86"/>
                        <a:pt x="17" y="86"/>
                      </a:cubicBezTo>
                      <a:cubicBezTo>
                        <a:pt x="13" y="76"/>
                        <a:pt x="13" y="76"/>
                        <a:pt x="13" y="76"/>
                      </a:cubicBezTo>
                      <a:cubicBezTo>
                        <a:pt x="15" y="75"/>
                        <a:pt x="15" y="75"/>
                        <a:pt x="15" y="75"/>
                      </a:cubicBezTo>
                      <a:cubicBezTo>
                        <a:pt x="19" y="85"/>
                        <a:pt x="19" y="85"/>
                        <a:pt x="19" y="85"/>
                      </a:cubicBezTo>
                      <a:cubicBezTo>
                        <a:pt x="39" y="81"/>
                        <a:pt x="39" y="81"/>
                        <a:pt x="39" y="81"/>
                      </a:cubicBezTo>
                      <a:cubicBezTo>
                        <a:pt x="39" y="82"/>
                        <a:pt x="40" y="83"/>
                        <a:pt x="40" y="84"/>
                      </a:cubicBezTo>
                      <a:cubicBezTo>
                        <a:pt x="44" y="93"/>
                        <a:pt x="54" y="97"/>
                        <a:pt x="62" y="94"/>
                      </a:cubicBezTo>
                      <a:cubicBezTo>
                        <a:pt x="69" y="90"/>
                        <a:pt x="73" y="82"/>
                        <a:pt x="71" y="74"/>
                      </a:cubicBezTo>
                      <a:cubicBezTo>
                        <a:pt x="108" y="65"/>
                        <a:pt x="108" y="65"/>
                        <a:pt x="108" y="65"/>
                      </a:cubicBezTo>
                      <a:cubicBezTo>
                        <a:pt x="89" y="23"/>
                        <a:pt x="89" y="23"/>
                        <a:pt x="89" y="23"/>
                      </a:cubicBezTo>
                      <a:cubicBezTo>
                        <a:pt x="91" y="22"/>
                        <a:pt x="91" y="22"/>
                        <a:pt x="91" y="22"/>
                      </a:cubicBezTo>
                      <a:cubicBezTo>
                        <a:pt x="110" y="66"/>
                        <a:pt x="110" y="66"/>
                        <a:pt x="110" y="66"/>
                      </a:cubicBezTo>
                      <a:cubicBezTo>
                        <a:pt x="111" y="67"/>
                        <a:pt x="113" y="67"/>
                        <a:pt x="114" y="66"/>
                      </a:cubicBezTo>
                      <a:cubicBezTo>
                        <a:pt x="117" y="65"/>
                        <a:pt x="118" y="63"/>
                        <a:pt x="117" y="60"/>
                      </a:cubicBezTo>
                      <a:close/>
                      <a:moveTo>
                        <a:pt x="59" y="87"/>
                      </a:moveTo>
                      <a:cubicBezTo>
                        <a:pt x="54" y="89"/>
                        <a:pt x="48" y="87"/>
                        <a:pt x="46" y="82"/>
                      </a:cubicBezTo>
                      <a:cubicBezTo>
                        <a:pt x="46" y="81"/>
                        <a:pt x="46" y="80"/>
                        <a:pt x="46" y="79"/>
                      </a:cubicBezTo>
                      <a:cubicBezTo>
                        <a:pt x="64" y="75"/>
                        <a:pt x="64" y="75"/>
                        <a:pt x="64" y="75"/>
                      </a:cubicBezTo>
                      <a:cubicBezTo>
                        <a:pt x="65" y="80"/>
                        <a:pt x="63" y="85"/>
                        <a:pt x="59" y="87"/>
                      </a:cubicBezTo>
                      <a:close/>
                      <a:moveTo>
                        <a:pt x="79" y="23"/>
                      </a:moveTo>
                      <a:cubicBezTo>
                        <a:pt x="18" y="64"/>
                        <a:pt x="18" y="64"/>
                        <a:pt x="18" y="64"/>
                      </a:cubicBezTo>
                      <a:cubicBezTo>
                        <a:pt x="17" y="66"/>
                        <a:pt x="14" y="65"/>
                        <a:pt x="13" y="63"/>
                      </a:cubicBezTo>
                      <a:cubicBezTo>
                        <a:pt x="12" y="62"/>
                        <a:pt x="12" y="59"/>
                        <a:pt x="14" y="58"/>
                      </a:cubicBezTo>
                      <a:cubicBezTo>
                        <a:pt x="75" y="17"/>
                        <a:pt x="75" y="17"/>
                        <a:pt x="75" y="17"/>
                      </a:cubicBezTo>
                      <a:cubicBezTo>
                        <a:pt x="77" y="15"/>
                        <a:pt x="79" y="16"/>
                        <a:pt x="80" y="18"/>
                      </a:cubicBezTo>
                      <a:cubicBezTo>
                        <a:pt x="81" y="19"/>
                        <a:pt x="81" y="22"/>
                        <a:pt x="79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31" name="椭圆 30"/>
              <p:cNvSpPr/>
              <p:nvPr/>
            </p:nvSpPr>
            <p:spPr>
              <a:xfrm>
                <a:off x="3143250" y="1531927"/>
                <a:ext cx="770628" cy="770266"/>
              </a:xfrm>
              <a:prstGeom prst="ellipse">
                <a:avLst/>
              </a:prstGeom>
              <a:solidFill>
                <a:sysClr val="window" lastClr="FFFFFF">
                  <a:lumMod val="95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3212946" y="1601590"/>
                <a:ext cx="631233" cy="630937"/>
              </a:xfrm>
              <a:prstGeom prst="ellipse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</a:ln>
              <a:effectLst>
                <a:innerShdw dist="88900" dir="13500000">
                  <a:srgbClr val="2683C6">
                    <a:lumMod val="50000"/>
                    <a:alpha val="50000"/>
                  </a:srgb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3390739" y="1786904"/>
                <a:ext cx="291592" cy="273700"/>
                <a:chOff x="3411256" y="4486155"/>
                <a:chExt cx="567731" cy="533142"/>
              </a:xfrm>
              <a:solidFill>
                <a:sysClr val="window" lastClr="FFFFFF"/>
              </a:solidFill>
            </p:grpSpPr>
            <p:sp>
              <p:nvSpPr>
                <p:cNvPr id="34" name="Freeform 156"/>
                <p:cNvSpPr/>
                <p:nvPr/>
              </p:nvSpPr>
              <p:spPr bwMode="auto">
                <a:xfrm>
                  <a:off x="3411256" y="4486155"/>
                  <a:ext cx="363778" cy="435340"/>
                </a:xfrm>
                <a:custGeom>
                  <a:avLst/>
                  <a:gdLst>
                    <a:gd name="T0" fmla="*/ 11 w 129"/>
                    <a:gd name="T1" fmla="*/ 12 h 154"/>
                    <a:gd name="T2" fmla="*/ 118 w 129"/>
                    <a:gd name="T3" fmla="*/ 12 h 154"/>
                    <a:gd name="T4" fmla="*/ 118 w 129"/>
                    <a:gd name="T5" fmla="*/ 31 h 154"/>
                    <a:gd name="T6" fmla="*/ 129 w 129"/>
                    <a:gd name="T7" fmla="*/ 31 h 154"/>
                    <a:gd name="T8" fmla="*/ 129 w 129"/>
                    <a:gd name="T9" fmla="*/ 10 h 154"/>
                    <a:gd name="T10" fmla="*/ 120 w 129"/>
                    <a:gd name="T11" fmla="*/ 0 h 154"/>
                    <a:gd name="T12" fmla="*/ 10 w 129"/>
                    <a:gd name="T13" fmla="*/ 0 h 154"/>
                    <a:gd name="T14" fmla="*/ 0 w 129"/>
                    <a:gd name="T15" fmla="*/ 10 h 154"/>
                    <a:gd name="T16" fmla="*/ 0 w 129"/>
                    <a:gd name="T17" fmla="*/ 144 h 154"/>
                    <a:gd name="T18" fmla="*/ 10 w 129"/>
                    <a:gd name="T19" fmla="*/ 154 h 154"/>
                    <a:gd name="T20" fmla="*/ 69 w 129"/>
                    <a:gd name="T21" fmla="*/ 154 h 154"/>
                    <a:gd name="T22" fmla="*/ 69 w 129"/>
                    <a:gd name="T23" fmla="*/ 143 h 154"/>
                    <a:gd name="T24" fmla="*/ 11 w 129"/>
                    <a:gd name="T25" fmla="*/ 143 h 154"/>
                    <a:gd name="T26" fmla="*/ 11 w 129"/>
                    <a:gd name="T27" fmla="*/ 12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9" h="154">
                      <a:moveTo>
                        <a:pt x="11" y="12"/>
                      </a:moveTo>
                      <a:cubicBezTo>
                        <a:pt x="118" y="12"/>
                        <a:pt x="118" y="12"/>
                        <a:pt x="118" y="12"/>
                      </a:cubicBezTo>
                      <a:cubicBezTo>
                        <a:pt x="118" y="31"/>
                        <a:pt x="118" y="31"/>
                        <a:pt x="118" y="31"/>
                      </a:cubicBezTo>
                      <a:cubicBezTo>
                        <a:pt x="129" y="31"/>
                        <a:pt x="129" y="31"/>
                        <a:pt x="129" y="31"/>
                      </a:cubicBezTo>
                      <a:cubicBezTo>
                        <a:pt x="129" y="10"/>
                        <a:pt x="129" y="10"/>
                        <a:pt x="129" y="10"/>
                      </a:cubicBezTo>
                      <a:cubicBezTo>
                        <a:pt x="129" y="5"/>
                        <a:pt x="125" y="0"/>
                        <a:pt x="120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5" y="0"/>
                        <a:pt x="0" y="5"/>
                        <a:pt x="0" y="10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50"/>
                        <a:pt x="5" y="154"/>
                        <a:pt x="10" y="154"/>
                      </a:cubicBezTo>
                      <a:cubicBezTo>
                        <a:pt x="69" y="154"/>
                        <a:pt x="69" y="154"/>
                        <a:pt x="69" y="154"/>
                      </a:cubicBezTo>
                      <a:cubicBezTo>
                        <a:pt x="69" y="143"/>
                        <a:pt x="69" y="143"/>
                        <a:pt x="69" y="143"/>
                      </a:cubicBezTo>
                      <a:cubicBezTo>
                        <a:pt x="11" y="143"/>
                        <a:pt x="11" y="143"/>
                        <a:pt x="11" y="143"/>
                      </a:cubicBezTo>
                      <a:lnTo>
                        <a:pt x="11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Freeform 157"/>
                <p:cNvSpPr>
                  <a:spLocks noEditPoints="1"/>
                </p:cNvSpPr>
                <p:nvPr/>
              </p:nvSpPr>
              <p:spPr bwMode="auto">
                <a:xfrm>
                  <a:off x="3617595" y="4585150"/>
                  <a:ext cx="361392" cy="434147"/>
                </a:xfrm>
                <a:custGeom>
                  <a:avLst/>
                  <a:gdLst>
                    <a:gd name="T0" fmla="*/ 119 w 128"/>
                    <a:gd name="T1" fmla="*/ 0 h 154"/>
                    <a:gd name="T2" fmla="*/ 9 w 128"/>
                    <a:gd name="T3" fmla="*/ 0 h 154"/>
                    <a:gd name="T4" fmla="*/ 0 w 128"/>
                    <a:gd name="T5" fmla="*/ 10 h 154"/>
                    <a:gd name="T6" fmla="*/ 0 w 128"/>
                    <a:gd name="T7" fmla="*/ 144 h 154"/>
                    <a:gd name="T8" fmla="*/ 9 w 128"/>
                    <a:gd name="T9" fmla="*/ 154 h 154"/>
                    <a:gd name="T10" fmla="*/ 119 w 128"/>
                    <a:gd name="T11" fmla="*/ 154 h 154"/>
                    <a:gd name="T12" fmla="*/ 128 w 128"/>
                    <a:gd name="T13" fmla="*/ 144 h 154"/>
                    <a:gd name="T14" fmla="*/ 128 w 128"/>
                    <a:gd name="T15" fmla="*/ 10 h 154"/>
                    <a:gd name="T16" fmla="*/ 119 w 128"/>
                    <a:gd name="T17" fmla="*/ 0 h 154"/>
                    <a:gd name="T18" fmla="*/ 117 w 128"/>
                    <a:gd name="T19" fmla="*/ 142 h 154"/>
                    <a:gd name="T20" fmla="*/ 10 w 128"/>
                    <a:gd name="T21" fmla="*/ 142 h 154"/>
                    <a:gd name="T22" fmla="*/ 10 w 128"/>
                    <a:gd name="T23" fmla="*/ 12 h 154"/>
                    <a:gd name="T24" fmla="*/ 117 w 128"/>
                    <a:gd name="T25" fmla="*/ 12 h 154"/>
                    <a:gd name="T26" fmla="*/ 117 w 128"/>
                    <a:gd name="T27" fmla="*/ 142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8" h="154">
                      <a:moveTo>
                        <a:pt x="119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50"/>
                        <a:pt x="4" y="154"/>
                        <a:pt x="9" y="154"/>
                      </a:cubicBezTo>
                      <a:cubicBezTo>
                        <a:pt x="119" y="154"/>
                        <a:pt x="119" y="154"/>
                        <a:pt x="119" y="154"/>
                      </a:cubicBezTo>
                      <a:cubicBezTo>
                        <a:pt x="124" y="154"/>
                        <a:pt x="128" y="150"/>
                        <a:pt x="128" y="144"/>
                      </a:cubicBezTo>
                      <a:cubicBezTo>
                        <a:pt x="128" y="10"/>
                        <a:pt x="128" y="10"/>
                        <a:pt x="128" y="10"/>
                      </a:cubicBezTo>
                      <a:cubicBezTo>
                        <a:pt x="128" y="5"/>
                        <a:pt x="124" y="0"/>
                        <a:pt x="119" y="0"/>
                      </a:cubicBezTo>
                      <a:close/>
                      <a:moveTo>
                        <a:pt x="117" y="142"/>
                      </a:moveTo>
                      <a:cubicBezTo>
                        <a:pt x="10" y="142"/>
                        <a:pt x="10" y="142"/>
                        <a:pt x="10" y="142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117" y="12"/>
                        <a:pt x="117" y="12"/>
                        <a:pt x="117" y="12"/>
                      </a:cubicBezTo>
                      <a:lnTo>
                        <a:pt x="117" y="14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Rectangle 158"/>
                <p:cNvSpPr>
                  <a:spLocks noChangeArrowheads="1"/>
                </p:cNvSpPr>
                <p:nvPr/>
              </p:nvSpPr>
              <p:spPr bwMode="auto">
                <a:xfrm>
                  <a:off x="3671267" y="4692494"/>
                  <a:ext cx="256434" cy="2504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" name="Rectangle 159"/>
                <p:cNvSpPr>
                  <a:spLocks noChangeArrowheads="1"/>
                </p:cNvSpPr>
                <p:nvPr/>
              </p:nvSpPr>
              <p:spPr bwMode="auto">
                <a:xfrm>
                  <a:off x="3671267" y="4760479"/>
                  <a:ext cx="256434" cy="2504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" name="Rectangle 160"/>
                <p:cNvSpPr>
                  <a:spLocks noChangeArrowheads="1"/>
                </p:cNvSpPr>
                <p:nvPr/>
              </p:nvSpPr>
              <p:spPr bwMode="auto">
                <a:xfrm>
                  <a:off x="3671267" y="4828463"/>
                  <a:ext cx="256434" cy="214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Rectangle 161"/>
                <p:cNvSpPr>
                  <a:spLocks noChangeArrowheads="1"/>
                </p:cNvSpPr>
                <p:nvPr/>
              </p:nvSpPr>
              <p:spPr bwMode="auto">
                <a:xfrm>
                  <a:off x="3671267" y="4895255"/>
                  <a:ext cx="256434" cy="2266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0" name="Freeform 162"/>
                <p:cNvSpPr/>
                <p:nvPr/>
              </p:nvSpPr>
              <p:spPr bwMode="auto">
                <a:xfrm>
                  <a:off x="3468506" y="4597077"/>
                  <a:ext cx="132391" cy="273131"/>
                </a:xfrm>
                <a:custGeom>
                  <a:avLst/>
                  <a:gdLst>
                    <a:gd name="T0" fmla="*/ 47 w 47"/>
                    <a:gd name="T1" fmla="*/ 97 h 97"/>
                    <a:gd name="T2" fmla="*/ 47 w 47"/>
                    <a:gd name="T3" fmla="*/ 78 h 97"/>
                    <a:gd name="T4" fmla="*/ 47 w 47"/>
                    <a:gd name="T5" fmla="*/ 78 h 97"/>
                    <a:gd name="T6" fmla="*/ 17 w 47"/>
                    <a:gd name="T7" fmla="*/ 48 h 97"/>
                    <a:gd name="T8" fmla="*/ 47 w 47"/>
                    <a:gd name="T9" fmla="*/ 19 h 97"/>
                    <a:gd name="T10" fmla="*/ 47 w 47"/>
                    <a:gd name="T11" fmla="*/ 19 h 97"/>
                    <a:gd name="T12" fmla="*/ 47 w 47"/>
                    <a:gd name="T13" fmla="*/ 0 h 97"/>
                    <a:gd name="T14" fmla="*/ 38 w 47"/>
                    <a:gd name="T15" fmla="*/ 0 h 97"/>
                    <a:gd name="T16" fmla="*/ 38 w 47"/>
                    <a:gd name="T17" fmla="*/ 8 h 97"/>
                    <a:gd name="T18" fmla="*/ 24 w 47"/>
                    <a:gd name="T19" fmla="*/ 14 h 97"/>
                    <a:gd name="T20" fmla="*/ 19 w 47"/>
                    <a:gd name="T21" fmla="*/ 8 h 97"/>
                    <a:gd name="T22" fmla="*/ 6 w 47"/>
                    <a:gd name="T23" fmla="*/ 20 h 97"/>
                    <a:gd name="T24" fmla="*/ 12 w 47"/>
                    <a:gd name="T25" fmla="*/ 26 h 97"/>
                    <a:gd name="T26" fmla="*/ 6 w 47"/>
                    <a:gd name="T27" fmla="*/ 40 h 97"/>
                    <a:gd name="T28" fmla="*/ 0 w 47"/>
                    <a:gd name="T29" fmla="*/ 40 h 97"/>
                    <a:gd name="T30" fmla="*/ 0 w 47"/>
                    <a:gd name="T31" fmla="*/ 57 h 97"/>
                    <a:gd name="T32" fmla="*/ 6 w 47"/>
                    <a:gd name="T33" fmla="*/ 57 h 97"/>
                    <a:gd name="T34" fmla="*/ 12 w 47"/>
                    <a:gd name="T35" fmla="*/ 71 h 97"/>
                    <a:gd name="T36" fmla="*/ 6 w 47"/>
                    <a:gd name="T37" fmla="*/ 77 h 97"/>
                    <a:gd name="T38" fmla="*/ 18 w 47"/>
                    <a:gd name="T39" fmla="*/ 89 h 97"/>
                    <a:gd name="T40" fmla="*/ 24 w 47"/>
                    <a:gd name="T41" fmla="*/ 83 h 97"/>
                    <a:gd name="T42" fmla="*/ 38 w 47"/>
                    <a:gd name="T43" fmla="*/ 89 h 97"/>
                    <a:gd name="T44" fmla="*/ 38 w 47"/>
                    <a:gd name="T45" fmla="*/ 97 h 97"/>
                    <a:gd name="T46" fmla="*/ 47 w 47"/>
                    <a:gd name="T47" fmla="*/ 97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47" h="97">
                      <a:moveTo>
                        <a:pt x="47" y="97"/>
                      </a:moveTo>
                      <a:cubicBezTo>
                        <a:pt x="47" y="78"/>
                        <a:pt x="47" y="78"/>
                        <a:pt x="47" y="78"/>
                      </a:cubicBezTo>
                      <a:cubicBezTo>
                        <a:pt x="47" y="78"/>
                        <a:pt x="47" y="78"/>
                        <a:pt x="47" y="78"/>
                      </a:cubicBezTo>
                      <a:cubicBezTo>
                        <a:pt x="30" y="78"/>
                        <a:pt x="17" y="64"/>
                        <a:pt x="17" y="48"/>
                      </a:cubicBezTo>
                      <a:cubicBezTo>
                        <a:pt x="17" y="32"/>
                        <a:pt x="30" y="19"/>
                        <a:pt x="47" y="19"/>
                      </a:cubicBezTo>
                      <a:cubicBezTo>
                        <a:pt x="47" y="19"/>
                        <a:pt x="47" y="19"/>
                        <a:pt x="47" y="19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38" y="8"/>
                        <a:pt x="38" y="8"/>
                        <a:pt x="38" y="8"/>
                      </a:cubicBezTo>
                      <a:cubicBezTo>
                        <a:pt x="33" y="9"/>
                        <a:pt x="28" y="11"/>
                        <a:pt x="24" y="14"/>
                      </a:cubicBezTo>
                      <a:cubicBezTo>
                        <a:pt x="19" y="8"/>
                        <a:pt x="19" y="8"/>
                        <a:pt x="19" y="8"/>
                      </a:cubicBezTo>
                      <a:cubicBezTo>
                        <a:pt x="6" y="20"/>
                        <a:pt x="6" y="20"/>
                        <a:pt x="6" y="20"/>
                      </a:cubicBezTo>
                      <a:cubicBezTo>
                        <a:pt x="12" y="26"/>
                        <a:pt x="12" y="26"/>
                        <a:pt x="12" y="26"/>
                      </a:cubicBezTo>
                      <a:cubicBezTo>
                        <a:pt x="9" y="30"/>
                        <a:pt x="7" y="35"/>
                        <a:pt x="6" y="40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57"/>
                        <a:pt x="0" y="57"/>
                        <a:pt x="0" y="57"/>
                      </a:cubicBezTo>
                      <a:cubicBezTo>
                        <a:pt x="6" y="57"/>
                        <a:pt x="6" y="57"/>
                        <a:pt x="6" y="57"/>
                      </a:cubicBezTo>
                      <a:cubicBezTo>
                        <a:pt x="7" y="62"/>
                        <a:pt x="9" y="67"/>
                        <a:pt x="12" y="71"/>
                      </a:cubicBezTo>
                      <a:cubicBezTo>
                        <a:pt x="6" y="77"/>
                        <a:pt x="6" y="77"/>
                        <a:pt x="6" y="77"/>
                      </a:cubicBezTo>
                      <a:cubicBezTo>
                        <a:pt x="18" y="89"/>
                        <a:pt x="18" y="89"/>
                        <a:pt x="18" y="89"/>
                      </a:cubicBezTo>
                      <a:cubicBezTo>
                        <a:pt x="24" y="83"/>
                        <a:pt x="24" y="83"/>
                        <a:pt x="24" y="83"/>
                      </a:cubicBezTo>
                      <a:cubicBezTo>
                        <a:pt x="28" y="86"/>
                        <a:pt x="33" y="88"/>
                        <a:pt x="38" y="89"/>
                      </a:cubicBezTo>
                      <a:cubicBezTo>
                        <a:pt x="38" y="97"/>
                        <a:pt x="38" y="97"/>
                        <a:pt x="38" y="97"/>
                      </a:cubicBezTo>
                      <a:lnTo>
                        <a:pt x="47" y="9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" name="Freeform 163"/>
                <p:cNvSpPr/>
                <p:nvPr/>
              </p:nvSpPr>
              <p:spPr bwMode="auto">
                <a:xfrm>
                  <a:off x="3538876" y="4669833"/>
                  <a:ext cx="62021" cy="127621"/>
                </a:xfrm>
                <a:custGeom>
                  <a:avLst/>
                  <a:gdLst>
                    <a:gd name="T0" fmla="*/ 22 w 22"/>
                    <a:gd name="T1" fmla="*/ 7 h 45"/>
                    <a:gd name="T2" fmla="*/ 22 w 22"/>
                    <a:gd name="T3" fmla="*/ 0 h 45"/>
                    <a:gd name="T4" fmla="*/ 22 w 22"/>
                    <a:gd name="T5" fmla="*/ 0 h 45"/>
                    <a:gd name="T6" fmla="*/ 0 w 22"/>
                    <a:gd name="T7" fmla="*/ 22 h 45"/>
                    <a:gd name="T8" fmla="*/ 22 w 22"/>
                    <a:gd name="T9" fmla="*/ 45 h 45"/>
                    <a:gd name="T10" fmla="*/ 22 w 22"/>
                    <a:gd name="T11" fmla="*/ 45 h 45"/>
                    <a:gd name="T12" fmla="*/ 22 w 22"/>
                    <a:gd name="T13" fmla="*/ 38 h 45"/>
                    <a:gd name="T14" fmla="*/ 22 w 22"/>
                    <a:gd name="T15" fmla="*/ 38 h 45"/>
                    <a:gd name="T16" fmla="*/ 7 w 22"/>
                    <a:gd name="T17" fmla="*/ 22 h 45"/>
                    <a:gd name="T18" fmla="*/ 22 w 22"/>
                    <a:gd name="T19" fmla="*/ 7 h 45"/>
                    <a:gd name="T20" fmla="*/ 22 w 22"/>
                    <a:gd name="T21" fmla="*/ 7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" h="45">
                      <a:moveTo>
                        <a:pt x="22" y="7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9" y="0"/>
                        <a:pt x="0" y="10"/>
                        <a:pt x="0" y="22"/>
                      </a:cubicBezTo>
                      <a:cubicBezTo>
                        <a:pt x="0" y="35"/>
                        <a:pt x="9" y="45"/>
                        <a:pt x="22" y="45"/>
                      </a:cubicBezTo>
                      <a:cubicBezTo>
                        <a:pt x="22" y="45"/>
                        <a:pt x="22" y="45"/>
                        <a:pt x="22" y="45"/>
                      </a:cubicBezTo>
                      <a:cubicBezTo>
                        <a:pt x="22" y="38"/>
                        <a:pt x="22" y="38"/>
                        <a:pt x="22" y="38"/>
                      </a:cubicBezTo>
                      <a:cubicBezTo>
                        <a:pt x="22" y="38"/>
                        <a:pt x="22" y="38"/>
                        <a:pt x="22" y="38"/>
                      </a:cubicBezTo>
                      <a:cubicBezTo>
                        <a:pt x="13" y="38"/>
                        <a:pt x="7" y="31"/>
                        <a:pt x="7" y="22"/>
                      </a:cubicBezTo>
                      <a:cubicBezTo>
                        <a:pt x="7" y="14"/>
                        <a:pt x="13" y="7"/>
                        <a:pt x="22" y="7"/>
                      </a:cubicBezTo>
                      <a:cubicBezTo>
                        <a:pt x="22" y="7"/>
                        <a:pt x="22" y="7"/>
                        <a:pt x="22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2" name="Freeform 164"/>
                <p:cNvSpPr/>
                <p:nvPr/>
              </p:nvSpPr>
              <p:spPr bwMode="auto">
                <a:xfrm>
                  <a:off x="3578236" y="4709192"/>
                  <a:ext cx="22662" cy="45323"/>
                </a:xfrm>
                <a:custGeom>
                  <a:avLst/>
                  <a:gdLst>
                    <a:gd name="T0" fmla="*/ 8 w 8"/>
                    <a:gd name="T1" fmla="*/ 16 h 16"/>
                    <a:gd name="T2" fmla="*/ 8 w 8"/>
                    <a:gd name="T3" fmla="*/ 0 h 16"/>
                    <a:gd name="T4" fmla="*/ 0 w 8"/>
                    <a:gd name="T5" fmla="*/ 8 h 16"/>
                    <a:gd name="T6" fmla="*/ 8 w 8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6">
                      <a:moveTo>
                        <a:pt x="8" y="16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3" y="0"/>
                        <a:pt x="0" y="4"/>
                        <a:pt x="0" y="8"/>
                      </a:cubicBezTo>
                      <a:cubicBezTo>
                        <a:pt x="0" y="13"/>
                        <a:pt x="3" y="16"/>
                        <a:pt x="8" y="1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  <p:sp>
        <p:nvSpPr>
          <p:cNvPr id="95" name="文本框 1"/>
          <p:cNvSpPr txBox="1"/>
          <p:nvPr/>
        </p:nvSpPr>
        <p:spPr>
          <a:xfrm>
            <a:off x="4696685" y="1087478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6" name="išļîďè"/>
          <p:cNvSpPr txBox="1"/>
          <p:nvPr/>
        </p:nvSpPr>
        <p:spPr bwMode="auto">
          <a:xfrm>
            <a:off x="4680802" y="742654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97" name="文本框 1"/>
          <p:cNvSpPr txBox="1"/>
          <p:nvPr/>
        </p:nvSpPr>
        <p:spPr>
          <a:xfrm>
            <a:off x="1040707" y="2221799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8" name="išļîďè"/>
          <p:cNvSpPr txBox="1"/>
          <p:nvPr/>
        </p:nvSpPr>
        <p:spPr bwMode="auto">
          <a:xfrm>
            <a:off x="1024824" y="1876975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99" name="文本框 1"/>
          <p:cNvSpPr txBox="1"/>
          <p:nvPr/>
        </p:nvSpPr>
        <p:spPr>
          <a:xfrm>
            <a:off x="1040707" y="3651232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" name="išļîďè"/>
          <p:cNvSpPr txBox="1"/>
          <p:nvPr/>
        </p:nvSpPr>
        <p:spPr bwMode="auto">
          <a:xfrm>
            <a:off x="1024824" y="3306408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101" name="文本框 1"/>
          <p:cNvSpPr txBox="1"/>
          <p:nvPr/>
        </p:nvSpPr>
        <p:spPr>
          <a:xfrm>
            <a:off x="6771666" y="4462664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" name="išļîďè"/>
          <p:cNvSpPr txBox="1"/>
          <p:nvPr/>
        </p:nvSpPr>
        <p:spPr bwMode="auto">
          <a:xfrm>
            <a:off x="6755783" y="4117840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103" name="文本框 1"/>
          <p:cNvSpPr txBox="1"/>
          <p:nvPr/>
        </p:nvSpPr>
        <p:spPr>
          <a:xfrm>
            <a:off x="8111649" y="2991851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" name="išļîďè"/>
          <p:cNvSpPr txBox="1"/>
          <p:nvPr/>
        </p:nvSpPr>
        <p:spPr bwMode="auto">
          <a:xfrm>
            <a:off x="8095766" y="2647027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grpSp>
        <p:nvGrpSpPr>
          <p:cNvPr id="105" name="组合 104"/>
          <p:cNvGrpSpPr/>
          <p:nvPr/>
        </p:nvGrpSpPr>
        <p:grpSpPr>
          <a:xfrm>
            <a:off x="1017713" y="5198428"/>
            <a:ext cx="596906" cy="538179"/>
            <a:chOff x="5424755" y="1340768"/>
            <a:chExt cx="670560" cy="604586"/>
          </a:xfrm>
        </p:grpSpPr>
        <p:grpSp>
          <p:nvGrpSpPr>
            <p:cNvPr id="106" name="组合 10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0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10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10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110" name="文本框 9"/>
          <p:cNvSpPr txBox="1"/>
          <p:nvPr/>
        </p:nvSpPr>
        <p:spPr>
          <a:xfrm>
            <a:off x="1738485" y="5214491"/>
            <a:ext cx="2122390" cy="409944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111" name="直接连接符 110"/>
          <p:cNvCxnSpPr/>
          <p:nvPr/>
        </p:nvCxnSpPr>
        <p:spPr>
          <a:xfrm>
            <a:off x="1820116" y="5622644"/>
            <a:ext cx="9258760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组合 111"/>
          <p:cNvGrpSpPr/>
          <p:nvPr/>
        </p:nvGrpSpPr>
        <p:grpSpPr>
          <a:xfrm>
            <a:off x="11240840" y="5474791"/>
            <a:ext cx="293292" cy="264436"/>
            <a:chOff x="3720691" y="2824413"/>
            <a:chExt cx="1341120" cy="1209172"/>
          </a:xfrm>
        </p:grpSpPr>
        <p:sp>
          <p:nvSpPr>
            <p:cNvPr id="113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14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115" name="TextBox 75"/>
          <p:cNvSpPr txBox="1"/>
          <p:nvPr/>
        </p:nvSpPr>
        <p:spPr>
          <a:xfrm>
            <a:off x="1710618" y="5789919"/>
            <a:ext cx="9687136" cy="766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</p:spTree>
    <p:extLst>
      <p:ext uri="{BB962C8B-B14F-4D97-AF65-F5344CB8AC3E}">
        <p14:creationId xmlns:p14="http://schemas.microsoft.com/office/powerpoint/2010/main" val="3894392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518" y="1992284"/>
            <a:ext cx="12192518" cy="2375427"/>
            <a:chOff x="-135" y="2292"/>
            <a:chExt cx="14536" cy="2832"/>
          </a:xfrm>
        </p:grpSpPr>
        <p:sp>
          <p:nvSpPr>
            <p:cNvPr id="3" name="梯形 2"/>
            <p:cNvSpPr/>
            <p:nvPr/>
          </p:nvSpPr>
          <p:spPr>
            <a:xfrm rot="16200000">
              <a:off x="8795" y="-543"/>
              <a:ext cx="2707" cy="8504"/>
            </a:xfrm>
            <a:prstGeom prst="trapezoid">
              <a:avLst>
                <a:gd name="adj" fmla="val 16935"/>
              </a:avLst>
            </a:prstGeom>
            <a:solidFill>
              <a:srgbClr val="1C50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梯形 3"/>
            <p:cNvSpPr/>
            <p:nvPr/>
          </p:nvSpPr>
          <p:spPr>
            <a:xfrm rot="5400000">
              <a:off x="1474" y="683"/>
              <a:ext cx="2832" cy="6049"/>
            </a:xfrm>
            <a:prstGeom prst="trapezoid">
              <a:avLst>
                <a:gd name="adj" fmla="val 17865"/>
              </a:avLst>
            </a:prstGeom>
            <a:solidFill>
              <a:schemeClr val="bg1">
                <a:lumMod val="8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2"/>
            <p:cNvSpPr txBox="1"/>
            <p:nvPr/>
          </p:nvSpPr>
          <p:spPr>
            <a:xfrm>
              <a:off x="4404" y="3019"/>
              <a:ext cx="1040" cy="1073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Part</a:t>
              </a: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5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1C50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534" y="3289"/>
              <a:ext cx="2917" cy="743"/>
            </a:xfrm>
            <a:prstGeom prst="rect">
              <a:avLst/>
            </a:prstGeom>
          </p:spPr>
          <p:txBody>
            <a:bodyPr wrap="none" lIns="68580" tIns="34290" rIns="68580" bIns="34290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342900">
                <a:defRPr/>
              </a:pPr>
              <a:r>
                <a:rPr lang="zh-CN" altLang="en-US" sz="3600" b="1" dirty="0">
                  <a:solidFill>
                    <a:prstClr val="white"/>
                  </a:solidFill>
                  <a:latin typeface="Arial" panose="020B0604020202020204"/>
                </a:rPr>
                <a:t>建议与总结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50" y="2677"/>
              <a:ext cx="2064" cy="2064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/>
          </p:nvGrpSpPr>
          <p:grpSpPr>
            <a:xfrm>
              <a:off x="10782" y="3025"/>
              <a:ext cx="1657" cy="1460"/>
              <a:chOff x="9140243" y="2604870"/>
              <a:chExt cx="1404881" cy="1236083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9140243" y="2604870"/>
                <a:ext cx="1222752" cy="310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5-1 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问题评估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9140243" y="2917263"/>
                <a:ext cx="1222981" cy="310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5-2 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相关对策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9140243" y="3214491"/>
                <a:ext cx="1223210" cy="310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5-3 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研究总结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9140243" y="3530296"/>
                <a:ext cx="1404881" cy="310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3429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5-4 </a:t>
                </a:r>
                <a:r>
                  <a:rPr kumimoji="1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rPr>
                  <a:t>成绩与思考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4923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2612112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相关建议与论文总结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4663315" y="2233381"/>
            <a:ext cx="2865372" cy="2865372"/>
          </a:xfrm>
          <a:prstGeom prst="ellipse">
            <a:avLst/>
          </a:prstGeom>
          <a:solidFill>
            <a:srgbClr val="1C50A2"/>
          </a:solidFill>
          <a:ln w="25400" cap="flat" cmpd="sng" algn="ctr">
            <a:noFill/>
            <a:prstDash val="solid"/>
          </a:ln>
          <a:effectLst>
            <a:softEdge rad="25400"/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187827" y="2757894"/>
            <a:ext cx="1816348" cy="1816348"/>
            <a:chOff x="8502650" y="2178050"/>
            <a:chExt cx="2120900" cy="2120900"/>
          </a:xfrm>
        </p:grpSpPr>
        <p:sp>
          <p:nvSpPr>
            <p:cNvPr id="66" name="椭圆 65"/>
            <p:cNvSpPr/>
            <p:nvPr/>
          </p:nvSpPr>
          <p:spPr>
            <a:xfrm>
              <a:off x="8502650" y="2178050"/>
              <a:ext cx="2120900" cy="2120900"/>
            </a:xfrm>
            <a:prstGeom prst="ellipse">
              <a:avLst/>
            </a:prstGeom>
            <a:gradFill>
              <a:gsLst>
                <a:gs pos="100000">
                  <a:srgbClr val="E4E4E4"/>
                </a:gs>
                <a:gs pos="0">
                  <a:sysClr val="window" lastClr="FFFFFF"/>
                </a:gs>
              </a:gsLst>
              <a:lin ang="5400000" scaled="1"/>
            </a:gradFill>
            <a:ln w="25400" cap="flat" cmpd="sng" algn="ctr">
              <a:noFill/>
              <a:prstDash val="solid"/>
            </a:ln>
            <a:effectLst>
              <a:outerShdw blurRad="127000" dist="50800" dir="5400000" algn="t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8502650" y="2178050"/>
              <a:ext cx="2120900" cy="2120900"/>
            </a:xfrm>
            <a:prstGeom prst="ellipse">
              <a:avLst/>
            </a:prstGeom>
            <a:gradFill>
              <a:gsLst>
                <a:gs pos="100000">
                  <a:srgbClr val="E4E4E4"/>
                </a:gs>
                <a:gs pos="0">
                  <a:srgbClr val="FBFBFB"/>
                </a:gs>
              </a:gsLst>
              <a:lin ang="5400000" scaled="1"/>
            </a:gradFill>
            <a:ln w="25400" cap="flat" cmpd="sng" algn="ctr">
              <a:noFill/>
              <a:prstDash val="solid"/>
            </a:ln>
            <a:effectLst>
              <a:softEdge rad="50800"/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0" name="椭圆 49"/>
          <p:cNvSpPr/>
          <p:nvPr/>
        </p:nvSpPr>
        <p:spPr>
          <a:xfrm>
            <a:off x="5473084" y="3043150"/>
            <a:ext cx="1245835" cy="1245835"/>
          </a:xfrm>
          <a:prstGeom prst="ellipse">
            <a:avLst/>
          </a:prstGeom>
          <a:gradFill>
            <a:gsLst>
              <a:gs pos="0">
                <a:srgbClr val="ECECEC"/>
              </a:gs>
              <a:gs pos="100000">
                <a:sysClr val="window" lastClr="FFFFFF"/>
              </a:gs>
            </a:gsLst>
            <a:lin ang="5400000" scaled="1"/>
          </a:gradFill>
          <a:ln w="25400" cap="flat" cmpd="sng" algn="ctr">
            <a:noFill/>
            <a:prstDash val="solid"/>
          </a:ln>
          <a:effectLst>
            <a:softEdge rad="25400"/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611512" y="3181578"/>
            <a:ext cx="977900" cy="977900"/>
          </a:xfrm>
          <a:prstGeom prst="ellipse">
            <a:avLst/>
          </a:prstGeom>
          <a:solidFill>
            <a:srgbClr val="1C50A2"/>
          </a:solidFill>
          <a:ln w="25400" cap="flat" cmpd="sng" algn="ctr">
            <a:noFill/>
            <a:prstDash val="solid"/>
          </a:ln>
          <a:effectLst>
            <a:innerShdw blurRad="101600" dist="50800" dir="16200000">
              <a:srgbClr val="2683C6">
                <a:lumMod val="50000"/>
                <a:alpha val="59000"/>
              </a:srgbClr>
            </a:inn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817984" y="3427075"/>
            <a:ext cx="557455" cy="478016"/>
            <a:chOff x="3546346" y="2339026"/>
            <a:chExt cx="897787" cy="769842"/>
          </a:xfrm>
          <a:solidFill>
            <a:sysClr val="window" lastClr="FFFFFF"/>
          </a:solidFill>
        </p:grpSpPr>
        <p:sp>
          <p:nvSpPr>
            <p:cNvPr id="59" name="Rectangle 227"/>
            <p:cNvSpPr>
              <a:spLocks noChangeArrowheads="1"/>
            </p:cNvSpPr>
            <p:nvPr/>
          </p:nvSpPr>
          <p:spPr bwMode="auto">
            <a:xfrm>
              <a:off x="3561526" y="3077423"/>
              <a:ext cx="882607" cy="314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Freeform 228"/>
            <p:cNvSpPr/>
            <p:nvPr/>
          </p:nvSpPr>
          <p:spPr bwMode="auto">
            <a:xfrm>
              <a:off x="3617909" y="2844302"/>
              <a:ext cx="125777" cy="210351"/>
            </a:xfrm>
            <a:custGeom>
              <a:avLst/>
              <a:gdLst>
                <a:gd name="T0" fmla="*/ 6 w 49"/>
                <a:gd name="T1" fmla="*/ 82 h 82"/>
                <a:gd name="T2" fmla="*/ 43 w 49"/>
                <a:gd name="T3" fmla="*/ 82 h 82"/>
                <a:gd name="T4" fmla="*/ 49 w 49"/>
                <a:gd name="T5" fmla="*/ 76 h 82"/>
                <a:gd name="T6" fmla="*/ 49 w 49"/>
                <a:gd name="T7" fmla="*/ 0 h 82"/>
                <a:gd name="T8" fmla="*/ 0 w 49"/>
                <a:gd name="T9" fmla="*/ 49 h 82"/>
                <a:gd name="T10" fmla="*/ 0 w 49"/>
                <a:gd name="T11" fmla="*/ 76 h 82"/>
                <a:gd name="T12" fmla="*/ 6 w 49"/>
                <a:gd name="T1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82">
                  <a:moveTo>
                    <a:pt x="6" y="82"/>
                  </a:moveTo>
                  <a:cubicBezTo>
                    <a:pt x="43" y="82"/>
                    <a:pt x="43" y="82"/>
                    <a:pt x="43" y="82"/>
                  </a:cubicBezTo>
                  <a:cubicBezTo>
                    <a:pt x="46" y="82"/>
                    <a:pt x="49" y="79"/>
                    <a:pt x="49" y="7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9"/>
                    <a:pt x="3" y="82"/>
                    <a:pt x="6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Freeform 229"/>
            <p:cNvSpPr/>
            <p:nvPr/>
          </p:nvSpPr>
          <p:spPr bwMode="auto">
            <a:xfrm>
              <a:off x="3779467" y="2682744"/>
              <a:ext cx="122524" cy="371910"/>
            </a:xfrm>
            <a:custGeom>
              <a:avLst/>
              <a:gdLst>
                <a:gd name="T0" fmla="*/ 5 w 48"/>
                <a:gd name="T1" fmla="*/ 145 h 145"/>
                <a:gd name="T2" fmla="*/ 43 w 48"/>
                <a:gd name="T3" fmla="*/ 145 h 145"/>
                <a:gd name="T4" fmla="*/ 48 w 48"/>
                <a:gd name="T5" fmla="*/ 139 h 145"/>
                <a:gd name="T6" fmla="*/ 48 w 48"/>
                <a:gd name="T7" fmla="*/ 0 h 145"/>
                <a:gd name="T8" fmla="*/ 0 w 48"/>
                <a:gd name="T9" fmla="*/ 49 h 145"/>
                <a:gd name="T10" fmla="*/ 0 w 48"/>
                <a:gd name="T11" fmla="*/ 139 h 145"/>
                <a:gd name="T12" fmla="*/ 5 w 48"/>
                <a:gd name="T13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45">
                  <a:moveTo>
                    <a:pt x="5" y="145"/>
                  </a:moveTo>
                  <a:cubicBezTo>
                    <a:pt x="43" y="145"/>
                    <a:pt x="43" y="145"/>
                    <a:pt x="43" y="145"/>
                  </a:cubicBezTo>
                  <a:cubicBezTo>
                    <a:pt x="46" y="145"/>
                    <a:pt x="48" y="142"/>
                    <a:pt x="48" y="139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42"/>
                    <a:pt x="2" y="145"/>
                    <a:pt x="5" y="1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Freeform 230"/>
            <p:cNvSpPr/>
            <p:nvPr/>
          </p:nvSpPr>
          <p:spPr bwMode="auto">
            <a:xfrm>
              <a:off x="3938857" y="2713104"/>
              <a:ext cx="124693" cy="341550"/>
            </a:xfrm>
            <a:custGeom>
              <a:avLst/>
              <a:gdLst>
                <a:gd name="T0" fmla="*/ 22 w 49"/>
                <a:gd name="T1" fmla="*/ 22 h 133"/>
                <a:gd name="T2" fmla="*/ 0 w 49"/>
                <a:gd name="T3" fmla="*/ 0 h 133"/>
                <a:gd name="T4" fmla="*/ 0 w 49"/>
                <a:gd name="T5" fmla="*/ 127 h 133"/>
                <a:gd name="T6" fmla="*/ 6 w 49"/>
                <a:gd name="T7" fmla="*/ 133 h 133"/>
                <a:gd name="T8" fmla="*/ 43 w 49"/>
                <a:gd name="T9" fmla="*/ 133 h 133"/>
                <a:gd name="T10" fmla="*/ 49 w 49"/>
                <a:gd name="T11" fmla="*/ 127 h 133"/>
                <a:gd name="T12" fmla="*/ 49 w 49"/>
                <a:gd name="T13" fmla="*/ 26 h 133"/>
                <a:gd name="T14" fmla="*/ 38 w 49"/>
                <a:gd name="T15" fmla="*/ 29 h 133"/>
                <a:gd name="T16" fmla="*/ 22 w 49"/>
                <a:gd name="T17" fmla="*/ 2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133">
                  <a:moveTo>
                    <a:pt x="22" y="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30"/>
                    <a:pt x="3" y="133"/>
                    <a:pt x="6" y="133"/>
                  </a:cubicBezTo>
                  <a:cubicBezTo>
                    <a:pt x="43" y="133"/>
                    <a:pt x="43" y="133"/>
                    <a:pt x="43" y="133"/>
                  </a:cubicBezTo>
                  <a:cubicBezTo>
                    <a:pt x="46" y="133"/>
                    <a:pt x="49" y="130"/>
                    <a:pt x="49" y="127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6" y="28"/>
                    <a:pt x="42" y="29"/>
                    <a:pt x="38" y="29"/>
                  </a:cubicBezTo>
                  <a:cubicBezTo>
                    <a:pt x="32" y="29"/>
                    <a:pt x="27" y="26"/>
                    <a:pt x="2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Freeform 231"/>
            <p:cNvSpPr/>
            <p:nvPr/>
          </p:nvSpPr>
          <p:spPr bwMode="auto">
            <a:xfrm>
              <a:off x="4100415" y="2624193"/>
              <a:ext cx="122524" cy="430461"/>
            </a:xfrm>
            <a:custGeom>
              <a:avLst/>
              <a:gdLst>
                <a:gd name="T0" fmla="*/ 5 w 48"/>
                <a:gd name="T1" fmla="*/ 168 h 168"/>
                <a:gd name="T2" fmla="*/ 43 w 48"/>
                <a:gd name="T3" fmla="*/ 168 h 168"/>
                <a:gd name="T4" fmla="*/ 48 w 48"/>
                <a:gd name="T5" fmla="*/ 162 h 168"/>
                <a:gd name="T6" fmla="*/ 48 w 48"/>
                <a:gd name="T7" fmla="*/ 0 h 168"/>
                <a:gd name="T8" fmla="*/ 0 w 48"/>
                <a:gd name="T9" fmla="*/ 48 h 168"/>
                <a:gd name="T10" fmla="*/ 0 w 48"/>
                <a:gd name="T11" fmla="*/ 162 h 168"/>
                <a:gd name="T12" fmla="*/ 5 w 48"/>
                <a:gd name="T1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68">
                  <a:moveTo>
                    <a:pt x="5" y="168"/>
                  </a:moveTo>
                  <a:cubicBezTo>
                    <a:pt x="43" y="168"/>
                    <a:pt x="43" y="168"/>
                    <a:pt x="43" y="168"/>
                  </a:cubicBezTo>
                  <a:cubicBezTo>
                    <a:pt x="46" y="168"/>
                    <a:pt x="48" y="165"/>
                    <a:pt x="48" y="16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5"/>
                    <a:pt x="2" y="168"/>
                    <a:pt x="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Freeform 232"/>
            <p:cNvSpPr/>
            <p:nvPr/>
          </p:nvSpPr>
          <p:spPr bwMode="auto">
            <a:xfrm>
              <a:off x="4258721" y="2513596"/>
              <a:ext cx="125777" cy="541058"/>
            </a:xfrm>
            <a:custGeom>
              <a:avLst/>
              <a:gdLst>
                <a:gd name="T0" fmla="*/ 29 w 49"/>
                <a:gd name="T1" fmla="*/ 0 h 211"/>
                <a:gd name="T2" fmla="*/ 0 w 49"/>
                <a:gd name="T3" fmla="*/ 29 h 211"/>
                <a:gd name="T4" fmla="*/ 0 w 49"/>
                <a:gd name="T5" fmla="*/ 205 h 211"/>
                <a:gd name="T6" fmla="*/ 6 w 49"/>
                <a:gd name="T7" fmla="*/ 211 h 211"/>
                <a:gd name="T8" fmla="*/ 43 w 49"/>
                <a:gd name="T9" fmla="*/ 211 h 211"/>
                <a:gd name="T10" fmla="*/ 49 w 49"/>
                <a:gd name="T11" fmla="*/ 205 h 211"/>
                <a:gd name="T12" fmla="*/ 49 w 49"/>
                <a:gd name="T13" fmla="*/ 22 h 211"/>
                <a:gd name="T14" fmla="*/ 29 w 49"/>
                <a:gd name="T1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211">
                  <a:moveTo>
                    <a:pt x="29" y="0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0" y="208"/>
                    <a:pt x="3" y="211"/>
                    <a:pt x="6" y="211"/>
                  </a:cubicBezTo>
                  <a:cubicBezTo>
                    <a:pt x="43" y="211"/>
                    <a:pt x="43" y="211"/>
                    <a:pt x="43" y="211"/>
                  </a:cubicBezTo>
                  <a:cubicBezTo>
                    <a:pt x="46" y="211"/>
                    <a:pt x="49" y="208"/>
                    <a:pt x="49" y="205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8" y="21"/>
                    <a:pt x="29" y="12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Freeform 233"/>
            <p:cNvSpPr/>
            <p:nvPr/>
          </p:nvSpPr>
          <p:spPr bwMode="auto">
            <a:xfrm>
              <a:off x="3546346" y="2339026"/>
              <a:ext cx="871764" cy="610452"/>
            </a:xfrm>
            <a:custGeom>
              <a:avLst/>
              <a:gdLst>
                <a:gd name="T0" fmla="*/ 20 w 340"/>
                <a:gd name="T1" fmla="*/ 234 h 238"/>
                <a:gd name="T2" fmla="*/ 140 w 340"/>
                <a:gd name="T3" fmla="*/ 113 h 238"/>
                <a:gd name="T4" fmla="*/ 183 w 340"/>
                <a:gd name="T5" fmla="*/ 156 h 238"/>
                <a:gd name="T6" fmla="*/ 199 w 340"/>
                <a:gd name="T7" fmla="*/ 156 h 238"/>
                <a:gd name="T8" fmla="*/ 318 w 340"/>
                <a:gd name="T9" fmla="*/ 37 h 238"/>
                <a:gd name="T10" fmla="*/ 318 w 340"/>
                <a:gd name="T11" fmla="*/ 64 h 238"/>
                <a:gd name="T12" fmla="*/ 329 w 340"/>
                <a:gd name="T13" fmla="*/ 75 h 238"/>
                <a:gd name="T14" fmla="*/ 340 w 340"/>
                <a:gd name="T15" fmla="*/ 64 h 238"/>
                <a:gd name="T16" fmla="*/ 340 w 340"/>
                <a:gd name="T17" fmla="*/ 11 h 238"/>
                <a:gd name="T18" fmla="*/ 337 w 340"/>
                <a:gd name="T19" fmla="*/ 3 h 238"/>
                <a:gd name="T20" fmla="*/ 329 w 340"/>
                <a:gd name="T21" fmla="*/ 0 h 238"/>
                <a:gd name="T22" fmla="*/ 276 w 340"/>
                <a:gd name="T23" fmla="*/ 0 h 238"/>
                <a:gd name="T24" fmla="*/ 265 w 340"/>
                <a:gd name="T25" fmla="*/ 11 h 238"/>
                <a:gd name="T26" fmla="*/ 276 w 340"/>
                <a:gd name="T27" fmla="*/ 22 h 238"/>
                <a:gd name="T28" fmla="*/ 302 w 340"/>
                <a:gd name="T29" fmla="*/ 22 h 238"/>
                <a:gd name="T30" fmla="*/ 191 w 340"/>
                <a:gd name="T31" fmla="*/ 133 h 238"/>
                <a:gd name="T32" fmla="*/ 148 w 340"/>
                <a:gd name="T33" fmla="*/ 90 h 238"/>
                <a:gd name="T34" fmla="*/ 133 w 340"/>
                <a:gd name="T35" fmla="*/ 90 h 238"/>
                <a:gd name="T36" fmla="*/ 4 w 340"/>
                <a:gd name="T37" fmla="*/ 219 h 238"/>
                <a:gd name="T38" fmla="*/ 4 w 340"/>
                <a:gd name="T39" fmla="*/ 234 h 238"/>
                <a:gd name="T40" fmla="*/ 20 w 340"/>
                <a:gd name="T41" fmla="*/ 2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238">
                  <a:moveTo>
                    <a:pt x="20" y="234"/>
                  </a:moveTo>
                  <a:cubicBezTo>
                    <a:pt x="140" y="113"/>
                    <a:pt x="140" y="113"/>
                    <a:pt x="140" y="113"/>
                  </a:cubicBezTo>
                  <a:cubicBezTo>
                    <a:pt x="183" y="156"/>
                    <a:pt x="183" y="156"/>
                    <a:pt x="183" y="156"/>
                  </a:cubicBezTo>
                  <a:cubicBezTo>
                    <a:pt x="188" y="160"/>
                    <a:pt x="195" y="160"/>
                    <a:pt x="199" y="156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64"/>
                    <a:pt x="318" y="64"/>
                    <a:pt x="318" y="64"/>
                  </a:cubicBezTo>
                  <a:cubicBezTo>
                    <a:pt x="318" y="70"/>
                    <a:pt x="323" y="75"/>
                    <a:pt x="329" y="75"/>
                  </a:cubicBezTo>
                  <a:cubicBezTo>
                    <a:pt x="335" y="75"/>
                    <a:pt x="340" y="70"/>
                    <a:pt x="340" y="64"/>
                  </a:cubicBezTo>
                  <a:cubicBezTo>
                    <a:pt x="340" y="11"/>
                    <a:pt x="340" y="11"/>
                    <a:pt x="340" y="11"/>
                  </a:cubicBezTo>
                  <a:cubicBezTo>
                    <a:pt x="340" y="8"/>
                    <a:pt x="339" y="5"/>
                    <a:pt x="337" y="3"/>
                  </a:cubicBezTo>
                  <a:cubicBezTo>
                    <a:pt x="335" y="1"/>
                    <a:pt x="332" y="0"/>
                    <a:pt x="329" y="0"/>
                  </a:cubicBezTo>
                  <a:cubicBezTo>
                    <a:pt x="276" y="0"/>
                    <a:pt x="276" y="0"/>
                    <a:pt x="276" y="0"/>
                  </a:cubicBezTo>
                  <a:cubicBezTo>
                    <a:pt x="270" y="0"/>
                    <a:pt x="265" y="4"/>
                    <a:pt x="265" y="11"/>
                  </a:cubicBezTo>
                  <a:cubicBezTo>
                    <a:pt x="265" y="17"/>
                    <a:pt x="270" y="22"/>
                    <a:pt x="276" y="22"/>
                  </a:cubicBezTo>
                  <a:cubicBezTo>
                    <a:pt x="302" y="22"/>
                    <a:pt x="302" y="22"/>
                    <a:pt x="302" y="22"/>
                  </a:cubicBezTo>
                  <a:cubicBezTo>
                    <a:pt x="191" y="133"/>
                    <a:pt x="191" y="133"/>
                    <a:pt x="191" y="133"/>
                  </a:cubicBezTo>
                  <a:cubicBezTo>
                    <a:pt x="148" y="90"/>
                    <a:pt x="148" y="90"/>
                    <a:pt x="148" y="90"/>
                  </a:cubicBezTo>
                  <a:cubicBezTo>
                    <a:pt x="144" y="86"/>
                    <a:pt x="137" y="86"/>
                    <a:pt x="133" y="90"/>
                  </a:cubicBezTo>
                  <a:cubicBezTo>
                    <a:pt x="4" y="219"/>
                    <a:pt x="4" y="219"/>
                    <a:pt x="4" y="219"/>
                  </a:cubicBezTo>
                  <a:cubicBezTo>
                    <a:pt x="0" y="223"/>
                    <a:pt x="0" y="230"/>
                    <a:pt x="4" y="234"/>
                  </a:cubicBezTo>
                  <a:cubicBezTo>
                    <a:pt x="8" y="238"/>
                    <a:pt x="15" y="238"/>
                    <a:pt x="20" y="2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208096" y="3570528"/>
            <a:ext cx="3775808" cy="191078"/>
            <a:chOff x="3583200" y="3301838"/>
            <a:chExt cx="5025601" cy="254325"/>
          </a:xfrm>
          <a:solidFill>
            <a:srgbClr val="1C50A2"/>
          </a:solidFill>
        </p:grpSpPr>
        <p:sp>
          <p:nvSpPr>
            <p:cNvPr id="57" name="等腰三角形 56"/>
            <p:cNvSpPr/>
            <p:nvPr/>
          </p:nvSpPr>
          <p:spPr>
            <a:xfrm rot="5400000">
              <a:off x="8372016" y="3319378"/>
              <a:ext cx="254325" cy="219245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等腰三角形 57"/>
            <p:cNvSpPr/>
            <p:nvPr/>
          </p:nvSpPr>
          <p:spPr>
            <a:xfrm rot="16200000" flipH="1">
              <a:off x="3565660" y="3319378"/>
              <a:ext cx="254325" cy="219245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 rot="5400000">
            <a:off x="4208096" y="3570528"/>
            <a:ext cx="3775808" cy="191079"/>
            <a:chOff x="3583200" y="3301838"/>
            <a:chExt cx="5025601" cy="254325"/>
          </a:xfrm>
          <a:solidFill>
            <a:srgbClr val="1C50A2"/>
          </a:solidFill>
        </p:grpSpPr>
        <p:sp>
          <p:nvSpPr>
            <p:cNvPr id="55" name="等腰三角形 54"/>
            <p:cNvSpPr/>
            <p:nvPr/>
          </p:nvSpPr>
          <p:spPr>
            <a:xfrm rot="5400000">
              <a:off x="8372016" y="3319378"/>
              <a:ext cx="254325" cy="219245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等腰三角形 55"/>
            <p:cNvSpPr/>
            <p:nvPr/>
          </p:nvSpPr>
          <p:spPr>
            <a:xfrm rot="16200000" flipH="1">
              <a:off x="3565660" y="3319378"/>
              <a:ext cx="254325" cy="219245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8" name="文本框 1"/>
          <p:cNvSpPr txBox="1"/>
          <p:nvPr/>
        </p:nvSpPr>
        <p:spPr>
          <a:xfrm>
            <a:off x="1202785" y="3387974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išļîďè"/>
          <p:cNvSpPr txBox="1"/>
          <p:nvPr/>
        </p:nvSpPr>
        <p:spPr bwMode="auto">
          <a:xfrm>
            <a:off x="1186902" y="3043150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0" name="文本框 1"/>
          <p:cNvSpPr txBox="1"/>
          <p:nvPr/>
        </p:nvSpPr>
        <p:spPr>
          <a:xfrm>
            <a:off x="8418273" y="3597591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" name="išļîďè"/>
          <p:cNvSpPr txBox="1"/>
          <p:nvPr/>
        </p:nvSpPr>
        <p:spPr bwMode="auto">
          <a:xfrm>
            <a:off x="8402390" y="3252767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2" name="文本框 1"/>
          <p:cNvSpPr txBox="1"/>
          <p:nvPr/>
        </p:nvSpPr>
        <p:spPr>
          <a:xfrm>
            <a:off x="6707065" y="1369465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3" name="išļîďè"/>
          <p:cNvSpPr txBox="1"/>
          <p:nvPr/>
        </p:nvSpPr>
        <p:spPr bwMode="auto">
          <a:xfrm>
            <a:off x="6691182" y="1024641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  <p:sp>
        <p:nvSpPr>
          <p:cNvPr id="74" name="文本框 1"/>
          <p:cNvSpPr txBox="1"/>
          <p:nvPr/>
        </p:nvSpPr>
        <p:spPr>
          <a:xfrm>
            <a:off x="2795687" y="5309599"/>
            <a:ext cx="270513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5" name="išļîďè"/>
          <p:cNvSpPr txBox="1"/>
          <p:nvPr/>
        </p:nvSpPr>
        <p:spPr bwMode="auto">
          <a:xfrm>
            <a:off x="2779804" y="4964775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079944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2612112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相关建议与论文总结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676052" y="1567035"/>
            <a:ext cx="1275583" cy="1150083"/>
            <a:chOff x="5424755" y="1340768"/>
            <a:chExt cx="670560" cy="604586"/>
          </a:xfrm>
        </p:grpSpPr>
        <p:grpSp>
          <p:nvGrpSpPr>
            <p:cNvPr id="69" name="组合 68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71" name="组合 7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7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7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7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70" name="TextBox 7"/>
            <p:cNvSpPr>
              <a:spLocks noChangeArrowheads="1"/>
            </p:cNvSpPr>
            <p:nvPr/>
          </p:nvSpPr>
          <p:spPr bwMode="auto">
            <a:xfrm>
              <a:off x="5472003" y="1592566"/>
              <a:ext cx="576064" cy="124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b="1" dirty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输入标题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000487" y="2637396"/>
            <a:ext cx="1275583" cy="1150083"/>
            <a:chOff x="5424755" y="1340768"/>
            <a:chExt cx="670560" cy="604586"/>
          </a:xfrm>
        </p:grpSpPr>
        <p:grpSp>
          <p:nvGrpSpPr>
            <p:cNvPr id="63" name="组合 62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65" name="组合 64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67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68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66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64" name="TextBox 7"/>
            <p:cNvSpPr>
              <a:spLocks noChangeArrowheads="1"/>
            </p:cNvSpPr>
            <p:nvPr/>
          </p:nvSpPr>
          <p:spPr bwMode="auto">
            <a:xfrm>
              <a:off x="5472003" y="1592566"/>
              <a:ext cx="576064" cy="124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b="1" dirty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输入标题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265917" y="2686683"/>
            <a:ext cx="1275583" cy="1150083"/>
            <a:chOff x="5424755" y="1340768"/>
            <a:chExt cx="670560" cy="604586"/>
          </a:xfrm>
        </p:grpSpPr>
        <p:grpSp>
          <p:nvGrpSpPr>
            <p:cNvPr id="57" name="组合 56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59" name="组合 58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61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62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60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58" name="TextBox 7"/>
            <p:cNvSpPr>
              <a:spLocks noChangeArrowheads="1"/>
            </p:cNvSpPr>
            <p:nvPr/>
          </p:nvSpPr>
          <p:spPr bwMode="auto">
            <a:xfrm>
              <a:off x="5472003" y="1592566"/>
              <a:ext cx="576064" cy="124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b="1" dirty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输入标题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937427" y="1736778"/>
            <a:ext cx="742413" cy="669369"/>
            <a:chOff x="5424755" y="1340768"/>
            <a:chExt cx="670560" cy="604586"/>
          </a:xfrm>
        </p:grpSpPr>
        <p:grpSp>
          <p:nvGrpSpPr>
            <p:cNvPr id="51" name="组合 50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55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56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54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52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7814391" y="1564914"/>
            <a:ext cx="1718044" cy="424748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7814391" y="1922523"/>
            <a:ext cx="2995791" cy="665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在此录入上述图表的描述说明，录入上述图表的描述说明。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7539867" y="2858108"/>
            <a:ext cx="742413" cy="669369"/>
            <a:chOff x="5424755" y="1340768"/>
            <a:chExt cx="670560" cy="604586"/>
          </a:xfrm>
        </p:grpSpPr>
        <p:grpSp>
          <p:nvGrpSpPr>
            <p:cNvPr id="45" name="组合 44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9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50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48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6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02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8418462" y="2676935"/>
            <a:ext cx="1718044" cy="424748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8418462" y="3034544"/>
            <a:ext cx="2995791" cy="665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在此录入上述图表的描述说明，录入上述图表的描述说明。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4272818" y="2836383"/>
            <a:ext cx="742413" cy="669369"/>
            <a:chOff x="5424755" y="1340768"/>
            <a:chExt cx="670560" cy="604586"/>
          </a:xfrm>
        </p:grpSpPr>
        <p:grpSp>
          <p:nvGrpSpPr>
            <p:cNvPr id="39" name="组合 38"/>
            <p:cNvGrpSpPr/>
            <p:nvPr/>
          </p:nvGrpSpPr>
          <p:grpSpPr>
            <a:xfrm>
              <a:off x="5424755" y="1340768"/>
              <a:ext cx="670560" cy="604586"/>
              <a:chOff x="5424755" y="1340768"/>
              <a:chExt cx="670560" cy="604586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5424755" y="1340768"/>
                <a:ext cx="670560" cy="604586"/>
                <a:chOff x="3720691" y="2824413"/>
                <a:chExt cx="1341120" cy="1209172"/>
              </a:xfrm>
            </p:grpSpPr>
            <p:sp>
              <p:nvSpPr>
                <p:cNvPr id="43" name="Freeform 5"/>
                <p:cNvSpPr/>
                <p:nvPr/>
              </p:nvSpPr>
              <p:spPr bwMode="auto">
                <a:xfrm rot="1855731">
                  <a:off x="3720691" y="2824413"/>
                  <a:ext cx="1341120" cy="1209172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16200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190500" dist="1143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  <p:sp>
              <p:nvSpPr>
                <p:cNvPr id="44" name="Freeform 5"/>
                <p:cNvSpPr/>
                <p:nvPr/>
              </p:nvSpPr>
              <p:spPr bwMode="auto">
                <a:xfrm rot="1855731">
                  <a:off x="3764581" y="2863367"/>
                  <a:ext cx="1264630" cy="1140208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3D3D3"/>
                    </a:gs>
                    <a:gs pos="100000">
                      <a:srgbClr val="F9F9F9"/>
                    </a:gs>
                  </a:gsLst>
                  <a:lin ang="21594000" scaled="0"/>
                </a:gradFill>
                <a:ln w="12700" cap="flat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42" name="Freeform 5"/>
              <p:cNvSpPr/>
              <p:nvPr/>
            </p:nvSpPr>
            <p:spPr bwMode="auto">
              <a:xfrm rot="1855731">
                <a:off x="5470180" y="1383052"/>
                <a:ext cx="576760" cy="520015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414455"/>
                </a:solidFill>
                <a:prstDash val="sysDash"/>
                <a:miter lim="800000"/>
              </a:ln>
              <a:effectLst/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  <p:sp>
          <p:nvSpPr>
            <p:cNvPr id="40" name="TextBox 7"/>
            <p:cNvSpPr>
              <a:spLocks noChangeArrowheads="1"/>
            </p:cNvSpPr>
            <p:nvPr/>
          </p:nvSpPr>
          <p:spPr bwMode="auto">
            <a:xfrm>
              <a:off x="5472003" y="1484784"/>
              <a:ext cx="576064" cy="30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rPr>
                <a:t>03</a:t>
              </a:r>
              <a:endParaRPr lang="zh-CN" altLang="en-US" sz="1500" b="1" dirty="0">
                <a:solidFill>
                  <a:srgbClr val="414455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1356751" y="2676935"/>
            <a:ext cx="1718044" cy="424748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35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1356751" y="3034544"/>
            <a:ext cx="2995791" cy="665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在此录入上述图表的描述说明，录入上述图表的描述说明。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1017713" y="5090392"/>
            <a:ext cx="582965" cy="525610"/>
            <a:chOff x="5424755" y="1340768"/>
            <a:chExt cx="670560" cy="604586"/>
          </a:xfrm>
        </p:grpSpPr>
        <p:grpSp>
          <p:nvGrpSpPr>
            <p:cNvPr id="35" name="组合 34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37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  <p:sp>
            <p:nvSpPr>
              <p:cNvPr id="38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1350"/>
              </a:p>
            </p:txBody>
          </p:sp>
        </p:grpSp>
        <p:sp>
          <p:nvSpPr>
            <p:cNvPr id="36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26" name="文本框 9"/>
          <p:cNvSpPr txBox="1"/>
          <p:nvPr/>
        </p:nvSpPr>
        <p:spPr>
          <a:xfrm>
            <a:off x="1721652" y="5106083"/>
            <a:ext cx="2072822" cy="40037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135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输入文字标题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1801376" y="5504703"/>
            <a:ext cx="9042524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11002081" y="5360303"/>
            <a:ext cx="286442" cy="258260"/>
            <a:chOff x="3720691" y="2824413"/>
            <a:chExt cx="1341120" cy="1209172"/>
          </a:xfrm>
        </p:grpSpPr>
        <p:sp>
          <p:nvSpPr>
            <p:cNvPr id="33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4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29" name="TextBox 76"/>
          <p:cNvSpPr txBox="1"/>
          <p:nvPr/>
        </p:nvSpPr>
        <p:spPr>
          <a:xfrm>
            <a:off x="1694435" y="5668070"/>
            <a:ext cx="9460895" cy="748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80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835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在此录入上述图表的综合描述说明，在此录入上述图表的上述图表的综合描述说明入。在此录入上述图表的综合描述说明，在此录入上述图表的上述图表的综合描述说明入。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8907437" y="1405467"/>
            <a:ext cx="308213" cy="204282"/>
            <a:chOff x="9482595" y="2565731"/>
            <a:chExt cx="278384" cy="184511"/>
          </a:xfrm>
        </p:grpSpPr>
        <p:sp>
          <p:nvSpPr>
            <p:cNvPr id="31" name="椭圆 30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/>
            </a:p>
          </p:txBody>
        </p:sp>
        <p:sp>
          <p:nvSpPr>
            <p:cNvPr id="32" name="椭圆 31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873065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3084" y="87252"/>
            <a:ext cx="670385" cy="604428"/>
            <a:chOff x="5424755" y="1340768"/>
            <a:chExt cx="670560" cy="604586"/>
          </a:xfrm>
        </p:grpSpPr>
        <p:grpSp>
          <p:nvGrpSpPr>
            <p:cNvPr id="9" name="组合 8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1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9"/>
          <p:cNvSpPr txBox="1"/>
          <p:nvPr/>
        </p:nvSpPr>
        <p:spPr>
          <a:xfrm>
            <a:off x="1020088" y="206003"/>
            <a:ext cx="2612112" cy="346228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dirty="0">
                <a:solidFill>
                  <a:srgbClr val="414455"/>
                </a:solidFill>
                <a:latin typeface="微软雅黑" panose="020B0503020204020204" pitchFamily="34" charset="-122"/>
              </a:rPr>
              <a:t>相关建议与论文总结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92078" y="565948"/>
            <a:ext cx="9721436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0986798" y="357972"/>
            <a:ext cx="258652" cy="233204"/>
            <a:chOff x="3720691" y="2824413"/>
            <a:chExt cx="1341120" cy="1209172"/>
          </a:xfrm>
          <a:solidFill>
            <a:srgbClr val="1C50A2"/>
          </a:solidFill>
        </p:grpSpPr>
        <p:sp>
          <p:nvSpPr>
            <p:cNvPr id="7" name="Freeform 5"/>
            <p:cNvSpPr/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sp>
        <p:nvSpPr>
          <p:cNvPr id="6" name="Freeform 126"/>
          <p:cNvSpPr>
            <a:spLocks noChangeAspect="1" noEditPoints="1"/>
          </p:cNvSpPr>
          <p:nvPr/>
        </p:nvSpPr>
        <p:spPr bwMode="auto">
          <a:xfrm>
            <a:off x="507181" y="248242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1028547" y="1542073"/>
            <a:ext cx="9927544" cy="3499834"/>
            <a:chOff x="2505536" y="2163226"/>
            <a:chExt cx="7180927" cy="253154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73197" y="3836977"/>
              <a:ext cx="863871" cy="778878"/>
              <a:chOff x="5424755" y="1340768"/>
              <a:chExt cx="670560" cy="604586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5424755" y="1340768"/>
                <a:ext cx="670560" cy="604586"/>
                <a:chOff x="5424755" y="1340768"/>
                <a:chExt cx="670560" cy="604586"/>
              </a:xfrm>
            </p:grpSpPr>
            <p:grpSp>
              <p:nvGrpSpPr>
                <p:cNvPr id="48" name="组合 47"/>
                <p:cNvGrpSpPr/>
                <p:nvPr/>
              </p:nvGrpSpPr>
              <p:grpSpPr>
                <a:xfrm>
                  <a:off x="5424755" y="1340768"/>
                  <a:ext cx="670560" cy="604586"/>
                  <a:chOff x="3720691" y="2824413"/>
                  <a:chExt cx="1341120" cy="1209172"/>
                </a:xfrm>
              </p:grpSpPr>
              <p:sp>
                <p:nvSpPr>
                  <p:cNvPr id="50" name="Freeform 5"/>
                  <p:cNvSpPr/>
                  <p:nvPr/>
                </p:nvSpPr>
                <p:spPr bwMode="auto">
                  <a:xfrm rot="1855731">
                    <a:off x="3720691" y="2824413"/>
                    <a:ext cx="1341120" cy="1209172"/>
                  </a:xfrm>
                  <a:custGeom>
                    <a:avLst/>
                    <a:gdLst>
                      <a:gd name="T0" fmla="*/ 2151 w 2740"/>
                      <a:gd name="T1" fmla="*/ 2315 h 2446"/>
                      <a:gd name="T2" fmla="*/ 2055 w 2740"/>
                      <a:gd name="T3" fmla="*/ 2410 h 2446"/>
                      <a:gd name="T4" fmla="*/ 1918 w 2740"/>
                      <a:gd name="T5" fmla="*/ 2445 h 2446"/>
                      <a:gd name="T6" fmla="*/ 816 w 2740"/>
                      <a:gd name="T7" fmla="*/ 2445 h 2446"/>
                      <a:gd name="T8" fmla="*/ 685 w 2740"/>
                      <a:gd name="T9" fmla="*/ 2410 h 2446"/>
                      <a:gd name="T10" fmla="*/ 589 w 2740"/>
                      <a:gd name="T11" fmla="*/ 2314 h 2446"/>
                      <a:gd name="T12" fmla="*/ 36 w 2740"/>
                      <a:gd name="T13" fmla="*/ 1356 h 2446"/>
                      <a:gd name="T14" fmla="*/ 0 w 2740"/>
                      <a:gd name="T15" fmla="*/ 1223 h 2446"/>
                      <a:gd name="T16" fmla="*/ 36 w 2740"/>
                      <a:gd name="T17" fmla="*/ 1089 h 2446"/>
                      <a:gd name="T18" fmla="*/ 587 w 2740"/>
                      <a:gd name="T19" fmla="*/ 135 h 2446"/>
                      <a:gd name="T20" fmla="*/ 685 w 2740"/>
                      <a:gd name="T21" fmla="*/ 37 h 2446"/>
                      <a:gd name="T22" fmla="*/ 810 w 2740"/>
                      <a:gd name="T23" fmla="*/ 1 h 2446"/>
                      <a:gd name="T24" fmla="*/ 1916 w 2740"/>
                      <a:gd name="T25" fmla="*/ 1 h 2446"/>
                      <a:gd name="T26" fmla="*/ 2055 w 2740"/>
                      <a:gd name="T27" fmla="*/ 37 h 2446"/>
                      <a:gd name="T28" fmla="*/ 2151 w 2740"/>
                      <a:gd name="T29" fmla="*/ 132 h 2446"/>
                      <a:gd name="T30" fmla="*/ 2702 w 2740"/>
                      <a:gd name="T31" fmla="*/ 1086 h 2446"/>
                      <a:gd name="T32" fmla="*/ 2740 w 2740"/>
                      <a:gd name="T33" fmla="*/ 1223 h 2446"/>
                      <a:gd name="T34" fmla="*/ 2701 w 2740"/>
                      <a:gd name="T35" fmla="*/ 1361 h 2446"/>
                      <a:gd name="T36" fmla="*/ 2151 w 2740"/>
                      <a:gd name="T37" fmla="*/ 2315 h 24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740" h="2446">
                        <a:moveTo>
                          <a:pt x="2151" y="2315"/>
                        </a:moveTo>
                        <a:cubicBezTo>
                          <a:pt x="2128" y="2353"/>
                          <a:pt x="2096" y="2386"/>
                          <a:pt x="2055" y="2410"/>
                        </a:cubicBezTo>
                        <a:cubicBezTo>
                          <a:pt x="2012" y="2435"/>
                          <a:pt x="1965" y="2446"/>
                          <a:pt x="1918" y="2445"/>
                        </a:cubicBezTo>
                        <a:lnTo>
                          <a:pt x="816" y="2445"/>
                        </a:lnTo>
                        <a:cubicBezTo>
                          <a:pt x="772" y="2445"/>
                          <a:pt x="726" y="2434"/>
                          <a:pt x="685" y="2410"/>
                        </a:cubicBezTo>
                        <a:cubicBezTo>
                          <a:pt x="644" y="2386"/>
                          <a:pt x="611" y="2353"/>
                          <a:pt x="589" y="2314"/>
                        </a:cubicBezTo>
                        <a:lnTo>
                          <a:pt x="36" y="1356"/>
                        </a:lnTo>
                        <a:cubicBezTo>
                          <a:pt x="13" y="1317"/>
                          <a:pt x="0" y="1272"/>
                          <a:pt x="0" y="1223"/>
                        </a:cubicBezTo>
                        <a:cubicBezTo>
                          <a:pt x="0" y="1174"/>
                          <a:pt x="13" y="1129"/>
                          <a:pt x="36" y="1089"/>
                        </a:cubicBezTo>
                        <a:lnTo>
                          <a:pt x="587" y="135"/>
                        </a:lnTo>
                        <a:cubicBezTo>
                          <a:pt x="610" y="96"/>
                          <a:pt x="643" y="61"/>
                          <a:pt x="685" y="37"/>
                        </a:cubicBezTo>
                        <a:cubicBezTo>
                          <a:pt x="724" y="14"/>
                          <a:pt x="767" y="2"/>
                          <a:pt x="810" y="1"/>
                        </a:cubicBezTo>
                        <a:lnTo>
                          <a:pt x="1916" y="1"/>
                        </a:lnTo>
                        <a:cubicBezTo>
                          <a:pt x="1963" y="0"/>
                          <a:pt x="2011" y="11"/>
                          <a:pt x="2055" y="37"/>
                        </a:cubicBezTo>
                        <a:cubicBezTo>
                          <a:pt x="2096" y="60"/>
                          <a:pt x="2129" y="93"/>
                          <a:pt x="2151" y="132"/>
                        </a:cubicBezTo>
                        <a:lnTo>
                          <a:pt x="2702" y="1086"/>
                        </a:lnTo>
                        <a:cubicBezTo>
                          <a:pt x="2726" y="1126"/>
                          <a:pt x="2740" y="1173"/>
                          <a:pt x="2740" y="1223"/>
                        </a:cubicBezTo>
                        <a:cubicBezTo>
                          <a:pt x="2740" y="1274"/>
                          <a:pt x="2726" y="1321"/>
                          <a:pt x="2701" y="1361"/>
                        </a:cubicBezTo>
                        <a:lnTo>
                          <a:pt x="2151" y="231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3D3D3"/>
                      </a:gs>
                      <a:gs pos="100000">
                        <a:srgbClr val="F9F9F9"/>
                      </a:gs>
                    </a:gsLst>
                    <a:lin ang="16200000" scaled="0"/>
                  </a:gradFill>
                  <a:ln w="12700" cap="flat">
                    <a:noFill/>
                    <a:prstDash val="solid"/>
                    <a:miter lim="800000"/>
                  </a:ln>
                  <a:effectLst>
                    <a:outerShdw blurRad="190500" dist="1143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68562" tIns="34281" rIns="68562" bIns="34281" numCol="1" anchor="t" anchorCtr="0" compatLnSpc="1"/>
                  <a:lstStyle>
                    <a:defPPr>
                      <a:defRPr lang="zh-CN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80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9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8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350">
                      <a:solidFill>
                        <a:srgbClr val="414455"/>
                      </a:solidFill>
                    </a:endParaRPr>
                  </a:p>
                </p:txBody>
              </p:sp>
              <p:sp>
                <p:nvSpPr>
                  <p:cNvPr id="51" name="Freeform 5"/>
                  <p:cNvSpPr/>
                  <p:nvPr/>
                </p:nvSpPr>
                <p:spPr bwMode="auto">
                  <a:xfrm rot="1855731">
                    <a:off x="3764581" y="2863367"/>
                    <a:ext cx="1264630" cy="1140208"/>
                  </a:xfrm>
                  <a:custGeom>
                    <a:avLst/>
                    <a:gdLst>
                      <a:gd name="T0" fmla="*/ 2151 w 2740"/>
                      <a:gd name="T1" fmla="*/ 2315 h 2446"/>
                      <a:gd name="T2" fmla="*/ 2055 w 2740"/>
                      <a:gd name="T3" fmla="*/ 2410 h 2446"/>
                      <a:gd name="T4" fmla="*/ 1918 w 2740"/>
                      <a:gd name="T5" fmla="*/ 2445 h 2446"/>
                      <a:gd name="T6" fmla="*/ 816 w 2740"/>
                      <a:gd name="T7" fmla="*/ 2445 h 2446"/>
                      <a:gd name="T8" fmla="*/ 685 w 2740"/>
                      <a:gd name="T9" fmla="*/ 2410 h 2446"/>
                      <a:gd name="T10" fmla="*/ 589 w 2740"/>
                      <a:gd name="T11" fmla="*/ 2314 h 2446"/>
                      <a:gd name="T12" fmla="*/ 36 w 2740"/>
                      <a:gd name="T13" fmla="*/ 1356 h 2446"/>
                      <a:gd name="T14" fmla="*/ 0 w 2740"/>
                      <a:gd name="T15" fmla="*/ 1223 h 2446"/>
                      <a:gd name="T16" fmla="*/ 36 w 2740"/>
                      <a:gd name="T17" fmla="*/ 1089 h 2446"/>
                      <a:gd name="T18" fmla="*/ 587 w 2740"/>
                      <a:gd name="T19" fmla="*/ 135 h 2446"/>
                      <a:gd name="T20" fmla="*/ 685 w 2740"/>
                      <a:gd name="T21" fmla="*/ 37 h 2446"/>
                      <a:gd name="T22" fmla="*/ 810 w 2740"/>
                      <a:gd name="T23" fmla="*/ 1 h 2446"/>
                      <a:gd name="T24" fmla="*/ 1916 w 2740"/>
                      <a:gd name="T25" fmla="*/ 1 h 2446"/>
                      <a:gd name="T26" fmla="*/ 2055 w 2740"/>
                      <a:gd name="T27" fmla="*/ 37 h 2446"/>
                      <a:gd name="T28" fmla="*/ 2151 w 2740"/>
                      <a:gd name="T29" fmla="*/ 132 h 2446"/>
                      <a:gd name="T30" fmla="*/ 2702 w 2740"/>
                      <a:gd name="T31" fmla="*/ 1086 h 2446"/>
                      <a:gd name="T32" fmla="*/ 2740 w 2740"/>
                      <a:gd name="T33" fmla="*/ 1223 h 2446"/>
                      <a:gd name="T34" fmla="*/ 2701 w 2740"/>
                      <a:gd name="T35" fmla="*/ 1361 h 2446"/>
                      <a:gd name="T36" fmla="*/ 2151 w 2740"/>
                      <a:gd name="T37" fmla="*/ 2315 h 24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740" h="2446">
                        <a:moveTo>
                          <a:pt x="2151" y="2315"/>
                        </a:moveTo>
                        <a:cubicBezTo>
                          <a:pt x="2128" y="2353"/>
                          <a:pt x="2096" y="2386"/>
                          <a:pt x="2055" y="2410"/>
                        </a:cubicBezTo>
                        <a:cubicBezTo>
                          <a:pt x="2012" y="2435"/>
                          <a:pt x="1965" y="2446"/>
                          <a:pt x="1918" y="2445"/>
                        </a:cubicBezTo>
                        <a:lnTo>
                          <a:pt x="816" y="2445"/>
                        </a:lnTo>
                        <a:cubicBezTo>
                          <a:pt x="772" y="2445"/>
                          <a:pt x="726" y="2434"/>
                          <a:pt x="685" y="2410"/>
                        </a:cubicBezTo>
                        <a:cubicBezTo>
                          <a:pt x="644" y="2386"/>
                          <a:pt x="611" y="2353"/>
                          <a:pt x="589" y="2314"/>
                        </a:cubicBezTo>
                        <a:lnTo>
                          <a:pt x="36" y="1356"/>
                        </a:lnTo>
                        <a:cubicBezTo>
                          <a:pt x="13" y="1317"/>
                          <a:pt x="0" y="1272"/>
                          <a:pt x="0" y="1223"/>
                        </a:cubicBezTo>
                        <a:cubicBezTo>
                          <a:pt x="0" y="1174"/>
                          <a:pt x="13" y="1129"/>
                          <a:pt x="36" y="1089"/>
                        </a:cubicBezTo>
                        <a:lnTo>
                          <a:pt x="587" y="135"/>
                        </a:lnTo>
                        <a:cubicBezTo>
                          <a:pt x="610" y="96"/>
                          <a:pt x="643" y="61"/>
                          <a:pt x="685" y="37"/>
                        </a:cubicBezTo>
                        <a:cubicBezTo>
                          <a:pt x="724" y="14"/>
                          <a:pt x="767" y="2"/>
                          <a:pt x="810" y="1"/>
                        </a:cubicBezTo>
                        <a:lnTo>
                          <a:pt x="1916" y="1"/>
                        </a:lnTo>
                        <a:cubicBezTo>
                          <a:pt x="1963" y="0"/>
                          <a:pt x="2011" y="11"/>
                          <a:pt x="2055" y="37"/>
                        </a:cubicBezTo>
                        <a:cubicBezTo>
                          <a:pt x="2096" y="60"/>
                          <a:pt x="2129" y="93"/>
                          <a:pt x="2151" y="132"/>
                        </a:cubicBezTo>
                        <a:lnTo>
                          <a:pt x="2702" y="1086"/>
                        </a:lnTo>
                        <a:cubicBezTo>
                          <a:pt x="2726" y="1126"/>
                          <a:pt x="2740" y="1173"/>
                          <a:pt x="2740" y="1223"/>
                        </a:cubicBezTo>
                        <a:cubicBezTo>
                          <a:pt x="2740" y="1274"/>
                          <a:pt x="2726" y="1321"/>
                          <a:pt x="2701" y="1361"/>
                        </a:cubicBezTo>
                        <a:lnTo>
                          <a:pt x="2151" y="231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3D3D3"/>
                      </a:gs>
                      <a:gs pos="100000">
                        <a:srgbClr val="F9F9F9"/>
                      </a:gs>
                    </a:gsLst>
                    <a:lin ang="21594000" scaled="0"/>
                  </a:gradFill>
                  <a:ln w="12700" cap="flat">
                    <a:noFill/>
                    <a:prstDash val="solid"/>
                    <a:miter lim="800000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68562" tIns="34281" rIns="68562" bIns="34281" numCol="1" anchor="t" anchorCtr="0" compatLnSpc="1"/>
                  <a:lstStyle>
                    <a:defPPr>
                      <a:defRPr lang="zh-CN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80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9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8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350">
                      <a:solidFill>
                        <a:srgbClr val="414455"/>
                      </a:solidFill>
                    </a:endParaRPr>
                  </a:p>
                </p:txBody>
              </p:sp>
            </p:grpSp>
            <p:sp>
              <p:nvSpPr>
                <p:cNvPr id="49" name="Freeform 5"/>
                <p:cNvSpPr/>
                <p:nvPr/>
              </p:nvSpPr>
              <p:spPr bwMode="auto">
                <a:xfrm rot="1855731">
                  <a:off x="5470180" y="1383052"/>
                  <a:ext cx="576760" cy="520015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noFill/>
                <a:ln w="9525" cap="flat">
                  <a:solidFill>
                    <a:srgbClr val="414455"/>
                  </a:solidFill>
                  <a:prstDash val="sysDash"/>
                  <a:miter lim="800000"/>
                </a:ln>
                <a:effectLst/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47" name="TextBox 7"/>
              <p:cNvSpPr>
                <a:spLocks noChangeArrowheads="1"/>
              </p:cNvSpPr>
              <p:nvPr/>
            </p:nvSpPr>
            <p:spPr bwMode="auto">
              <a:xfrm>
                <a:off x="5478217" y="1546604"/>
                <a:ext cx="576064" cy="2484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100" b="1" dirty="0">
                    <a:solidFill>
                      <a:srgbClr val="414455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  <a:sym typeface="微软雅黑" panose="020B0503020204020204" pitchFamily="34" charset="-122"/>
                  </a:rPr>
                  <a:t>04</a:t>
                </a:r>
                <a:endParaRPr lang="zh-CN" altLang="en-US" sz="2100" b="1" dirty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5205133" y="3081089"/>
              <a:ext cx="863871" cy="778878"/>
              <a:chOff x="5424755" y="1340768"/>
              <a:chExt cx="670560" cy="604586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5424755" y="1340768"/>
                <a:ext cx="670560" cy="604586"/>
                <a:chOff x="5424755" y="1340768"/>
                <a:chExt cx="670560" cy="604586"/>
              </a:xfrm>
            </p:grpSpPr>
            <p:grpSp>
              <p:nvGrpSpPr>
                <p:cNvPr id="42" name="组合 41"/>
                <p:cNvGrpSpPr/>
                <p:nvPr/>
              </p:nvGrpSpPr>
              <p:grpSpPr>
                <a:xfrm>
                  <a:off x="5424755" y="1340768"/>
                  <a:ext cx="670560" cy="604586"/>
                  <a:chOff x="3720691" y="2824413"/>
                  <a:chExt cx="1341120" cy="1209172"/>
                </a:xfrm>
              </p:grpSpPr>
              <p:sp>
                <p:nvSpPr>
                  <p:cNvPr id="44" name="Freeform 5"/>
                  <p:cNvSpPr/>
                  <p:nvPr/>
                </p:nvSpPr>
                <p:spPr bwMode="auto">
                  <a:xfrm rot="1855731">
                    <a:off x="3720691" y="2824413"/>
                    <a:ext cx="1341120" cy="1209172"/>
                  </a:xfrm>
                  <a:custGeom>
                    <a:avLst/>
                    <a:gdLst>
                      <a:gd name="T0" fmla="*/ 2151 w 2740"/>
                      <a:gd name="T1" fmla="*/ 2315 h 2446"/>
                      <a:gd name="T2" fmla="*/ 2055 w 2740"/>
                      <a:gd name="T3" fmla="*/ 2410 h 2446"/>
                      <a:gd name="T4" fmla="*/ 1918 w 2740"/>
                      <a:gd name="T5" fmla="*/ 2445 h 2446"/>
                      <a:gd name="T6" fmla="*/ 816 w 2740"/>
                      <a:gd name="T7" fmla="*/ 2445 h 2446"/>
                      <a:gd name="T8" fmla="*/ 685 w 2740"/>
                      <a:gd name="T9" fmla="*/ 2410 h 2446"/>
                      <a:gd name="T10" fmla="*/ 589 w 2740"/>
                      <a:gd name="T11" fmla="*/ 2314 h 2446"/>
                      <a:gd name="T12" fmla="*/ 36 w 2740"/>
                      <a:gd name="T13" fmla="*/ 1356 h 2446"/>
                      <a:gd name="T14" fmla="*/ 0 w 2740"/>
                      <a:gd name="T15" fmla="*/ 1223 h 2446"/>
                      <a:gd name="T16" fmla="*/ 36 w 2740"/>
                      <a:gd name="T17" fmla="*/ 1089 h 2446"/>
                      <a:gd name="T18" fmla="*/ 587 w 2740"/>
                      <a:gd name="T19" fmla="*/ 135 h 2446"/>
                      <a:gd name="T20" fmla="*/ 685 w 2740"/>
                      <a:gd name="T21" fmla="*/ 37 h 2446"/>
                      <a:gd name="T22" fmla="*/ 810 w 2740"/>
                      <a:gd name="T23" fmla="*/ 1 h 2446"/>
                      <a:gd name="T24" fmla="*/ 1916 w 2740"/>
                      <a:gd name="T25" fmla="*/ 1 h 2446"/>
                      <a:gd name="T26" fmla="*/ 2055 w 2740"/>
                      <a:gd name="T27" fmla="*/ 37 h 2446"/>
                      <a:gd name="T28" fmla="*/ 2151 w 2740"/>
                      <a:gd name="T29" fmla="*/ 132 h 2446"/>
                      <a:gd name="T30" fmla="*/ 2702 w 2740"/>
                      <a:gd name="T31" fmla="*/ 1086 h 2446"/>
                      <a:gd name="T32" fmla="*/ 2740 w 2740"/>
                      <a:gd name="T33" fmla="*/ 1223 h 2446"/>
                      <a:gd name="T34" fmla="*/ 2701 w 2740"/>
                      <a:gd name="T35" fmla="*/ 1361 h 2446"/>
                      <a:gd name="T36" fmla="*/ 2151 w 2740"/>
                      <a:gd name="T37" fmla="*/ 2315 h 24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740" h="2446">
                        <a:moveTo>
                          <a:pt x="2151" y="2315"/>
                        </a:moveTo>
                        <a:cubicBezTo>
                          <a:pt x="2128" y="2353"/>
                          <a:pt x="2096" y="2386"/>
                          <a:pt x="2055" y="2410"/>
                        </a:cubicBezTo>
                        <a:cubicBezTo>
                          <a:pt x="2012" y="2435"/>
                          <a:pt x="1965" y="2446"/>
                          <a:pt x="1918" y="2445"/>
                        </a:cubicBezTo>
                        <a:lnTo>
                          <a:pt x="816" y="2445"/>
                        </a:lnTo>
                        <a:cubicBezTo>
                          <a:pt x="772" y="2445"/>
                          <a:pt x="726" y="2434"/>
                          <a:pt x="685" y="2410"/>
                        </a:cubicBezTo>
                        <a:cubicBezTo>
                          <a:pt x="644" y="2386"/>
                          <a:pt x="611" y="2353"/>
                          <a:pt x="589" y="2314"/>
                        </a:cubicBezTo>
                        <a:lnTo>
                          <a:pt x="36" y="1356"/>
                        </a:lnTo>
                        <a:cubicBezTo>
                          <a:pt x="13" y="1317"/>
                          <a:pt x="0" y="1272"/>
                          <a:pt x="0" y="1223"/>
                        </a:cubicBezTo>
                        <a:cubicBezTo>
                          <a:pt x="0" y="1174"/>
                          <a:pt x="13" y="1129"/>
                          <a:pt x="36" y="1089"/>
                        </a:cubicBezTo>
                        <a:lnTo>
                          <a:pt x="587" y="135"/>
                        </a:lnTo>
                        <a:cubicBezTo>
                          <a:pt x="610" y="96"/>
                          <a:pt x="643" y="61"/>
                          <a:pt x="685" y="37"/>
                        </a:cubicBezTo>
                        <a:cubicBezTo>
                          <a:pt x="724" y="14"/>
                          <a:pt x="767" y="2"/>
                          <a:pt x="810" y="1"/>
                        </a:cubicBezTo>
                        <a:lnTo>
                          <a:pt x="1916" y="1"/>
                        </a:lnTo>
                        <a:cubicBezTo>
                          <a:pt x="1963" y="0"/>
                          <a:pt x="2011" y="11"/>
                          <a:pt x="2055" y="37"/>
                        </a:cubicBezTo>
                        <a:cubicBezTo>
                          <a:pt x="2096" y="60"/>
                          <a:pt x="2129" y="93"/>
                          <a:pt x="2151" y="132"/>
                        </a:cubicBezTo>
                        <a:lnTo>
                          <a:pt x="2702" y="1086"/>
                        </a:lnTo>
                        <a:cubicBezTo>
                          <a:pt x="2726" y="1126"/>
                          <a:pt x="2740" y="1173"/>
                          <a:pt x="2740" y="1223"/>
                        </a:cubicBezTo>
                        <a:cubicBezTo>
                          <a:pt x="2740" y="1274"/>
                          <a:pt x="2726" y="1321"/>
                          <a:pt x="2701" y="1361"/>
                        </a:cubicBezTo>
                        <a:lnTo>
                          <a:pt x="2151" y="231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3D3D3"/>
                      </a:gs>
                      <a:gs pos="100000">
                        <a:srgbClr val="F9F9F9"/>
                      </a:gs>
                    </a:gsLst>
                    <a:lin ang="16200000" scaled="0"/>
                  </a:gradFill>
                  <a:ln w="12700" cap="flat">
                    <a:noFill/>
                    <a:prstDash val="solid"/>
                    <a:miter lim="800000"/>
                  </a:ln>
                  <a:effectLst>
                    <a:outerShdw blurRad="190500" dist="1143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68562" tIns="34281" rIns="68562" bIns="34281" numCol="1" anchor="t" anchorCtr="0" compatLnSpc="1"/>
                  <a:lstStyle>
                    <a:defPPr>
                      <a:defRPr lang="zh-CN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80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9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8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350">
                      <a:solidFill>
                        <a:srgbClr val="414455"/>
                      </a:solidFill>
                    </a:endParaRPr>
                  </a:p>
                </p:txBody>
              </p:sp>
              <p:sp>
                <p:nvSpPr>
                  <p:cNvPr id="45" name="Freeform 5"/>
                  <p:cNvSpPr/>
                  <p:nvPr/>
                </p:nvSpPr>
                <p:spPr bwMode="auto">
                  <a:xfrm rot="1855731">
                    <a:off x="3764581" y="2863367"/>
                    <a:ext cx="1264630" cy="1140208"/>
                  </a:xfrm>
                  <a:custGeom>
                    <a:avLst/>
                    <a:gdLst>
                      <a:gd name="T0" fmla="*/ 2151 w 2740"/>
                      <a:gd name="T1" fmla="*/ 2315 h 2446"/>
                      <a:gd name="T2" fmla="*/ 2055 w 2740"/>
                      <a:gd name="T3" fmla="*/ 2410 h 2446"/>
                      <a:gd name="T4" fmla="*/ 1918 w 2740"/>
                      <a:gd name="T5" fmla="*/ 2445 h 2446"/>
                      <a:gd name="T6" fmla="*/ 816 w 2740"/>
                      <a:gd name="T7" fmla="*/ 2445 h 2446"/>
                      <a:gd name="T8" fmla="*/ 685 w 2740"/>
                      <a:gd name="T9" fmla="*/ 2410 h 2446"/>
                      <a:gd name="T10" fmla="*/ 589 w 2740"/>
                      <a:gd name="T11" fmla="*/ 2314 h 2446"/>
                      <a:gd name="T12" fmla="*/ 36 w 2740"/>
                      <a:gd name="T13" fmla="*/ 1356 h 2446"/>
                      <a:gd name="T14" fmla="*/ 0 w 2740"/>
                      <a:gd name="T15" fmla="*/ 1223 h 2446"/>
                      <a:gd name="T16" fmla="*/ 36 w 2740"/>
                      <a:gd name="T17" fmla="*/ 1089 h 2446"/>
                      <a:gd name="T18" fmla="*/ 587 w 2740"/>
                      <a:gd name="T19" fmla="*/ 135 h 2446"/>
                      <a:gd name="T20" fmla="*/ 685 w 2740"/>
                      <a:gd name="T21" fmla="*/ 37 h 2446"/>
                      <a:gd name="T22" fmla="*/ 810 w 2740"/>
                      <a:gd name="T23" fmla="*/ 1 h 2446"/>
                      <a:gd name="T24" fmla="*/ 1916 w 2740"/>
                      <a:gd name="T25" fmla="*/ 1 h 2446"/>
                      <a:gd name="T26" fmla="*/ 2055 w 2740"/>
                      <a:gd name="T27" fmla="*/ 37 h 2446"/>
                      <a:gd name="T28" fmla="*/ 2151 w 2740"/>
                      <a:gd name="T29" fmla="*/ 132 h 2446"/>
                      <a:gd name="T30" fmla="*/ 2702 w 2740"/>
                      <a:gd name="T31" fmla="*/ 1086 h 2446"/>
                      <a:gd name="T32" fmla="*/ 2740 w 2740"/>
                      <a:gd name="T33" fmla="*/ 1223 h 2446"/>
                      <a:gd name="T34" fmla="*/ 2701 w 2740"/>
                      <a:gd name="T35" fmla="*/ 1361 h 2446"/>
                      <a:gd name="T36" fmla="*/ 2151 w 2740"/>
                      <a:gd name="T37" fmla="*/ 2315 h 24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740" h="2446">
                        <a:moveTo>
                          <a:pt x="2151" y="2315"/>
                        </a:moveTo>
                        <a:cubicBezTo>
                          <a:pt x="2128" y="2353"/>
                          <a:pt x="2096" y="2386"/>
                          <a:pt x="2055" y="2410"/>
                        </a:cubicBezTo>
                        <a:cubicBezTo>
                          <a:pt x="2012" y="2435"/>
                          <a:pt x="1965" y="2446"/>
                          <a:pt x="1918" y="2445"/>
                        </a:cubicBezTo>
                        <a:lnTo>
                          <a:pt x="816" y="2445"/>
                        </a:lnTo>
                        <a:cubicBezTo>
                          <a:pt x="772" y="2445"/>
                          <a:pt x="726" y="2434"/>
                          <a:pt x="685" y="2410"/>
                        </a:cubicBezTo>
                        <a:cubicBezTo>
                          <a:pt x="644" y="2386"/>
                          <a:pt x="611" y="2353"/>
                          <a:pt x="589" y="2314"/>
                        </a:cubicBezTo>
                        <a:lnTo>
                          <a:pt x="36" y="1356"/>
                        </a:lnTo>
                        <a:cubicBezTo>
                          <a:pt x="13" y="1317"/>
                          <a:pt x="0" y="1272"/>
                          <a:pt x="0" y="1223"/>
                        </a:cubicBezTo>
                        <a:cubicBezTo>
                          <a:pt x="0" y="1174"/>
                          <a:pt x="13" y="1129"/>
                          <a:pt x="36" y="1089"/>
                        </a:cubicBezTo>
                        <a:lnTo>
                          <a:pt x="587" y="135"/>
                        </a:lnTo>
                        <a:cubicBezTo>
                          <a:pt x="610" y="96"/>
                          <a:pt x="643" y="61"/>
                          <a:pt x="685" y="37"/>
                        </a:cubicBezTo>
                        <a:cubicBezTo>
                          <a:pt x="724" y="14"/>
                          <a:pt x="767" y="2"/>
                          <a:pt x="810" y="1"/>
                        </a:cubicBezTo>
                        <a:lnTo>
                          <a:pt x="1916" y="1"/>
                        </a:lnTo>
                        <a:cubicBezTo>
                          <a:pt x="1963" y="0"/>
                          <a:pt x="2011" y="11"/>
                          <a:pt x="2055" y="37"/>
                        </a:cubicBezTo>
                        <a:cubicBezTo>
                          <a:pt x="2096" y="60"/>
                          <a:pt x="2129" y="93"/>
                          <a:pt x="2151" y="132"/>
                        </a:cubicBezTo>
                        <a:lnTo>
                          <a:pt x="2702" y="1086"/>
                        </a:lnTo>
                        <a:cubicBezTo>
                          <a:pt x="2726" y="1126"/>
                          <a:pt x="2740" y="1173"/>
                          <a:pt x="2740" y="1223"/>
                        </a:cubicBezTo>
                        <a:cubicBezTo>
                          <a:pt x="2740" y="1274"/>
                          <a:pt x="2726" y="1321"/>
                          <a:pt x="2701" y="1361"/>
                        </a:cubicBezTo>
                        <a:lnTo>
                          <a:pt x="2151" y="231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3D3D3"/>
                      </a:gs>
                      <a:gs pos="100000">
                        <a:srgbClr val="F9F9F9"/>
                      </a:gs>
                    </a:gsLst>
                    <a:lin ang="21594000" scaled="0"/>
                  </a:gradFill>
                  <a:ln w="12700" cap="flat">
                    <a:noFill/>
                    <a:prstDash val="solid"/>
                    <a:miter lim="800000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68562" tIns="34281" rIns="68562" bIns="34281" numCol="1" anchor="t" anchorCtr="0" compatLnSpc="1"/>
                  <a:lstStyle>
                    <a:defPPr>
                      <a:defRPr lang="zh-CN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80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9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8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350">
                      <a:solidFill>
                        <a:srgbClr val="414455"/>
                      </a:solidFill>
                    </a:endParaRPr>
                  </a:p>
                </p:txBody>
              </p:sp>
            </p:grpSp>
            <p:sp>
              <p:nvSpPr>
                <p:cNvPr id="43" name="Freeform 5"/>
                <p:cNvSpPr/>
                <p:nvPr/>
              </p:nvSpPr>
              <p:spPr bwMode="auto">
                <a:xfrm rot="1855731">
                  <a:off x="5470180" y="1383052"/>
                  <a:ext cx="576760" cy="520015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noFill/>
                <a:ln w="9525" cap="flat">
                  <a:solidFill>
                    <a:srgbClr val="414455"/>
                  </a:solidFill>
                  <a:prstDash val="sysDash"/>
                  <a:miter lim="800000"/>
                </a:ln>
                <a:effectLst/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41" name="TextBox 7"/>
              <p:cNvSpPr>
                <a:spLocks noChangeArrowheads="1"/>
              </p:cNvSpPr>
              <p:nvPr/>
            </p:nvSpPr>
            <p:spPr bwMode="auto">
              <a:xfrm>
                <a:off x="5478217" y="1546604"/>
                <a:ext cx="576064" cy="2484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100" b="1" dirty="0">
                    <a:solidFill>
                      <a:srgbClr val="414455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  <a:sym typeface="微软雅黑" panose="020B0503020204020204" pitchFamily="34" charset="-122"/>
                  </a:rPr>
                  <a:t>03</a:t>
                </a:r>
                <a:endParaRPr lang="zh-CN" altLang="en-US" sz="2100" b="1" dirty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6069004" y="3081089"/>
              <a:ext cx="863871" cy="778878"/>
              <a:chOff x="5424755" y="1340768"/>
              <a:chExt cx="670560" cy="604586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5424755" y="1340768"/>
                <a:ext cx="670560" cy="604586"/>
                <a:chOff x="5424755" y="1340768"/>
                <a:chExt cx="670560" cy="604586"/>
              </a:xfrm>
            </p:grpSpPr>
            <p:grpSp>
              <p:nvGrpSpPr>
                <p:cNvPr id="36" name="组合 35"/>
                <p:cNvGrpSpPr/>
                <p:nvPr/>
              </p:nvGrpSpPr>
              <p:grpSpPr>
                <a:xfrm>
                  <a:off x="5424755" y="1340768"/>
                  <a:ext cx="670560" cy="604586"/>
                  <a:chOff x="3720691" y="2824413"/>
                  <a:chExt cx="1341120" cy="1209172"/>
                </a:xfrm>
              </p:grpSpPr>
              <p:sp>
                <p:nvSpPr>
                  <p:cNvPr id="38" name="Freeform 5"/>
                  <p:cNvSpPr/>
                  <p:nvPr/>
                </p:nvSpPr>
                <p:spPr bwMode="auto">
                  <a:xfrm rot="1855731">
                    <a:off x="3720691" y="2824413"/>
                    <a:ext cx="1341120" cy="1209172"/>
                  </a:xfrm>
                  <a:custGeom>
                    <a:avLst/>
                    <a:gdLst>
                      <a:gd name="T0" fmla="*/ 2151 w 2740"/>
                      <a:gd name="T1" fmla="*/ 2315 h 2446"/>
                      <a:gd name="T2" fmla="*/ 2055 w 2740"/>
                      <a:gd name="T3" fmla="*/ 2410 h 2446"/>
                      <a:gd name="T4" fmla="*/ 1918 w 2740"/>
                      <a:gd name="T5" fmla="*/ 2445 h 2446"/>
                      <a:gd name="T6" fmla="*/ 816 w 2740"/>
                      <a:gd name="T7" fmla="*/ 2445 h 2446"/>
                      <a:gd name="T8" fmla="*/ 685 w 2740"/>
                      <a:gd name="T9" fmla="*/ 2410 h 2446"/>
                      <a:gd name="T10" fmla="*/ 589 w 2740"/>
                      <a:gd name="T11" fmla="*/ 2314 h 2446"/>
                      <a:gd name="T12" fmla="*/ 36 w 2740"/>
                      <a:gd name="T13" fmla="*/ 1356 h 2446"/>
                      <a:gd name="T14" fmla="*/ 0 w 2740"/>
                      <a:gd name="T15" fmla="*/ 1223 h 2446"/>
                      <a:gd name="T16" fmla="*/ 36 w 2740"/>
                      <a:gd name="T17" fmla="*/ 1089 h 2446"/>
                      <a:gd name="T18" fmla="*/ 587 w 2740"/>
                      <a:gd name="T19" fmla="*/ 135 h 2446"/>
                      <a:gd name="T20" fmla="*/ 685 w 2740"/>
                      <a:gd name="T21" fmla="*/ 37 h 2446"/>
                      <a:gd name="T22" fmla="*/ 810 w 2740"/>
                      <a:gd name="T23" fmla="*/ 1 h 2446"/>
                      <a:gd name="T24" fmla="*/ 1916 w 2740"/>
                      <a:gd name="T25" fmla="*/ 1 h 2446"/>
                      <a:gd name="T26" fmla="*/ 2055 w 2740"/>
                      <a:gd name="T27" fmla="*/ 37 h 2446"/>
                      <a:gd name="T28" fmla="*/ 2151 w 2740"/>
                      <a:gd name="T29" fmla="*/ 132 h 2446"/>
                      <a:gd name="T30" fmla="*/ 2702 w 2740"/>
                      <a:gd name="T31" fmla="*/ 1086 h 2446"/>
                      <a:gd name="T32" fmla="*/ 2740 w 2740"/>
                      <a:gd name="T33" fmla="*/ 1223 h 2446"/>
                      <a:gd name="T34" fmla="*/ 2701 w 2740"/>
                      <a:gd name="T35" fmla="*/ 1361 h 2446"/>
                      <a:gd name="T36" fmla="*/ 2151 w 2740"/>
                      <a:gd name="T37" fmla="*/ 2315 h 24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740" h="2446">
                        <a:moveTo>
                          <a:pt x="2151" y="2315"/>
                        </a:moveTo>
                        <a:cubicBezTo>
                          <a:pt x="2128" y="2353"/>
                          <a:pt x="2096" y="2386"/>
                          <a:pt x="2055" y="2410"/>
                        </a:cubicBezTo>
                        <a:cubicBezTo>
                          <a:pt x="2012" y="2435"/>
                          <a:pt x="1965" y="2446"/>
                          <a:pt x="1918" y="2445"/>
                        </a:cubicBezTo>
                        <a:lnTo>
                          <a:pt x="816" y="2445"/>
                        </a:lnTo>
                        <a:cubicBezTo>
                          <a:pt x="772" y="2445"/>
                          <a:pt x="726" y="2434"/>
                          <a:pt x="685" y="2410"/>
                        </a:cubicBezTo>
                        <a:cubicBezTo>
                          <a:pt x="644" y="2386"/>
                          <a:pt x="611" y="2353"/>
                          <a:pt x="589" y="2314"/>
                        </a:cubicBezTo>
                        <a:lnTo>
                          <a:pt x="36" y="1356"/>
                        </a:lnTo>
                        <a:cubicBezTo>
                          <a:pt x="13" y="1317"/>
                          <a:pt x="0" y="1272"/>
                          <a:pt x="0" y="1223"/>
                        </a:cubicBezTo>
                        <a:cubicBezTo>
                          <a:pt x="0" y="1174"/>
                          <a:pt x="13" y="1129"/>
                          <a:pt x="36" y="1089"/>
                        </a:cubicBezTo>
                        <a:lnTo>
                          <a:pt x="587" y="135"/>
                        </a:lnTo>
                        <a:cubicBezTo>
                          <a:pt x="610" y="96"/>
                          <a:pt x="643" y="61"/>
                          <a:pt x="685" y="37"/>
                        </a:cubicBezTo>
                        <a:cubicBezTo>
                          <a:pt x="724" y="14"/>
                          <a:pt x="767" y="2"/>
                          <a:pt x="810" y="1"/>
                        </a:cubicBezTo>
                        <a:lnTo>
                          <a:pt x="1916" y="1"/>
                        </a:lnTo>
                        <a:cubicBezTo>
                          <a:pt x="1963" y="0"/>
                          <a:pt x="2011" y="11"/>
                          <a:pt x="2055" y="37"/>
                        </a:cubicBezTo>
                        <a:cubicBezTo>
                          <a:pt x="2096" y="60"/>
                          <a:pt x="2129" y="93"/>
                          <a:pt x="2151" y="132"/>
                        </a:cubicBezTo>
                        <a:lnTo>
                          <a:pt x="2702" y="1086"/>
                        </a:lnTo>
                        <a:cubicBezTo>
                          <a:pt x="2726" y="1126"/>
                          <a:pt x="2740" y="1173"/>
                          <a:pt x="2740" y="1223"/>
                        </a:cubicBezTo>
                        <a:cubicBezTo>
                          <a:pt x="2740" y="1274"/>
                          <a:pt x="2726" y="1321"/>
                          <a:pt x="2701" y="1361"/>
                        </a:cubicBezTo>
                        <a:lnTo>
                          <a:pt x="2151" y="231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3D3D3"/>
                      </a:gs>
                      <a:gs pos="100000">
                        <a:srgbClr val="F9F9F9"/>
                      </a:gs>
                    </a:gsLst>
                    <a:lin ang="16200000" scaled="0"/>
                  </a:gradFill>
                  <a:ln w="12700" cap="flat">
                    <a:noFill/>
                    <a:prstDash val="solid"/>
                    <a:miter lim="800000"/>
                  </a:ln>
                  <a:effectLst>
                    <a:outerShdw blurRad="190500" dist="1143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68562" tIns="34281" rIns="68562" bIns="34281" numCol="1" anchor="t" anchorCtr="0" compatLnSpc="1"/>
                  <a:lstStyle>
                    <a:defPPr>
                      <a:defRPr lang="zh-CN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80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9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8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350">
                      <a:solidFill>
                        <a:srgbClr val="414455"/>
                      </a:solidFill>
                    </a:endParaRPr>
                  </a:p>
                </p:txBody>
              </p:sp>
              <p:sp>
                <p:nvSpPr>
                  <p:cNvPr id="39" name="Freeform 5"/>
                  <p:cNvSpPr/>
                  <p:nvPr/>
                </p:nvSpPr>
                <p:spPr bwMode="auto">
                  <a:xfrm rot="1855731">
                    <a:off x="3764581" y="2863367"/>
                    <a:ext cx="1264630" cy="1140208"/>
                  </a:xfrm>
                  <a:custGeom>
                    <a:avLst/>
                    <a:gdLst>
                      <a:gd name="T0" fmla="*/ 2151 w 2740"/>
                      <a:gd name="T1" fmla="*/ 2315 h 2446"/>
                      <a:gd name="T2" fmla="*/ 2055 w 2740"/>
                      <a:gd name="T3" fmla="*/ 2410 h 2446"/>
                      <a:gd name="T4" fmla="*/ 1918 w 2740"/>
                      <a:gd name="T5" fmla="*/ 2445 h 2446"/>
                      <a:gd name="T6" fmla="*/ 816 w 2740"/>
                      <a:gd name="T7" fmla="*/ 2445 h 2446"/>
                      <a:gd name="T8" fmla="*/ 685 w 2740"/>
                      <a:gd name="T9" fmla="*/ 2410 h 2446"/>
                      <a:gd name="T10" fmla="*/ 589 w 2740"/>
                      <a:gd name="T11" fmla="*/ 2314 h 2446"/>
                      <a:gd name="T12" fmla="*/ 36 w 2740"/>
                      <a:gd name="T13" fmla="*/ 1356 h 2446"/>
                      <a:gd name="T14" fmla="*/ 0 w 2740"/>
                      <a:gd name="T15" fmla="*/ 1223 h 2446"/>
                      <a:gd name="T16" fmla="*/ 36 w 2740"/>
                      <a:gd name="T17" fmla="*/ 1089 h 2446"/>
                      <a:gd name="T18" fmla="*/ 587 w 2740"/>
                      <a:gd name="T19" fmla="*/ 135 h 2446"/>
                      <a:gd name="T20" fmla="*/ 685 w 2740"/>
                      <a:gd name="T21" fmla="*/ 37 h 2446"/>
                      <a:gd name="T22" fmla="*/ 810 w 2740"/>
                      <a:gd name="T23" fmla="*/ 1 h 2446"/>
                      <a:gd name="T24" fmla="*/ 1916 w 2740"/>
                      <a:gd name="T25" fmla="*/ 1 h 2446"/>
                      <a:gd name="T26" fmla="*/ 2055 w 2740"/>
                      <a:gd name="T27" fmla="*/ 37 h 2446"/>
                      <a:gd name="T28" fmla="*/ 2151 w 2740"/>
                      <a:gd name="T29" fmla="*/ 132 h 2446"/>
                      <a:gd name="T30" fmla="*/ 2702 w 2740"/>
                      <a:gd name="T31" fmla="*/ 1086 h 2446"/>
                      <a:gd name="T32" fmla="*/ 2740 w 2740"/>
                      <a:gd name="T33" fmla="*/ 1223 h 2446"/>
                      <a:gd name="T34" fmla="*/ 2701 w 2740"/>
                      <a:gd name="T35" fmla="*/ 1361 h 2446"/>
                      <a:gd name="T36" fmla="*/ 2151 w 2740"/>
                      <a:gd name="T37" fmla="*/ 2315 h 24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740" h="2446">
                        <a:moveTo>
                          <a:pt x="2151" y="2315"/>
                        </a:moveTo>
                        <a:cubicBezTo>
                          <a:pt x="2128" y="2353"/>
                          <a:pt x="2096" y="2386"/>
                          <a:pt x="2055" y="2410"/>
                        </a:cubicBezTo>
                        <a:cubicBezTo>
                          <a:pt x="2012" y="2435"/>
                          <a:pt x="1965" y="2446"/>
                          <a:pt x="1918" y="2445"/>
                        </a:cubicBezTo>
                        <a:lnTo>
                          <a:pt x="816" y="2445"/>
                        </a:lnTo>
                        <a:cubicBezTo>
                          <a:pt x="772" y="2445"/>
                          <a:pt x="726" y="2434"/>
                          <a:pt x="685" y="2410"/>
                        </a:cubicBezTo>
                        <a:cubicBezTo>
                          <a:pt x="644" y="2386"/>
                          <a:pt x="611" y="2353"/>
                          <a:pt x="589" y="2314"/>
                        </a:cubicBezTo>
                        <a:lnTo>
                          <a:pt x="36" y="1356"/>
                        </a:lnTo>
                        <a:cubicBezTo>
                          <a:pt x="13" y="1317"/>
                          <a:pt x="0" y="1272"/>
                          <a:pt x="0" y="1223"/>
                        </a:cubicBezTo>
                        <a:cubicBezTo>
                          <a:pt x="0" y="1174"/>
                          <a:pt x="13" y="1129"/>
                          <a:pt x="36" y="1089"/>
                        </a:cubicBezTo>
                        <a:lnTo>
                          <a:pt x="587" y="135"/>
                        </a:lnTo>
                        <a:cubicBezTo>
                          <a:pt x="610" y="96"/>
                          <a:pt x="643" y="61"/>
                          <a:pt x="685" y="37"/>
                        </a:cubicBezTo>
                        <a:cubicBezTo>
                          <a:pt x="724" y="14"/>
                          <a:pt x="767" y="2"/>
                          <a:pt x="810" y="1"/>
                        </a:cubicBezTo>
                        <a:lnTo>
                          <a:pt x="1916" y="1"/>
                        </a:lnTo>
                        <a:cubicBezTo>
                          <a:pt x="1963" y="0"/>
                          <a:pt x="2011" y="11"/>
                          <a:pt x="2055" y="37"/>
                        </a:cubicBezTo>
                        <a:cubicBezTo>
                          <a:pt x="2096" y="60"/>
                          <a:pt x="2129" y="93"/>
                          <a:pt x="2151" y="132"/>
                        </a:cubicBezTo>
                        <a:lnTo>
                          <a:pt x="2702" y="1086"/>
                        </a:lnTo>
                        <a:cubicBezTo>
                          <a:pt x="2726" y="1126"/>
                          <a:pt x="2740" y="1173"/>
                          <a:pt x="2740" y="1223"/>
                        </a:cubicBezTo>
                        <a:cubicBezTo>
                          <a:pt x="2740" y="1274"/>
                          <a:pt x="2726" y="1321"/>
                          <a:pt x="2701" y="1361"/>
                        </a:cubicBezTo>
                        <a:lnTo>
                          <a:pt x="2151" y="231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3D3D3"/>
                      </a:gs>
                      <a:gs pos="100000">
                        <a:srgbClr val="F9F9F9"/>
                      </a:gs>
                    </a:gsLst>
                    <a:lin ang="21594000" scaled="0"/>
                  </a:gradFill>
                  <a:ln w="12700" cap="flat">
                    <a:noFill/>
                    <a:prstDash val="solid"/>
                    <a:miter lim="800000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68562" tIns="34281" rIns="68562" bIns="34281" numCol="1" anchor="t" anchorCtr="0" compatLnSpc="1"/>
                  <a:lstStyle>
                    <a:defPPr>
                      <a:defRPr lang="zh-CN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80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9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8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350">
                      <a:solidFill>
                        <a:srgbClr val="414455"/>
                      </a:solidFill>
                    </a:endParaRPr>
                  </a:p>
                </p:txBody>
              </p:sp>
            </p:grpSp>
            <p:sp>
              <p:nvSpPr>
                <p:cNvPr id="37" name="Freeform 5"/>
                <p:cNvSpPr/>
                <p:nvPr/>
              </p:nvSpPr>
              <p:spPr bwMode="auto">
                <a:xfrm rot="1855731">
                  <a:off x="5470180" y="1383052"/>
                  <a:ext cx="576760" cy="520015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noFill/>
                <a:ln w="9525" cap="flat">
                  <a:solidFill>
                    <a:srgbClr val="414455"/>
                  </a:solidFill>
                  <a:prstDash val="sysDash"/>
                  <a:miter lim="800000"/>
                </a:ln>
                <a:effectLst/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35" name="TextBox 7"/>
              <p:cNvSpPr>
                <a:spLocks noChangeArrowheads="1"/>
              </p:cNvSpPr>
              <p:nvPr/>
            </p:nvSpPr>
            <p:spPr bwMode="auto">
              <a:xfrm>
                <a:off x="5478217" y="1546604"/>
                <a:ext cx="576064" cy="2484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100" b="1" dirty="0">
                    <a:solidFill>
                      <a:srgbClr val="414455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  <a:sym typeface="微软雅黑" panose="020B0503020204020204" pitchFamily="34" charset="-122"/>
                  </a:rPr>
                  <a:t>02</a:t>
                </a:r>
                <a:endParaRPr lang="zh-CN" altLang="en-US" sz="2100" b="1" dirty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6554931" y="2356204"/>
              <a:ext cx="863871" cy="778878"/>
              <a:chOff x="5424755" y="1340768"/>
              <a:chExt cx="670560" cy="604586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5424755" y="1340768"/>
                <a:ext cx="670560" cy="604586"/>
                <a:chOff x="5424755" y="1340768"/>
                <a:chExt cx="670560" cy="604586"/>
              </a:xfrm>
            </p:grpSpPr>
            <p:grpSp>
              <p:nvGrpSpPr>
                <p:cNvPr id="30" name="组合 29"/>
                <p:cNvGrpSpPr/>
                <p:nvPr/>
              </p:nvGrpSpPr>
              <p:grpSpPr>
                <a:xfrm>
                  <a:off x="5424755" y="1340768"/>
                  <a:ext cx="670560" cy="604586"/>
                  <a:chOff x="3720691" y="2824413"/>
                  <a:chExt cx="1341120" cy="1209172"/>
                </a:xfrm>
              </p:grpSpPr>
              <p:sp>
                <p:nvSpPr>
                  <p:cNvPr id="32" name="Freeform 5"/>
                  <p:cNvSpPr/>
                  <p:nvPr/>
                </p:nvSpPr>
                <p:spPr bwMode="auto">
                  <a:xfrm rot="1855731">
                    <a:off x="3720691" y="2824413"/>
                    <a:ext cx="1341120" cy="1209172"/>
                  </a:xfrm>
                  <a:custGeom>
                    <a:avLst/>
                    <a:gdLst>
                      <a:gd name="T0" fmla="*/ 2151 w 2740"/>
                      <a:gd name="T1" fmla="*/ 2315 h 2446"/>
                      <a:gd name="T2" fmla="*/ 2055 w 2740"/>
                      <a:gd name="T3" fmla="*/ 2410 h 2446"/>
                      <a:gd name="T4" fmla="*/ 1918 w 2740"/>
                      <a:gd name="T5" fmla="*/ 2445 h 2446"/>
                      <a:gd name="T6" fmla="*/ 816 w 2740"/>
                      <a:gd name="T7" fmla="*/ 2445 h 2446"/>
                      <a:gd name="T8" fmla="*/ 685 w 2740"/>
                      <a:gd name="T9" fmla="*/ 2410 h 2446"/>
                      <a:gd name="T10" fmla="*/ 589 w 2740"/>
                      <a:gd name="T11" fmla="*/ 2314 h 2446"/>
                      <a:gd name="T12" fmla="*/ 36 w 2740"/>
                      <a:gd name="T13" fmla="*/ 1356 h 2446"/>
                      <a:gd name="T14" fmla="*/ 0 w 2740"/>
                      <a:gd name="T15" fmla="*/ 1223 h 2446"/>
                      <a:gd name="T16" fmla="*/ 36 w 2740"/>
                      <a:gd name="T17" fmla="*/ 1089 h 2446"/>
                      <a:gd name="T18" fmla="*/ 587 w 2740"/>
                      <a:gd name="T19" fmla="*/ 135 h 2446"/>
                      <a:gd name="T20" fmla="*/ 685 w 2740"/>
                      <a:gd name="T21" fmla="*/ 37 h 2446"/>
                      <a:gd name="T22" fmla="*/ 810 w 2740"/>
                      <a:gd name="T23" fmla="*/ 1 h 2446"/>
                      <a:gd name="T24" fmla="*/ 1916 w 2740"/>
                      <a:gd name="T25" fmla="*/ 1 h 2446"/>
                      <a:gd name="T26" fmla="*/ 2055 w 2740"/>
                      <a:gd name="T27" fmla="*/ 37 h 2446"/>
                      <a:gd name="T28" fmla="*/ 2151 w 2740"/>
                      <a:gd name="T29" fmla="*/ 132 h 2446"/>
                      <a:gd name="T30" fmla="*/ 2702 w 2740"/>
                      <a:gd name="T31" fmla="*/ 1086 h 2446"/>
                      <a:gd name="T32" fmla="*/ 2740 w 2740"/>
                      <a:gd name="T33" fmla="*/ 1223 h 2446"/>
                      <a:gd name="T34" fmla="*/ 2701 w 2740"/>
                      <a:gd name="T35" fmla="*/ 1361 h 2446"/>
                      <a:gd name="T36" fmla="*/ 2151 w 2740"/>
                      <a:gd name="T37" fmla="*/ 2315 h 24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740" h="2446">
                        <a:moveTo>
                          <a:pt x="2151" y="2315"/>
                        </a:moveTo>
                        <a:cubicBezTo>
                          <a:pt x="2128" y="2353"/>
                          <a:pt x="2096" y="2386"/>
                          <a:pt x="2055" y="2410"/>
                        </a:cubicBezTo>
                        <a:cubicBezTo>
                          <a:pt x="2012" y="2435"/>
                          <a:pt x="1965" y="2446"/>
                          <a:pt x="1918" y="2445"/>
                        </a:cubicBezTo>
                        <a:lnTo>
                          <a:pt x="816" y="2445"/>
                        </a:lnTo>
                        <a:cubicBezTo>
                          <a:pt x="772" y="2445"/>
                          <a:pt x="726" y="2434"/>
                          <a:pt x="685" y="2410"/>
                        </a:cubicBezTo>
                        <a:cubicBezTo>
                          <a:pt x="644" y="2386"/>
                          <a:pt x="611" y="2353"/>
                          <a:pt x="589" y="2314"/>
                        </a:cubicBezTo>
                        <a:lnTo>
                          <a:pt x="36" y="1356"/>
                        </a:lnTo>
                        <a:cubicBezTo>
                          <a:pt x="13" y="1317"/>
                          <a:pt x="0" y="1272"/>
                          <a:pt x="0" y="1223"/>
                        </a:cubicBezTo>
                        <a:cubicBezTo>
                          <a:pt x="0" y="1174"/>
                          <a:pt x="13" y="1129"/>
                          <a:pt x="36" y="1089"/>
                        </a:cubicBezTo>
                        <a:lnTo>
                          <a:pt x="587" y="135"/>
                        </a:lnTo>
                        <a:cubicBezTo>
                          <a:pt x="610" y="96"/>
                          <a:pt x="643" y="61"/>
                          <a:pt x="685" y="37"/>
                        </a:cubicBezTo>
                        <a:cubicBezTo>
                          <a:pt x="724" y="14"/>
                          <a:pt x="767" y="2"/>
                          <a:pt x="810" y="1"/>
                        </a:cubicBezTo>
                        <a:lnTo>
                          <a:pt x="1916" y="1"/>
                        </a:lnTo>
                        <a:cubicBezTo>
                          <a:pt x="1963" y="0"/>
                          <a:pt x="2011" y="11"/>
                          <a:pt x="2055" y="37"/>
                        </a:cubicBezTo>
                        <a:cubicBezTo>
                          <a:pt x="2096" y="60"/>
                          <a:pt x="2129" y="93"/>
                          <a:pt x="2151" y="132"/>
                        </a:cubicBezTo>
                        <a:lnTo>
                          <a:pt x="2702" y="1086"/>
                        </a:lnTo>
                        <a:cubicBezTo>
                          <a:pt x="2726" y="1126"/>
                          <a:pt x="2740" y="1173"/>
                          <a:pt x="2740" y="1223"/>
                        </a:cubicBezTo>
                        <a:cubicBezTo>
                          <a:pt x="2740" y="1274"/>
                          <a:pt x="2726" y="1321"/>
                          <a:pt x="2701" y="1361"/>
                        </a:cubicBezTo>
                        <a:lnTo>
                          <a:pt x="2151" y="231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3D3D3"/>
                      </a:gs>
                      <a:gs pos="100000">
                        <a:srgbClr val="F9F9F9"/>
                      </a:gs>
                    </a:gsLst>
                    <a:lin ang="16200000" scaled="0"/>
                  </a:gradFill>
                  <a:ln w="12700" cap="flat">
                    <a:noFill/>
                    <a:prstDash val="solid"/>
                    <a:miter lim="800000"/>
                  </a:ln>
                  <a:effectLst>
                    <a:outerShdw blurRad="190500" dist="1143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68562" tIns="34281" rIns="68562" bIns="34281" numCol="1" anchor="t" anchorCtr="0" compatLnSpc="1"/>
                  <a:lstStyle>
                    <a:defPPr>
                      <a:defRPr lang="zh-CN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80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9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8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350">
                      <a:solidFill>
                        <a:srgbClr val="414455"/>
                      </a:solidFill>
                    </a:endParaRPr>
                  </a:p>
                </p:txBody>
              </p:sp>
              <p:sp>
                <p:nvSpPr>
                  <p:cNvPr id="33" name="Freeform 5"/>
                  <p:cNvSpPr/>
                  <p:nvPr/>
                </p:nvSpPr>
                <p:spPr bwMode="auto">
                  <a:xfrm rot="1855731">
                    <a:off x="3764581" y="2863367"/>
                    <a:ext cx="1264630" cy="1140208"/>
                  </a:xfrm>
                  <a:custGeom>
                    <a:avLst/>
                    <a:gdLst>
                      <a:gd name="T0" fmla="*/ 2151 w 2740"/>
                      <a:gd name="T1" fmla="*/ 2315 h 2446"/>
                      <a:gd name="T2" fmla="*/ 2055 w 2740"/>
                      <a:gd name="T3" fmla="*/ 2410 h 2446"/>
                      <a:gd name="T4" fmla="*/ 1918 w 2740"/>
                      <a:gd name="T5" fmla="*/ 2445 h 2446"/>
                      <a:gd name="T6" fmla="*/ 816 w 2740"/>
                      <a:gd name="T7" fmla="*/ 2445 h 2446"/>
                      <a:gd name="T8" fmla="*/ 685 w 2740"/>
                      <a:gd name="T9" fmla="*/ 2410 h 2446"/>
                      <a:gd name="T10" fmla="*/ 589 w 2740"/>
                      <a:gd name="T11" fmla="*/ 2314 h 2446"/>
                      <a:gd name="T12" fmla="*/ 36 w 2740"/>
                      <a:gd name="T13" fmla="*/ 1356 h 2446"/>
                      <a:gd name="T14" fmla="*/ 0 w 2740"/>
                      <a:gd name="T15" fmla="*/ 1223 h 2446"/>
                      <a:gd name="T16" fmla="*/ 36 w 2740"/>
                      <a:gd name="T17" fmla="*/ 1089 h 2446"/>
                      <a:gd name="T18" fmla="*/ 587 w 2740"/>
                      <a:gd name="T19" fmla="*/ 135 h 2446"/>
                      <a:gd name="T20" fmla="*/ 685 w 2740"/>
                      <a:gd name="T21" fmla="*/ 37 h 2446"/>
                      <a:gd name="T22" fmla="*/ 810 w 2740"/>
                      <a:gd name="T23" fmla="*/ 1 h 2446"/>
                      <a:gd name="T24" fmla="*/ 1916 w 2740"/>
                      <a:gd name="T25" fmla="*/ 1 h 2446"/>
                      <a:gd name="T26" fmla="*/ 2055 w 2740"/>
                      <a:gd name="T27" fmla="*/ 37 h 2446"/>
                      <a:gd name="T28" fmla="*/ 2151 w 2740"/>
                      <a:gd name="T29" fmla="*/ 132 h 2446"/>
                      <a:gd name="T30" fmla="*/ 2702 w 2740"/>
                      <a:gd name="T31" fmla="*/ 1086 h 2446"/>
                      <a:gd name="T32" fmla="*/ 2740 w 2740"/>
                      <a:gd name="T33" fmla="*/ 1223 h 2446"/>
                      <a:gd name="T34" fmla="*/ 2701 w 2740"/>
                      <a:gd name="T35" fmla="*/ 1361 h 2446"/>
                      <a:gd name="T36" fmla="*/ 2151 w 2740"/>
                      <a:gd name="T37" fmla="*/ 2315 h 24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740" h="2446">
                        <a:moveTo>
                          <a:pt x="2151" y="2315"/>
                        </a:moveTo>
                        <a:cubicBezTo>
                          <a:pt x="2128" y="2353"/>
                          <a:pt x="2096" y="2386"/>
                          <a:pt x="2055" y="2410"/>
                        </a:cubicBezTo>
                        <a:cubicBezTo>
                          <a:pt x="2012" y="2435"/>
                          <a:pt x="1965" y="2446"/>
                          <a:pt x="1918" y="2445"/>
                        </a:cubicBezTo>
                        <a:lnTo>
                          <a:pt x="816" y="2445"/>
                        </a:lnTo>
                        <a:cubicBezTo>
                          <a:pt x="772" y="2445"/>
                          <a:pt x="726" y="2434"/>
                          <a:pt x="685" y="2410"/>
                        </a:cubicBezTo>
                        <a:cubicBezTo>
                          <a:pt x="644" y="2386"/>
                          <a:pt x="611" y="2353"/>
                          <a:pt x="589" y="2314"/>
                        </a:cubicBezTo>
                        <a:lnTo>
                          <a:pt x="36" y="1356"/>
                        </a:lnTo>
                        <a:cubicBezTo>
                          <a:pt x="13" y="1317"/>
                          <a:pt x="0" y="1272"/>
                          <a:pt x="0" y="1223"/>
                        </a:cubicBezTo>
                        <a:cubicBezTo>
                          <a:pt x="0" y="1174"/>
                          <a:pt x="13" y="1129"/>
                          <a:pt x="36" y="1089"/>
                        </a:cubicBezTo>
                        <a:lnTo>
                          <a:pt x="587" y="135"/>
                        </a:lnTo>
                        <a:cubicBezTo>
                          <a:pt x="610" y="96"/>
                          <a:pt x="643" y="61"/>
                          <a:pt x="685" y="37"/>
                        </a:cubicBezTo>
                        <a:cubicBezTo>
                          <a:pt x="724" y="14"/>
                          <a:pt x="767" y="2"/>
                          <a:pt x="810" y="1"/>
                        </a:cubicBezTo>
                        <a:lnTo>
                          <a:pt x="1916" y="1"/>
                        </a:lnTo>
                        <a:cubicBezTo>
                          <a:pt x="1963" y="0"/>
                          <a:pt x="2011" y="11"/>
                          <a:pt x="2055" y="37"/>
                        </a:cubicBezTo>
                        <a:cubicBezTo>
                          <a:pt x="2096" y="60"/>
                          <a:pt x="2129" y="93"/>
                          <a:pt x="2151" y="132"/>
                        </a:cubicBezTo>
                        <a:lnTo>
                          <a:pt x="2702" y="1086"/>
                        </a:lnTo>
                        <a:cubicBezTo>
                          <a:pt x="2726" y="1126"/>
                          <a:pt x="2740" y="1173"/>
                          <a:pt x="2740" y="1223"/>
                        </a:cubicBezTo>
                        <a:cubicBezTo>
                          <a:pt x="2740" y="1274"/>
                          <a:pt x="2726" y="1321"/>
                          <a:pt x="2701" y="1361"/>
                        </a:cubicBezTo>
                        <a:lnTo>
                          <a:pt x="2151" y="231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3D3D3"/>
                      </a:gs>
                      <a:gs pos="100000">
                        <a:srgbClr val="F9F9F9"/>
                      </a:gs>
                    </a:gsLst>
                    <a:lin ang="21594000" scaled="0"/>
                  </a:gradFill>
                  <a:ln w="12700" cap="flat">
                    <a:noFill/>
                    <a:prstDash val="solid"/>
                    <a:miter lim="800000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68562" tIns="34281" rIns="68562" bIns="34281" numCol="1" anchor="t" anchorCtr="0" compatLnSpc="1"/>
                  <a:lstStyle>
                    <a:defPPr>
                      <a:defRPr lang="zh-CN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80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9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835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350">
                      <a:solidFill>
                        <a:srgbClr val="414455"/>
                      </a:solidFill>
                    </a:endParaRPr>
                  </a:p>
                </p:txBody>
              </p:sp>
            </p:grpSp>
            <p:sp>
              <p:nvSpPr>
                <p:cNvPr id="31" name="Freeform 5"/>
                <p:cNvSpPr/>
                <p:nvPr/>
              </p:nvSpPr>
              <p:spPr bwMode="auto">
                <a:xfrm rot="1855731">
                  <a:off x="5470180" y="1383052"/>
                  <a:ext cx="576760" cy="520015"/>
                </a:xfrm>
                <a:custGeom>
                  <a:avLst/>
                  <a:gdLst>
                    <a:gd name="T0" fmla="*/ 2151 w 2740"/>
                    <a:gd name="T1" fmla="*/ 2315 h 2446"/>
                    <a:gd name="T2" fmla="*/ 2055 w 2740"/>
                    <a:gd name="T3" fmla="*/ 2410 h 2446"/>
                    <a:gd name="T4" fmla="*/ 1918 w 2740"/>
                    <a:gd name="T5" fmla="*/ 2445 h 2446"/>
                    <a:gd name="T6" fmla="*/ 816 w 2740"/>
                    <a:gd name="T7" fmla="*/ 2445 h 2446"/>
                    <a:gd name="T8" fmla="*/ 685 w 2740"/>
                    <a:gd name="T9" fmla="*/ 2410 h 2446"/>
                    <a:gd name="T10" fmla="*/ 589 w 2740"/>
                    <a:gd name="T11" fmla="*/ 2314 h 2446"/>
                    <a:gd name="T12" fmla="*/ 36 w 2740"/>
                    <a:gd name="T13" fmla="*/ 1356 h 2446"/>
                    <a:gd name="T14" fmla="*/ 0 w 2740"/>
                    <a:gd name="T15" fmla="*/ 1223 h 2446"/>
                    <a:gd name="T16" fmla="*/ 36 w 2740"/>
                    <a:gd name="T17" fmla="*/ 1089 h 2446"/>
                    <a:gd name="T18" fmla="*/ 587 w 2740"/>
                    <a:gd name="T19" fmla="*/ 135 h 2446"/>
                    <a:gd name="T20" fmla="*/ 685 w 2740"/>
                    <a:gd name="T21" fmla="*/ 37 h 2446"/>
                    <a:gd name="T22" fmla="*/ 810 w 2740"/>
                    <a:gd name="T23" fmla="*/ 1 h 2446"/>
                    <a:gd name="T24" fmla="*/ 1916 w 2740"/>
                    <a:gd name="T25" fmla="*/ 1 h 2446"/>
                    <a:gd name="T26" fmla="*/ 2055 w 2740"/>
                    <a:gd name="T27" fmla="*/ 37 h 2446"/>
                    <a:gd name="T28" fmla="*/ 2151 w 2740"/>
                    <a:gd name="T29" fmla="*/ 132 h 2446"/>
                    <a:gd name="T30" fmla="*/ 2702 w 2740"/>
                    <a:gd name="T31" fmla="*/ 1086 h 2446"/>
                    <a:gd name="T32" fmla="*/ 2740 w 2740"/>
                    <a:gd name="T33" fmla="*/ 1223 h 2446"/>
                    <a:gd name="T34" fmla="*/ 2701 w 2740"/>
                    <a:gd name="T35" fmla="*/ 1361 h 2446"/>
                    <a:gd name="T36" fmla="*/ 2151 w 2740"/>
                    <a:gd name="T37" fmla="*/ 2315 h 2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740" h="2446">
                      <a:moveTo>
                        <a:pt x="2151" y="2315"/>
                      </a:moveTo>
                      <a:cubicBezTo>
                        <a:pt x="2128" y="2353"/>
                        <a:pt x="2096" y="2386"/>
                        <a:pt x="2055" y="2410"/>
                      </a:cubicBezTo>
                      <a:cubicBezTo>
                        <a:pt x="2012" y="2435"/>
                        <a:pt x="1965" y="2446"/>
                        <a:pt x="1918" y="2445"/>
                      </a:cubicBezTo>
                      <a:lnTo>
                        <a:pt x="816" y="2445"/>
                      </a:lnTo>
                      <a:cubicBezTo>
                        <a:pt x="772" y="2445"/>
                        <a:pt x="726" y="2434"/>
                        <a:pt x="685" y="2410"/>
                      </a:cubicBezTo>
                      <a:cubicBezTo>
                        <a:pt x="644" y="2386"/>
                        <a:pt x="611" y="2353"/>
                        <a:pt x="589" y="2314"/>
                      </a:cubicBezTo>
                      <a:lnTo>
                        <a:pt x="36" y="1356"/>
                      </a:lnTo>
                      <a:cubicBezTo>
                        <a:pt x="13" y="1317"/>
                        <a:pt x="0" y="1272"/>
                        <a:pt x="0" y="1223"/>
                      </a:cubicBezTo>
                      <a:cubicBezTo>
                        <a:pt x="0" y="1174"/>
                        <a:pt x="13" y="1129"/>
                        <a:pt x="36" y="1089"/>
                      </a:cubicBezTo>
                      <a:lnTo>
                        <a:pt x="587" y="135"/>
                      </a:lnTo>
                      <a:cubicBezTo>
                        <a:pt x="610" y="96"/>
                        <a:pt x="643" y="61"/>
                        <a:pt x="685" y="37"/>
                      </a:cubicBezTo>
                      <a:cubicBezTo>
                        <a:pt x="724" y="14"/>
                        <a:pt x="767" y="2"/>
                        <a:pt x="810" y="1"/>
                      </a:cubicBezTo>
                      <a:lnTo>
                        <a:pt x="1916" y="1"/>
                      </a:lnTo>
                      <a:cubicBezTo>
                        <a:pt x="1963" y="0"/>
                        <a:pt x="2011" y="11"/>
                        <a:pt x="2055" y="37"/>
                      </a:cubicBezTo>
                      <a:cubicBezTo>
                        <a:pt x="2096" y="60"/>
                        <a:pt x="2129" y="93"/>
                        <a:pt x="2151" y="132"/>
                      </a:cubicBezTo>
                      <a:lnTo>
                        <a:pt x="2702" y="1086"/>
                      </a:lnTo>
                      <a:cubicBezTo>
                        <a:pt x="2726" y="1126"/>
                        <a:pt x="2740" y="1173"/>
                        <a:pt x="2740" y="1223"/>
                      </a:cubicBezTo>
                      <a:cubicBezTo>
                        <a:pt x="2740" y="1274"/>
                        <a:pt x="2726" y="1321"/>
                        <a:pt x="2701" y="1361"/>
                      </a:cubicBezTo>
                      <a:lnTo>
                        <a:pt x="2151" y="2315"/>
                      </a:lnTo>
                      <a:close/>
                    </a:path>
                  </a:pathLst>
                </a:custGeom>
                <a:noFill/>
                <a:ln w="9525" cap="flat">
                  <a:solidFill>
                    <a:srgbClr val="414455"/>
                  </a:solidFill>
                  <a:prstDash val="sysDash"/>
                  <a:miter lim="800000"/>
                </a:ln>
                <a:effectLst/>
              </p:spPr>
              <p:txBody>
                <a:bodyPr vert="horz" wrap="square" lIns="68562" tIns="34281" rIns="68562" bIns="34281" numCol="1" anchor="t" anchorCtr="0" compatLnSpc="1"/>
                <a:lstStyle>
                  <a:defPPr>
                    <a:defRPr lang="zh-CN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80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835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350">
                    <a:solidFill>
                      <a:srgbClr val="414455"/>
                    </a:solidFill>
                  </a:endParaRPr>
                </a:p>
              </p:txBody>
            </p:sp>
          </p:grpSp>
          <p:sp>
            <p:nvSpPr>
              <p:cNvPr id="29" name="TextBox 7"/>
              <p:cNvSpPr>
                <a:spLocks noChangeArrowheads="1"/>
              </p:cNvSpPr>
              <p:nvPr/>
            </p:nvSpPr>
            <p:spPr bwMode="auto">
              <a:xfrm>
                <a:off x="5478217" y="1546604"/>
                <a:ext cx="576064" cy="2484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100" b="1" dirty="0">
                    <a:solidFill>
                      <a:srgbClr val="414455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  <a:sym typeface="微软雅黑" panose="020B0503020204020204" pitchFamily="34" charset="-122"/>
                  </a:rPr>
                  <a:t>01</a:t>
                </a:r>
                <a:endParaRPr lang="zh-CN" altLang="en-US" sz="2100" b="1" dirty="0">
                  <a:solidFill>
                    <a:srgbClr val="414455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7" name="矩形 16"/>
            <p:cNvSpPr/>
            <p:nvPr/>
          </p:nvSpPr>
          <p:spPr>
            <a:xfrm>
              <a:off x="7519852" y="2379194"/>
              <a:ext cx="1788668" cy="287655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350" b="1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>
              <a:spLocks noChangeArrowheads="1"/>
            </p:cNvSpPr>
            <p:nvPr/>
          </p:nvSpPr>
          <p:spPr bwMode="auto">
            <a:xfrm>
              <a:off x="7519336" y="2621380"/>
              <a:ext cx="2167127" cy="45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55" tIns="34278" rIns="68555" bIns="3427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sym typeface="微软雅黑" panose="020B0503020204020204" pitchFamily="34" charset="-122"/>
                </a:rPr>
                <a:t>在此录入上述图表的描述明，在此录入上述图表的描述说。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7095366" y="3191860"/>
              <a:ext cx="1788668" cy="287655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350" b="1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>
              <a:spLocks noChangeArrowheads="1"/>
            </p:cNvSpPr>
            <p:nvPr/>
          </p:nvSpPr>
          <p:spPr bwMode="auto">
            <a:xfrm>
              <a:off x="7094850" y="3434045"/>
              <a:ext cx="2167127" cy="45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55" tIns="34278" rIns="68555" bIns="3427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sym typeface="微软雅黑" panose="020B0503020204020204" pitchFamily="34" charset="-122"/>
                </a:rPr>
                <a:t>在此录入上述图表的描述明，在此录入上述图表的描述说。</a:t>
              </a:r>
            </a:p>
          </p:txBody>
        </p:sp>
        <p:sp>
          <p:nvSpPr>
            <p:cNvPr id="21" name="矩形 20"/>
            <p:cNvSpPr/>
            <p:nvPr/>
          </p:nvSpPr>
          <p:spPr>
            <a:xfrm>
              <a:off x="2937987" y="3189073"/>
              <a:ext cx="1788668" cy="287655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350" b="1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>
              <a:spLocks noChangeArrowheads="1"/>
            </p:cNvSpPr>
            <p:nvPr/>
          </p:nvSpPr>
          <p:spPr bwMode="auto">
            <a:xfrm>
              <a:off x="2937471" y="3431259"/>
              <a:ext cx="2167127" cy="45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55" tIns="34278" rIns="68555" bIns="3427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sym typeface="微软雅黑" panose="020B0503020204020204" pitchFamily="34" charset="-122"/>
                </a:rPr>
                <a:t>在此录入上述图表的描述明，在此录入上述图表的描述说。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2506051" y="4001739"/>
              <a:ext cx="1788668" cy="287655"/>
            </a:xfrm>
            <a:prstGeom prst="rect">
              <a:avLst/>
            </a:prstGeom>
          </p:spPr>
          <p:txBody>
            <a:bodyPr wrap="square" lIns="68555" tIns="34278" rIns="68555" bIns="34278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0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835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350" b="1" dirty="0">
                  <a:solidFill>
                    <a:srgbClr val="4144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en-US" altLang="zh-CN" sz="135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>
              <a:spLocks noChangeArrowheads="1"/>
            </p:cNvSpPr>
            <p:nvPr/>
          </p:nvSpPr>
          <p:spPr bwMode="auto">
            <a:xfrm>
              <a:off x="2505536" y="4243924"/>
              <a:ext cx="2167127" cy="45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55" tIns="34278" rIns="68555" bIns="3427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sym typeface="微软雅黑" panose="020B0503020204020204" pitchFamily="34" charset="-122"/>
                </a:rPr>
                <a:t>在此录入上述图表的描述明，在此录入上述图表的描述说。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6986832" y="2163226"/>
              <a:ext cx="208733" cy="138347"/>
              <a:chOff x="9482595" y="2565731"/>
              <a:chExt cx="278384" cy="184511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9482595" y="2565731"/>
                <a:ext cx="71376" cy="713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9625979" y="2615242"/>
                <a:ext cx="135000" cy="135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80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9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835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350">
                  <a:solidFill>
                    <a:srgbClr val="414455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4193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0400" y="1162798"/>
            <a:ext cx="1088813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[1]</a:t>
            </a:r>
            <a:r>
              <a:rPr lang="zh-CN" altLang="en-US" sz="1400" dirty="0"/>
              <a:t>吝春妮。</a:t>
            </a:r>
            <a:r>
              <a:rPr lang="zh-CN" altLang="en-US" sz="1400" b="1" dirty="0"/>
              <a:t>精品课程网站的优化设计策略研究</a:t>
            </a:r>
            <a:r>
              <a:rPr lang="en-US" altLang="zh-CN" sz="1400" b="1" dirty="0"/>
              <a:t>[J]</a:t>
            </a:r>
            <a:r>
              <a:rPr lang="en-US" altLang="zh-CN" sz="1400" dirty="0"/>
              <a:t>.</a:t>
            </a:r>
            <a:r>
              <a:rPr lang="zh-CN" altLang="en-US" sz="1400" dirty="0"/>
              <a:t>中国信息技术教育，</a:t>
            </a:r>
            <a:r>
              <a:rPr lang="en-US" altLang="zh-CN" sz="1400" dirty="0"/>
              <a:t>2016</a:t>
            </a:r>
            <a:r>
              <a:rPr lang="zh-CN" altLang="en-US" sz="1400" dirty="0"/>
              <a:t>，（</a:t>
            </a:r>
            <a:r>
              <a:rPr lang="en-US" altLang="zh-CN" sz="1400" dirty="0"/>
              <a:t>23</a:t>
            </a:r>
            <a:r>
              <a:rPr lang="zh-CN" altLang="en-US" sz="1400" dirty="0"/>
              <a:t>）：</a:t>
            </a:r>
            <a:r>
              <a:rPr lang="en-US" altLang="zh-CN" sz="1400" dirty="0"/>
              <a:t>110-112.</a:t>
            </a:r>
            <a:br>
              <a:rPr lang="en-US" altLang="zh-CN" sz="1400" dirty="0"/>
            </a:br>
            <a:r>
              <a:rPr lang="en-US" altLang="zh-CN" sz="1400" dirty="0"/>
              <a:t>[2]</a:t>
            </a:r>
            <a:r>
              <a:rPr lang="zh-CN" altLang="en-US" sz="1400" dirty="0"/>
              <a:t>伍双林。</a:t>
            </a:r>
            <a:r>
              <a:rPr lang="zh-CN" altLang="en-US" sz="1400" b="1" dirty="0"/>
              <a:t>微型网站与微信公众平台相融合的移动化学习设计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发明与创新</a:t>
            </a:r>
            <a:r>
              <a:rPr lang="zh-CN" altLang="en-US" sz="1400" dirty="0"/>
              <a:t>（教育信息化），</a:t>
            </a:r>
            <a:r>
              <a:rPr lang="en-US" altLang="zh-CN" sz="1400" dirty="0"/>
              <a:t>2016</a:t>
            </a:r>
            <a:r>
              <a:rPr lang="zh-CN" altLang="en-US" sz="1400" dirty="0"/>
              <a:t>，（</a:t>
            </a:r>
            <a:r>
              <a:rPr lang="en-US" altLang="zh-CN" sz="1400" dirty="0"/>
              <a:t>11</a:t>
            </a:r>
            <a:r>
              <a:rPr lang="zh-CN" altLang="en-US" sz="1400" dirty="0"/>
              <a:t>）：</a:t>
            </a:r>
            <a:r>
              <a:rPr lang="en-US" altLang="zh-CN" sz="1400" dirty="0"/>
              <a:t>42-45.</a:t>
            </a:r>
            <a:br>
              <a:rPr lang="en-US" altLang="zh-CN" sz="1400" dirty="0"/>
            </a:br>
            <a:r>
              <a:rPr lang="en-US" altLang="zh-CN" sz="1400" dirty="0"/>
              <a:t>[3]</a:t>
            </a:r>
            <a:r>
              <a:rPr lang="zh-CN" altLang="en-US" sz="1400" dirty="0"/>
              <a:t>高长军。</a:t>
            </a:r>
            <a:r>
              <a:rPr lang="en-US" altLang="zh-CN" sz="1400" dirty="0"/>
              <a:t>《</a:t>
            </a:r>
            <a:r>
              <a:rPr lang="zh-CN" altLang="en-US" sz="1400" b="1" dirty="0"/>
              <a:t>网站设计与制作</a:t>
            </a:r>
            <a:r>
              <a:rPr lang="en-US" altLang="zh-CN" sz="1400" b="1" dirty="0"/>
              <a:t>》</a:t>
            </a:r>
            <a:r>
              <a:rPr lang="zh-CN" altLang="en-US" sz="1400" b="1" dirty="0"/>
              <a:t>教学环境搭建技巧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中小学实验与装备</a:t>
            </a:r>
            <a:r>
              <a:rPr lang="zh-CN" altLang="en-US" sz="1400" dirty="0"/>
              <a:t>，</a:t>
            </a:r>
            <a:r>
              <a:rPr lang="en-US" altLang="zh-CN" sz="1400" dirty="0"/>
              <a:t>2016</a:t>
            </a:r>
            <a:r>
              <a:rPr lang="zh-CN" altLang="en-US" sz="1400" dirty="0"/>
              <a:t>，</a:t>
            </a:r>
            <a:r>
              <a:rPr lang="en-US" altLang="zh-CN" sz="1400" dirty="0"/>
              <a:t>26</a:t>
            </a:r>
            <a:r>
              <a:rPr lang="zh-CN" altLang="en-US" sz="1400" dirty="0"/>
              <a:t>（</a:t>
            </a:r>
            <a:r>
              <a:rPr lang="en-US" altLang="zh-CN" sz="1400" dirty="0"/>
              <a:t>06</a:t>
            </a:r>
            <a:r>
              <a:rPr lang="zh-CN" altLang="en-US" sz="1400" dirty="0"/>
              <a:t>）：</a:t>
            </a:r>
            <a:r>
              <a:rPr lang="en-US" altLang="zh-CN" sz="1400" dirty="0"/>
              <a:t>42-44.</a:t>
            </a:r>
            <a:br>
              <a:rPr lang="en-US" altLang="zh-CN" sz="1400" dirty="0"/>
            </a:br>
            <a:r>
              <a:rPr lang="en-US" altLang="zh-CN" sz="1400" dirty="0"/>
              <a:t>[4]</a:t>
            </a:r>
            <a:r>
              <a:rPr lang="zh-CN" altLang="en-US" sz="1400" dirty="0"/>
              <a:t>高长军。</a:t>
            </a:r>
            <a:r>
              <a:rPr lang="zh-CN" altLang="en-US" sz="1400" b="1" dirty="0"/>
              <a:t>构建“网站设计与制作”教学环境的策略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实验教学与仪器</a:t>
            </a:r>
            <a:r>
              <a:rPr lang="zh-CN" altLang="en-US" sz="1400" dirty="0"/>
              <a:t>，</a:t>
            </a:r>
            <a:r>
              <a:rPr lang="en-US" altLang="zh-CN" sz="1400" dirty="0"/>
              <a:t>2016</a:t>
            </a:r>
            <a:r>
              <a:rPr lang="zh-CN" altLang="en-US" sz="1400" dirty="0"/>
              <a:t>，</a:t>
            </a:r>
            <a:r>
              <a:rPr lang="en-US" altLang="zh-CN" sz="1400" dirty="0"/>
              <a:t>33</a:t>
            </a:r>
            <a:r>
              <a:rPr lang="zh-CN" altLang="en-US" sz="1400" dirty="0"/>
              <a:t>（</a:t>
            </a:r>
            <a:r>
              <a:rPr lang="en-US" altLang="zh-CN" sz="1400" dirty="0"/>
              <a:t>11</a:t>
            </a:r>
            <a:r>
              <a:rPr lang="zh-CN" altLang="en-US" sz="1400" dirty="0"/>
              <a:t>）：</a:t>
            </a:r>
            <a:r>
              <a:rPr lang="en-US" altLang="zh-CN" sz="1400" dirty="0"/>
              <a:t>41-42.</a:t>
            </a:r>
            <a:br>
              <a:rPr lang="en-US" altLang="zh-CN" sz="1400" dirty="0"/>
            </a:br>
            <a:r>
              <a:rPr lang="en-US" altLang="zh-CN" sz="1400" dirty="0"/>
              <a:t>[5]</a:t>
            </a:r>
            <a:r>
              <a:rPr lang="zh-CN" altLang="en-US" sz="1400" dirty="0"/>
              <a:t>陈浩容。</a:t>
            </a:r>
            <a:r>
              <a:rPr lang="zh-CN" altLang="en-US" sz="1400" b="1" dirty="0"/>
              <a:t>基于微课比赛网站的微课设计与开发现状的内容分析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教育信息技术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Z1</a:t>
            </a:r>
            <a:r>
              <a:rPr lang="zh-CN" altLang="en-US" sz="1400" dirty="0"/>
              <a:t>）：</a:t>
            </a:r>
            <a:r>
              <a:rPr lang="en-US" altLang="zh-CN" sz="1400" dirty="0"/>
              <a:t>150-153.</a:t>
            </a:r>
            <a:br>
              <a:rPr lang="en-US" altLang="zh-CN" sz="1400" dirty="0"/>
            </a:br>
            <a:r>
              <a:rPr lang="en-US" altLang="zh-CN" sz="1400" dirty="0"/>
              <a:t>[6]</a:t>
            </a:r>
            <a:r>
              <a:rPr lang="zh-CN" altLang="en-US" sz="1400" dirty="0"/>
              <a:t>王丽丽，</a:t>
            </a:r>
            <a:r>
              <a:rPr lang="zh-CN" altLang="en-US" sz="1400" b="1" dirty="0"/>
              <a:t>陈雯嫣，戴天。</a:t>
            </a:r>
            <a:r>
              <a:rPr lang="en-US" altLang="zh-CN" sz="1400" b="1" dirty="0"/>
              <a:t>《</a:t>
            </a:r>
            <a:r>
              <a:rPr lang="zh-CN" altLang="en-US" sz="1400" b="1" dirty="0"/>
              <a:t>我的网站我设计</a:t>
            </a:r>
            <a:r>
              <a:rPr lang="en-US" altLang="zh-CN" sz="1400" b="1" dirty="0"/>
              <a:t>》</a:t>
            </a:r>
            <a:r>
              <a:rPr lang="zh-CN" altLang="en-US" sz="1400" b="1" dirty="0"/>
              <a:t>微课程教学设计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中国信息技术教育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Z1</a:t>
            </a:r>
            <a:r>
              <a:rPr lang="zh-CN" altLang="en-US" sz="1400" dirty="0"/>
              <a:t>）：</a:t>
            </a:r>
            <a:r>
              <a:rPr lang="en-US" altLang="zh-CN" sz="1400" dirty="0"/>
              <a:t>22-24.</a:t>
            </a:r>
            <a:br>
              <a:rPr lang="en-US" altLang="zh-CN" sz="1400" dirty="0"/>
            </a:br>
            <a:r>
              <a:rPr lang="en-US" altLang="zh-CN" sz="1400" dirty="0"/>
              <a:t>[7]</a:t>
            </a:r>
            <a:r>
              <a:rPr lang="zh-CN" altLang="en-US" sz="1400" dirty="0"/>
              <a:t>华柏胜。</a:t>
            </a:r>
            <a:r>
              <a:rPr lang="zh-CN" altLang="en-US" sz="1400" b="1" dirty="0"/>
              <a:t>以生为本，创设情境，形散而神不散</a:t>
            </a:r>
            <a:r>
              <a:rPr lang="en-US" altLang="zh-CN" sz="1400" b="1" dirty="0"/>
              <a:t>--《</a:t>
            </a:r>
            <a:r>
              <a:rPr lang="zh-CN" altLang="en-US" sz="1400" b="1" dirty="0"/>
              <a:t>我的网站我设计</a:t>
            </a:r>
            <a:r>
              <a:rPr lang="en-US" altLang="zh-CN" sz="1400" b="1" dirty="0"/>
              <a:t>》《</a:t>
            </a:r>
            <a:r>
              <a:rPr lang="zh-CN" altLang="en-US" sz="1400" b="1" dirty="0"/>
              <a:t>让多莉回家</a:t>
            </a:r>
            <a:r>
              <a:rPr lang="en-US" altLang="zh-CN" sz="1400" b="1" dirty="0"/>
              <a:t>》</a:t>
            </a:r>
            <a:r>
              <a:rPr lang="zh-CN" altLang="en-US" sz="1400" dirty="0"/>
              <a:t>两篇微课程教学设计评析</a:t>
            </a:r>
            <a:r>
              <a:rPr lang="en-US" altLang="zh-CN" sz="1400" dirty="0"/>
              <a:t>[J].</a:t>
            </a:r>
            <a:r>
              <a:rPr lang="zh-CN" altLang="en-US" sz="1400" dirty="0"/>
              <a:t>中国信息技术教育，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Z1</a:t>
            </a:r>
            <a:r>
              <a:rPr lang="zh-CN" altLang="en-US" sz="1400" dirty="0"/>
              <a:t>）：</a:t>
            </a:r>
            <a:r>
              <a:rPr lang="en-US" altLang="zh-CN" sz="1400" dirty="0"/>
              <a:t>27-28+69.</a:t>
            </a:r>
            <a:br>
              <a:rPr lang="en-US" altLang="zh-CN" sz="1400" dirty="0"/>
            </a:br>
            <a:r>
              <a:rPr lang="en-US" altLang="zh-CN" sz="1400" dirty="0"/>
              <a:t>[8]</a:t>
            </a:r>
            <a:r>
              <a:rPr lang="zh-CN" altLang="en-US" sz="1400" dirty="0"/>
              <a:t>孙竹青。</a:t>
            </a:r>
            <a:r>
              <a:rPr lang="zh-CN" altLang="en-US" sz="1400" b="1" dirty="0"/>
              <a:t>计算机辅助设计课程网站教学资源库建设的功能和结构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林区教学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02</a:t>
            </a:r>
            <a:r>
              <a:rPr lang="zh-CN" altLang="en-US" sz="1400" dirty="0"/>
              <a:t>）：</a:t>
            </a:r>
            <a:r>
              <a:rPr lang="en-US" altLang="zh-CN" sz="1400" dirty="0"/>
              <a:t>79-80.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[9]</a:t>
            </a:r>
            <a:r>
              <a:rPr lang="zh-CN" altLang="en-US" sz="1400" dirty="0"/>
              <a:t>徐慧，</a:t>
            </a:r>
            <a:r>
              <a:rPr lang="zh-CN" altLang="en-US" sz="1400" b="1" dirty="0"/>
              <a:t>朱志勇，刘巍，曹旭。校园二手物品交易网站研究与设计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中国教育网络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Z1</a:t>
            </a:r>
            <a:r>
              <a:rPr lang="zh-CN" altLang="en-US" sz="1400" dirty="0"/>
              <a:t>）：</a:t>
            </a:r>
            <a:r>
              <a:rPr lang="en-US" altLang="zh-CN" sz="1400" dirty="0"/>
              <a:t>82-84.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[10]</a:t>
            </a:r>
            <a:r>
              <a:rPr lang="zh-CN" altLang="en-US" sz="1400" dirty="0"/>
              <a:t>杨勇。</a:t>
            </a:r>
            <a:r>
              <a:rPr lang="zh-CN" altLang="en-US" sz="1400" b="1" dirty="0"/>
              <a:t>适性教育：学习网站的设计与实现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新课程</a:t>
            </a:r>
            <a:r>
              <a:rPr lang="zh-CN" altLang="en-US" sz="1400" dirty="0"/>
              <a:t>（综合版），</a:t>
            </a:r>
            <a:r>
              <a:rPr lang="en-US" altLang="zh-CN" sz="1400" dirty="0"/>
              <a:t>2016</a:t>
            </a:r>
            <a:r>
              <a:rPr lang="zh-CN" altLang="en-US" sz="1400" dirty="0"/>
              <a:t>，（</a:t>
            </a:r>
            <a:r>
              <a:rPr lang="en-US" altLang="zh-CN" sz="1400" dirty="0"/>
              <a:t>12</a:t>
            </a:r>
            <a:r>
              <a:rPr lang="zh-CN" altLang="en-US" sz="1400" dirty="0"/>
              <a:t>）：</a:t>
            </a:r>
            <a:r>
              <a:rPr lang="en-US" altLang="zh-CN" sz="1400" dirty="0"/>
              <a:t>56-58.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[11]</a:t>
            </a:r>
            <a:r>
              <a:rPr lang="zh-CN" altLang="en-US" sz="1400" dirty="0"/>
              <a:t>张如絮。</a:t>
            </a:r>
            <a:r>
              <a:rPr lang="zh-CN" altLang="en-US" sz="1400" b="1" dirty="0"/>
              <a:t>创客网站分析与内容框架设计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高考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18</a:t>
            </a:r>
            <a:r>
              <a:rPr lang="zh-CN" altLang="en-US" sz="1400" dirty="0"/>
              <a:t>）：</a:t>
            </a:r>
            <a:r>
              <a:rPr lang="en-US" altLang="zh-CN" sz="1400" dirty="0"/>
              <a:t>160.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[12]</a:t>
            </a:r>
            <a:r>
              <a:rPr lang="zh-CN" altLang="en-US" sz="1400" dirty="0"/>
              <a:t>徐蕾。</a:t>
            </a:r>
            <a:r>
              <a:rPr lang="zh-CN" altLang="en-US" sz="1400" b="1" dirty="0"/>
              <a:t>威客网在高职平面设计类课程教学中的应用研究</a:t>
            </a:r>
            <a:r>
              <a:rPr lang="en-US" altLang="zh-CN" sz="1400" b="1" dirty="0"/>
              <a:t>--</a:t>
            </a:r>
            <a:r>
              <a:rPr lang="zh-CN" altLang="en-US" sz="1400" b="1" dirty="0"/>
              <a:t>以南京金陵中等专业学校网站综合实训课为例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现代职业教育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15</a:t>
            </a:r>
            <a:r>
              <a:rPr lang="zh-CN" altLang="en-US" sz="1400" dirty="0"/>
              <a:t>）：</a:t>
            </a:r>
            <a:r>
              <a:rPr lang="en-US" altLang="zh-CN" sz="1400" dirty="0"/>
              <a:t>77.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[13]</a:t>
            </a:r>
            <a:r>
              <a:rPr lang="zh-CN" altLang="en-US" sz="1400" dirty="0"/>
              <a:t>孟安宁。</a:t>
            </a:r>
            <a:r>
              <a:rPr lang="zh-CN" altLang="en-US" sz="1400" b="1" dirty="0"/>
              <a:t>高校文科类网站设计课程教学模式研究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时代教育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07</a:t>
            </a:r>
            <a:r>
              <a:rPr lang="zh-CN" altLang="en-US" sz="1400" dirty="0"/>
              <a:t>）：</a:t>
            </a:r>
            <a:r>
              <a:rPr lang="en-US" altLang="zh-CN" sz="1400" dirty="0"/>
              <a:t>167.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[14]</a:t>
            </a:r>
            <a:r>
              <a:rPr lang="zh-CN" altLang="en-US" sz="1400" dirty="0"/>
              <a:t>任峻萍。</a:t>
            </a:r>
            <a:r>
              <a:rPr lang="zh-CN" altLang="en-US" sz="1400" b="1" dirty="0"/>
              <a:t>基于信息构建的高校档案馆网站评价指标体系设计</a:t>
            </a:r>
            <a:r>
              <a:rPr lang="en-US" altLang="zh-CN" sz="1400" b="1" dirty="0"/>
              <a:t>[J].</a:t>
            </a:r>
            <a:r>
              <a:rPr lang="zh-CN" altLang="en-US" sz="1400" b="1" dirty="0"/>
              <a:t>课程教育研究</a:t>
            </a:r>
            <a:r>
              <a:rPr lang="zh-CN" altLang="en-US" sz="1400" dirty="0"/>
              <a:t>，</a:t>
            </a:r>
            <a:r>
              <a:rPr lang="en-US" altLang="zh-CN" sz="1400" dirty="0"/>
              <a:t>2017</a:t>
            </a:r>
            <a:r>
              <a:rPr lang="zh-CN" altLang="en-US" sz="1400" dirty="0"/>
              <a:t>，（</a:t>
            </a:r>
            <a:r>
              <a:rPr lang="en-US" altLang="zh-CN" sz="1400" dirty="0"/>
              <a:t>07</a:t>
            </a:r>
            <a:r>
              <a:rPr lang="zh-CN" altLang="en-US" sz="1400" dirty="0"/>
              <a:t>）：</a:t>
            </a:r>
            <a:r>
              <a:rPr lang="en-US" altLang="zh-CN" sz="1400" dirty="0"/>
              <a:t>253.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61934" y="313267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1C50A2"/>
                </a:solidFill>
              </a:rPr>
              <a:t>附录：参考文献</a:t>
            </a:r>
          </a:p>
        </p:txBody>
      </p:sp>
    </p:spTree>
    <p:extLst>
      <p:ext uri="{BB962C8B-B14F-4D97-AF65-F5344CB8AC3E}">
        <p14:creationId xmlns:p14="http://schemas.microsoft.com/office/powerpoint/2010/main" val="1447281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879251" y="2556805"/>
            <a:ext cx="8448214" cy="83869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000" b="1" dirty="0">
                <a:solidFill>
                  <a:srgbClr val="1C50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演示完毕，请多指教！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solidFill>
                <a:srgbClr val="1C50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3957850" y="3546200"/>
            <a:ext cx="7279718" cy="0"/>
          </a:xfrm>
          <a:prstGeom prst="line">
            <a:avLst/>
          </a:prstGeom>
          <a:ln w="28575">
            <a:solidFill>
              <a:srgbClr val="1C50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-1" y="1085407"/>
            <a:ext cx="2591077" cy="4151873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1C50A2"/>
          </a:solidFill>
          <a:ln w="5" cap="flat">
            <a:solidFill>
              <a:srgbClr val="24211D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Freeform 6"/>
          <p:cNvSpPr>
            <a:spLocks noEditPoints="1"/>
          </p:cNvSpPr>
          <p:nvPr/>
        </p:nvSpPr>
        <p:spPr bwMode="auto">
          <a:xfrm>
            <a:off x="2491892" y="2588618"/>
            <a:ext cx="198368" cy="2451143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F9488B3-E5A9-22BF-D9D5-0B6CF464AA9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alphaModFix amt="9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524" t="30867" r="7331" b="33485"/>
          <a:stretch/>
        </p:blipFill>
        <p:spPr>
          <a:xfrm>
            <a:off x="2630031" y="1346930"/>
            <a:ext cx="3419936" cy="116124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2C56AFB-1F02-3403-C9BA-B71DC8B1B445}"/>
              </a:ext>
            </a:extLst>
          </p:cNvPr>
          <p:cNvGrpSpPr/>
          <p:nvPr/>
        </p:nvGrpSpPr>
        <p:grpSpPr>
          <a:xfrm>
            <a:off x="3957850" y="4055340"/>
            <a:ext cx="2260239" cy="370765"/>
            <a:chOff x="4654427" y="4718860"/>
            <a:chExt cx="1688201" cy="27697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85043CF-5AB4-865A-4A19-37BCE91531C1}"/>
                </a:ext>
              </a:extLst>
            </p:cNvPr>
            <p:cNvGrpSpPr/>
            <p:nvPr/>
          </p:nvGrpSpPr>
          <p:grpSpPr>
            <a:xfrm>
              <a:off x="4654427" y="4718860"/>
              <a:ext cx="276971" cy="276971"/>
              <a:chOff x="3725237" y="4930504"/>
              <a:chExt cx="531780" cy="531780"/>
            </a:xfrm>
          </p:grpSpPr>
          <p:sp>
            <p:nvSpPr>
              <p:cNvPr id="6" name="圆角矩形 2">
                <a:extLst>
                  <a:ext uri="{FF2B5EF4-FFF2-40B4-BE49-F238E27FC236}">
                    <a16:creationId xmlns:a16="http://schemas.microsoft.com/office/drawing/2014/main" id="{973E7A1C-2A38-2B70-1004-6743C70B5685}"/>
                  </a:ext>
                </a:extLst>
              </p:cNvPr>
              <p:cNvSpPr/>
              <p:nvPr/>
            </p:nvSpPr>
            <p:spPr>
              <a:xfrm>
                <a:off x="3725237" y="4930504"/>
                <a:ext cx="531780" cy="531780"/>
              </a:xfrm>
              <a:prstGeom prst="ellipse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student-graduation-cap-shape_52041">
                <a:extLst>
                  <a:ext uri="{FF2B5EF4-FFF2-40B4-BE49-F238E27FC236}">
                    <a16:creationId xmlns:a16="http://schemas.microsoft.com/office/drawing/2014/main" id="{9E499880-C28F-BE2B-650A-97185BD407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75605" y="5054575"/>
                <a:ext cx="219840" cy="264806"/>
              </a:xfrm>
              <a:custGeom>
                <a:avLst/>
                <a:gdLst>
                  <a:gd name="connsiteX0" fmla="*/ 56671 w 279400"/>
                  <a:gd name="connsiteY0" fmla="*/ 192087 h 336550"/>
                  <a:gd name="connsiteX1" fmla="*/ 224047 w 279400"/>
                  <a:gd name="connsiteY1" fmla="*/ 192087 h 336550"/>
                  <a:gd name="connsiteX2" fmla="*/ 279400 w 279400"/>
                  <a:gd name="connsiteY2" fmla="*/ 247752 h 336550"/>
                  <a:gd name="connsiteX3" fmla="*/ 279400 w 279400"/>
                  <a:gd name="connsiteY3" fmla="*/ 336550 h 336550"/>
                  <a:gd name="connsiteX4" fmla="*/ 176602 w 279400"/>
                  <a:gd name="connsiteY4" fmla="*/ 336550 h 336550"/>
                  <a:gd name="connsiteX5" fmla="*/ 158151 w 279400"/>
                  <a:gd name="connsiteY5" fmla="*/ 245101 h 336550"/>
                  <a:gd name="connsiteX6" fmla="*/ 151562 w 279400"/>
                  <a:gd name="connsiteY6" fmla="*/ 239800 h 336550"/>
                  <a:gd name="connsiteX7" fmla="*/ 167377 w 279400"/>
                  <a:gd name="connsiteY7" fmla="*/ 213293 h 336550"/>
                  <a:gd name="connsiteX8" fmla="*/ 167377 w 279400"/>
                  <a:gd name="connsiteY8" fmla="*/ 209317 h 336550"/>
                  <a:gd name="connsiteX9" fmla="*/ 163423 w 279400"/>
                  <a:gd name="connsiteY9" fmla="*/ 207991 h 336550"/>
                  <a:gd name="connsiteX10" fmla="*/ 121249 w 279400"/>
                  <a:gd name="connsiteY10" fmla="*/ 207991 h 336550"/>
                  <a:gd name="connsiteX11" fmla="*/ 118613 w 279400"/>
                  <a:gd name="connsiteY11" fmla="*/ 209317 h 336550"/>
                  <a:gd name="connsiteX12" fmla="*/ 118613 w 279400"/>
                  <a:gd name="connsiteY12" fmla="*/ 213293 h 336550"/>
                  <a:gd name="connsiteX13" fmla="*/ 134429 w 279400"/>
                  <a:gd name="connsiteY13" fmla="*/ 239800 h 336550"/>
                  <a:gd name="connsiteX14" fmla="*/ 126521 w 279400"/>
                  <a:gd name="connsiteY14" fmla="*/ 245101 h 336550"/>
                  <a:gd name="connsiteX15" fmla="*/ 110706 w 279400"/>
                  <a:gd name="connsiteY15" fmla="*/ 336550 h 336550"/>
                  <a:gd name="connsiteX16" fmla="*/ 0 w 279400"/>
                  <a:gd name="connsiteY16" fmla="*/ 336550 h 336550"/>
                  <a:gd name="connsiteX17" fmla="*/ 0 w 279400"/>
                  <a:gd name="connsiteY17" fmla="*/ 247752 h 336550"/>
                  <a:gd name="connsiteX18" fmla="*/ 56671 w 279400"/>
                  <a:gd name="connsiteY18" fmla="*/ 192087 h 336550"/>
                  <a:gd name="connsiteX19" fmla="*/ 138907 w 279400"/>
                  <a:gd name="connsiteY19" fmla="*/ 0 h 336550"/>
                  <a:gd name="connsiteX20" fmla="*/ 219076 w 279400"/>
                  <a:gd name="connsiteY20" fmla="*/ 80169 h 336550"/>
                  <a:gd name="connsiteX21" fmla="*/ 138907 w 279400"/>
                  <a:gd name="connsiteY21" fmla="*/ 160338 h 336550"/>
                  <a:gd name="connsiteX22" fmla="*/ 58738 w 279400"/>
                  <a:gd name="connsiteY22" fmla="*/ 80169 h 336550"/>
                  <a:gd name="connsiteX23" fmla="*/ 138907 w 279400"/>
                  <a:gd name="connsiteY23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9400" h="336550">
                    <a:moveTo>
                      <a:pt x="56671" y="192087"/>
                    </a:moveTo>
                    <a:cubicBezTo>
                      <a:pt x="56671" y="192087"/>
                      <a:pt x="56671" y="192087"/>
                      <a:pt x="224047" y="192087"/>
                    </a:cubicBezTo>
                    <a:cubicBezTo>
                      <a:pt x="254360" y="192087"/>
                      <a:pt x="279400" y="217269"/>
                      <a:pt x="279400" y="247752"/>
                    </a:cubicBezTo>
                    <a:cubicBezTo>
                      <a:pt x="279400" y="247752"/>
                      <a:pt x="279400" y="247752"/>
                      <a:pt x="279400" y="336550"/>
                    </a:cubicBezTo>
                    <a:cubicBezTo>
                      <a:pt x="279400" y="336550"/>
                      <a:pt x="279400" y="336550"/>
                      <a:pt x="176602" y="336550"/>
                    </a:cubicBezTo>
                    <a:cubicBezTo>
                      <a:pt x="176602" y="336550"/>
                      <a:pt x="176602" y="336550"/>
                      <a:pt x="158151" y="245101"/>
                    </a:cubicBezTo>
                    <a:cubicBezTo>
                      <a:pt x="158151" y="242450"/>
                      <a:pt x="154197" y="239800"/>
                      <a:pt x="151562" y="239800"/>
                    </a:cubicBezTo>
                    <a:cubicBezTo>
                      <a:pt x="151562" y="239800"/>
                      <a:pt x="151562" y="239800"/>
                      <a:pt x="167377" y="213293"/>
                    </a:cubicBezTo>
                    <a:cubicBezTo>
                      <a:pt x="167377" y="211967"/>
                      <a:pt x="167377" y="210642"/>
                      <a:pt x="167377" y="209317"/>
                    </a:cubicBezTo>
                    <a:cubicBezTo>
                      <a:pt x="166059" y="207991"/>
                      <a:pt x="164741" y="207991"/>
                      <a:pt x="163423" y="207991"/>
                    </a:cubicBezTo>
                    <a:cubicBezTo>
                      <a:pt x="163423" y="207991"/>
                      <a:pt x="163423" y="207991"/>
                      <a:pt x="121249" y="207991"/>
                    </a:cubicBezTo>
                    <a:cubicBezTo>
                      <a:pt x="119931" y="207991"/>
                      <a:pt x="118613" y="207991"/>
                      <a:pt x="118613" y="209317"/>
                    </a:cubicBezTo>
                    <a:cubicBezTo>
                      <a:pt x="117296" y="210642"/>
                      <a:pt x="117296" y="211967"/>
                      <a:pt x="118613" y="213293"/>
                    </a:cubicBezTo>
                    <a:cubicBezTo>
                      <a:pt x="118613" y="213293"/>
                      <a:pt x="118613" y="213293"/>
                      <a:pt x="134429" y="239800"/>
                    </a:cubicBezTo>
                    <a:cubicBezTo>
                      <a:pt x="130475" y="239800"/>
                      <a:pt x="127839" y="242450"/>
                      <a:pt x="126521" y="245101"/>
                    </a:cubicBezTo>
                    <a:cubicBezTo>
                      <a:pt x="126521" y="245101"/>
                      <a:pt x="126521" y="245101"/>
                      <a:pt x="110706" y="336550"/>
                    </a:cubicBezTo>
                    <a:cubicBezTo>
                      <a:pt x="110706" y="336550"/>
                      <a:pt x="110706" y="336550"/>
                      <a:pt x="0" y="336550"/>
                    </a:cubicBezTo>
                    <a:cubicBezTo>
                      <a:pt x="0" y="336550"/>
                      <a:pt x="0" y="336550"/>
                      <a:pt x="0" y="247752"/>
                    </a:cubicBezTo>
                    <a:cubicBezTo>
                      <a:pt x="0" y="217269"/>
                      <a:pt x="25040" y="192087"/>
                      <a:pt x="56671" y="192087"/>
                    </a:cubicBezTo>
                    <a:close/>
                    <a:moveTo>
                      <a:pt x="138907" y="0"/>
                    </a:moveTo>
                    <a:cubicBezTo>
                      <a:pt x="183183" y="0"/>
                      <a:pt x="219076" y="35893"/>
                      <a:pt x="219076" y="80169"/>
                    </a:cubicBezTo>
                    <a:cubicBezTo>
                      <a:pt x="219076" y="124445"/>
                      <a:pt x="183183" y="160338"/>
                      <a:pt x="138907" y="160338"/>
                    </a:cubicBezTo>
                    <a:cubicBezTo>
                      <a:pt x="94631" y="160338"/>
                      <a:pt x="58738" y="124445"/>
                      <a:pt x="58738" y="80169"/>
                    </a:cubicBezTo>
                    <a:cubicBezTo>
                      <a:pt x="58738" y="35893"/>
                      <a:pt x="94631" y="0"/>
                      <a:pt x="13890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" name="文本框 22">
              <a:extLst>
                <a:ext uri="{FF2B5EF4-FFF2-40B4-BE49-F238E27FC236}">
                  <a16:creationId xmlns:a16="http://schemas.microsoft.com/office/drawing/2014/main" id="{5F3D8D6A-49F6-2BF1-BD5C-3E640DF2CFE9}"/>
                </a:ext>
              </a:extLst>
            </p:cNvPr>
            <p:cNvSpPr txBox="1"/>
            <p:nvPr/>
          </p:nvSpPr>
          <p:spPr>
            <a:xfrm>
              <a:off x="4949955" y="4733682"/>
              <a:ext cx="1392673" cy="252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汇报人：丁郭欣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7FBC1F4-B5B8-4F40-5CCF-67CF60A798B7}"/>
              </a:ext>
            </a:extLst>
          </p:cNvPr>
          <p:cNvGrpSpPr/>
          <p:nvPr/>
        </p:nvGrpSpPr>
        <p:grpSpPr>
          <a:xfrm>
            <a:off x="6526205" y="4055340"/>
            <a:ext cx="2798044" cy="370959"/>
            <a:chOff x="6395842" y="4718860"/>
            <a:chExt cx="2089822" cy="276971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FC7A0C43-B02A-3848-C483-8298A0798BF5}"/>
                </a:ext>
              </a:extLst>
            </p:cNvPr>
            <p:cNvGrpSpPr/>
            <p:nvPr/>
          </p:nvGrpSpPr>
          <p:grpSpPr>
            <a:xfrm>
              <a:off x="6395842" y="4718860"/>
              <a:ext cx="276971" cy="276971"/>
              <a:chOff x="6392770" y="4930504"/>
              <a:chExt cx="531780" cy="531780"/>
            </a:xfrm>
          </p:grpSpPr>
          <p:sp>
            <p:nvSpPr>
              <p:cNvPr id="15" name="圆角矩形 2">
                <a:extLst>
                  <a:ext uri="{FF2B5EF4-FFF2-40B4-BE49-F238E27FC236}">
                    <a16:creationId xmlns:a16="http://schemas.microsoft.com/office/drawing/2014/main" id="{06517F57-D8AB-ADDC-F6A3-F371AE38D919}"/>
                  </a:ext>
                </a:extLst>
              </p:cNvPr>
              <p:cNvSpPr/>
              <p:nvPr/>
            </p:nvSpPr>
            <p:spPr>
              <a:xfrm>
                <a:off x="6392770" y="4930504"/>
                <a:ext cx="531780" cy="531780"/>
              </a:xfrm>
              <a:prstGeom prst="ellipse">
                <a:avLst/>
              </a:prstGeom>
              <a:solidFill>
                <a:srgbClr val="1C50A2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student-graduation-cap-shape_52041">
                <a:extLst>
                  <a:ext uri="{FF2B5EF4-FFF2-40B4-BE49-F238E27FC236}">
                    <a16:creationId xmlns:a16="http://schemas.microsoft.com/office/drawing/2014/main" id="{C89FAEDA-BE05-3E00-FE73-71AA39981D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527005" y="5064598"/>
                <a:ext cx="256066" cy="264808"/>
              </a:xfrm>
              <a:custGeom>
                <a:avLst/>
                <a:gdLst>
                  <a:gd name="connsiteX0" fmla="*/ 233363 w 325438"/>
                  <a:gd name="connsiteY0" fmla="*/ 249238 h 336550"/>
                  <a:gd name="connsiteX1" fmla="*/ 279401 w 325438"/>
                  <a:gd name="connsiteY1" fmla="*/ 249238 h 336550"/>
                  <a:gd name="connsiteX2" fmla="*/ 279401 w 325438"/>
                  <a:gd name="connsiteY2" fmla="*/ 290513 h 336550"/>
                  <a:gd name="connsiteX3" fmla="*/ 233363 w 325438"/>
                  <a:gd name="connsiteY3" fmla="*/ 290513 h 336550"/>
                  <a:gd name="connsiteX4" fmla="*/ 171450 w 325438"/>
                  <a:gd name="connsiteY4" fmla="*/ 249238 h 336550"/>
                  <a:gd name="connsiteX5" fmla="*/ 217488 w 325438"/>
                  <a:gd name="connsiteY5" fmla="*/ 249238 h 336550"/>
                  <a:gd name="connsiteX6" fmla="*/ 217488 w 325438"/>
                  <a:gd name="connsiteY6" fmla="*/ 290513 h 336550"/>
                  <a:gd name="connsiteX7" fmla="*/ 171450 w 325438"/>
                  <a:gd name="connsiteY7" fmla="*/ 290513 h 336550"/>
                  <a:gd name="connsiteX8" fmla="*/ 107950 w 325438"/>
                  <a:gd name="connsiteY8" fmla="*/ 249238 h 336550"/>
                  <a:gd name="connsiteX9" fmla="*/ 155575 w 325438"/>
                  <a:gd name="connsiteY9" fmla="*/ 249238 h 336550"/>
                  <a:gd name="connsiteX10" fmla="*/ 155575 w 325438"/>
                  <a:gd name="connsiteY10" fmla="*/ 290513 h 336550"/>
                  <a:gd name="connsiteX11" fmla="*/ 107950 w 325438"/>
                  <a:gd name="connsiteY11" fmla="*/ 290513 h 336550"/>
                  <a:gd name="connsiteX12" fmla="*/ 46038 w 325438"/>
                  <a:gd name="connsiteY12" fmla="*/ 249238 h 336550"/>
                  <a:gd name="connsiteX13" fmla="*/ 93663 w 325438"/>
                  <a:gd name="connsiteY13" fmla="*/ 249238 h 336550"/>
                  <a:gd name="connsiteX14" fmla="*/ 93663 w 325438"/>
                  <a:gd name="connsiteY14" fmla="*/ 290513 h 336550"/>
                  <a:gd name="connsiteX15" fmla="*/ 46038 w 325438"/>
                  <a:gd name="connsiteY15" fmla="*/ 290513 h 336550"/>
                  <a:gd name="connsiteX16" fmla="*/ 233363 w 325438"/>
                  <a:gd name="connsiteY16" fmla="*/ 195263 h 336550"/>
                  <a:gd name="connsiteX17" fmla="*/ 279401 w 325438"/>
                  <a:gd name="connsiteY17" fmla="*/ 195263 h 336550"/>
                  <a:gd name="connsiteX18" fmla="*/ 279401 w 325438"/>
                  <a:gd name="connsiteY18" fmla="*/ 234951 h 336550"/>
                  <a:gd name="connsiteX19" fmla="*/ 233363 w 325438"/>
                  <a:gd name="connsiteY19" fmla="*/ 234951 h 336550"/>
                  <a:gd name="connsiteX20" fmla="*/ 171450 w 325438"/>
                  <a:gd name="connsiteY20" fmla="*/ 195263 h 336550"/>
                  <a:gd name="connsiteX21" fmla="*/ 217488 w 325438"/>
                  <a:gd name="connsiteY21" fmla="*/ 195263 h 336550"/>
                  <a:gd name="connsiteX22" fmla="*/ 217488 w 325438"/>
                  <a:gd name="connsiteY22" fmla="*/ 234951 h 336550"/>
                  <a:gd name="connsiteX23" fmla="*/ 171450 w 325438"/>
                  <a:gd name="connsiteY23" fmla="*/ 234951 h 336550"/>
                  <a:gd name="connsiteX24" fmla="*/ 107950 w 325438"/>
                  <a:gd name="connsiteY24" fmla="*/ 195263 h 336550"/>
                  <a:gd name="connsiteX25" fmla="*/ 155575 w 325438"/>
                  <a:gd name="connsiteY25" fmla="*/ 195263 h 336550"/>
                  <a:gd name="connsiteX26" fmla="*/ 155575 w 325438"/>
                  <a:gd name="connsiteY26" fmla="*/ 234951 h 336550"/>
                  <a:gd name="connsiteX27" fmla="*/ 107950 w 325438"/>
                  <a:gd name="connsiteY27" fmla="*/ 234951 h 336550"/>
                  <a:gd name="connsiteX28" fmla="*/ 46038 w 325438"/>
                  <a:gd name="connsiteY28" fmla="*/ 195263 h 336550"/>
                  <a:gd name="connsiteX29" fmla="*/ 93663 w 325438"/>
                  <a:gd name="connsiteY29" fmla="*/ 195263 h 336550"/>
                  <a:gd name="connsiteX30" fmla="*/ 93663 w 325438"/>
                  <a:gd name="connsiteY30" fmla="*/ 234951 h 336550"/>
                  <a:gd name="connsiteX31" fmla="*/ 46038 w 325438"/>
                  <a:gd name="connsiteY31" fmla="*/ 234951 h 336550"/>
                  <a:gd name="connsiteX32" fmla="*/ 233363 w 325438"/>
                  <a:gd name="connsiteY32" fmla="*/ 139700 h 336550"/>
                  <a:gd name="connsiteX33" fmla="*/ 279401 w 325438"/>
                  <a:gd name="connsiteY33" fmla="*/ 139700 h 336550"/>
                  <a:gd name="connsiteX34" fmla="*/ 279401 w 325438"/>
                  <a:gd name="connsiteY34" fmla="*/ 180975 h 336550"/>
                  <a:gd name="connsiteX35" fmla="*/ 233363 w 325438"/>
                  <a:gd name="connsiteY35" fmla="*/ 180975 h 336550"/>
                  <a:gd name="connsiteX36" fmla="*/ 171450 w 325438"/>
                  <a:gd name="connsiteY36" fmla="*/ 139700 h 336550"/>
                  <a:gd name="connsiteX37" fmla="*/ 217488 w 325438"/>
                  <a:gd name="connsiteY37" fmla="*/ 139700 h 336550"/>
                  <a:gd name="connsiteX38" fmla="*/ 217488 w 325438"/>
                  <a:gd name="connsiteY38" fmla="*/ 180975 h 336550"/>
                  <a:gd name="connsiteX39" fmla="*/ 171450 w 325438"/>
                  <a:gd name="connsiteY39" fmla="*/ 180975 h 336550"/>
                  <a:gd name="connsiteX40" fmla="*/ 107950 w 325438"/>
                  <a:gd name="connsiteY40" fmla="*/ 139700 h 336550"/>
                  <a:gd name="connsiteX41" fmla="*/ 155575 w 325438"/>
                  <a:gd name="connsiteY41" fmla="*/ 139700 h 336550"/>
                  <a:gd name="connsiteX42" fmla="*/ 155575 w 325438"/>
                  <a:gd name="connsiteY42" fmla="*/ 180975 h 336550"/>
                  <a:gd name="connsiteX43" fmla="*/ 107950 w 325438"/>
                  <a:gd name="connsiteY43" fmla="*/ 180975 h 336550"/>
                  <a:gd name="connsiteX44" fmla="*/ 49167 w 325438"/>
                  <a:gd name="connsiteY44" fmla="*/ 38100 h 336550"/>
                  <a:gd name="connsiteX45" fmla="*/ 25400 w 325438"/>
                  <a:gd name="connsiteY45" fmla="*/ 61753 h 336550"/>
                  <a:gd name="connsiteX46" fmla="*/ 25400 w 325438"/>
                  <a:gd name="connsiteY46" fmla="*/ 289085 h 336550"/>
                  <a:gd name="connsiteX47" fmla="*/ 49167 w 325438"/>
                  <a:gd name="connsiteY47" fmla="*/ 312738 h 336550"/>
                  <a:gd name="connsiteX48" fmla="*/ 276271 w 325438"/>
                  <a:gd name="connsiteY48" fmla="*/ 312738 h 336550"/>
                  <a:gd name="connsiteX49" fmla="*/ 300038 w 325438"/>
                  <a:gd name="connsiteY49" fmla="*/ 289085 h 336550"/>
                  <a:gd name="connsiteX50" fmla="*/ 300038 w 325438"/>
                  <a:gd name="connsiteY50" fmla="*/ 61753 h 336550"/>
                  <a:gd name="connsiteX51" fmla="*/ 276271 w 325438"/>
                  <a:gd name="connsiteY51" fmla="*/ 38100 h 336550"/>
                  <a:gd name="connsiteX52" fmla="*/ 269669 w 325438"/>
                  <a:gd name="connsiteY52" fmla="*/ 38100 h 336550"/>
                  <a:gd name="connsiteX53" fmla="*/ 269669 w 325438"/>
                  <a:gd name="connsiteY53" fmla="*/ 63067 h 336550"/>
                  <a:gd name="connsiteX54" fmla="*/ 276271 w 325438"/>
                  <a:gd name="connsiteY54" fmla="*/ 74894 h 336550"/>
                  <a:gd name="connsiteX55" fmla="*/ 260427 w 325438"/>
                  <a:gd name="connsiteY55" fmla="*/ 90662 h 336550"/>
                  <a:gd name="connsiteX56" fmla="*/ 244582 w 325438"/>
                  <a:gd name="connsiteY56" fmla="*/ 74894 h 336550"/>
                  <a:gd name="connsiteX57" fmla="*/ 249864 w 325438"/>
                  <a:gd name="connsiteY57" fmla="*/ 63067 h 336550"/>
                  <a:gd name="connsiteX58" fmla="*/ 249864 w 325438"/>
                  <a:gd name="connsiteY58" fmla="*/ 38100 h 336550"/>
                  <a:gd name="connsiteX59" fmla="*/ 231379 w 325438"/>
                  <a:gd name="connsiteY59" fmla="*/ 38100 h 336550"/>
                  <a:gd name="connsiteX60" fmla="*/ 231379 w 325438"/>
                  <a:gd name="connsiteY60" fmla="*/ 63067 h 336550"/>
                  <a:gd name="connsiteX61" fmla="*/ 236660 w 325438"/>
                  <a:gd name="connsiteY61" fmla="*/ 74894 h 336550"/>
                  <a:gd name="connsiteX62" fmla="*/ 220816 w 325438"/>
                  <a:gd name="connsiteY62" fmla="*/ 90662 h 336550"/>
                  <a:gd name="connsiteX63" fmla="*/ 204971 w 325438"/>
                  <a:gd name="connsiteY63" fmla="*/ 74894 h 336550"/>
                  <a:gd name="connsiteX64" fmla="*/ 210253 w 325438"/>
                  <a:gd name="connsiteY64" fmla="*/ 63067 h 336550"/>
                  <a:gd name="connsiteX65" fmla="*/ 210253 w 325438"/>
                  <a:gd name="connsiteY65" fmla="*/ 38100 h 336550"/>
                  <a:gd name="connsiteX66" fmla="*/ 191767 w 325438"/>
                  <a:gd name="connsiteY66" fmla="*/ 38100 h 336550"/>
                  <a:gd name="connsiteX67" fmla="*/ 191767 w 325438"/>
                  <a:gd name="connsiteY67" fmla="*/ 63067 h 336550"/>
                  <a:gd name="connsiteX68" fmla="*/ 198369 w 325438"/>
                  <a:gd name="connsiteY68" fmla="*/ 74894 h 336550"/>
                  <a:gd name="connsiteX69" fmla="*/ 182525 w 325438"/>
                  <a:gd name="connsiteY69" fmla="*/ 90662 h 336550"/>
                  <a:gd name="connsiteX70" fmla="*/ 166680 w 325438"/>
                  <a:gd name="connsiteY70" fmla="*/ 74894 h 336550"/>
                  <a:gd name="connsiteX71" fmla="*/ 171962 w 325438"/>
                  <a:gd name="connsiteY71" fmla="*/ 63067 h 336550"/>
                  <a:gd name="connsiteX72" fmla="*/ 171962 w 325438"/>
                  <a:gd name="connsiteY72" fmla="*/ 38100 h 336550"/>
                  <a:gd name="connsiteX73" fmla="*/ 153476 w 325438"/>
                  <a:gd name="connsiteY73" fmla="*/ 38100 h 336550"/>
                  <a:gd name="connsiteX74" fmla="*/ 153476 w 325438"/>
                  <a:gd name="connsiteY74" fmla="*/ 63067 h 336550"/>
                  <a:gd name="connsiteX75" fmla="*/ 158758 w 325438"/>
                  <a:gd name="connsiteY75" fmla="*/ 74894 h 336550"/>
                  <a:gd name="connsiteX76" fmla="*/ 142913 w 325438"/>
                  <a:gd name="connsiteY76" fmla="*/ 90662 h 336550"/>
                  <a:gd name="connsiteX77" fmla="*/ 127069 w 325438"/>
                  <a:gd name="connsiteY77" fmla="*/ 74894 h 336550"/>
                  <a:gd name="connsiteX78" fmla="*/ 133671 w 325438"/>
                  <a:gd name="connsiteY78" fmla="*/ 63067 h 336550"/>
                  <a:gd name="connsiteX79" fmla="*/ 133671 w 325438"/>
                  <a:gd name="connsiteY79" fmla="*/ 38100 h 336550"/>
                  <a:gd name="connsiteX80" fmla="*/ 115186 w 325438"/>
                  <a:gd name="connsiteY80" fmla="*/ 38100 h 336550"/>
                  <a:gd name="connsiteX81" fmla="*/ 115186 w 325438"/>
                  <a:gd name="connsiteY81" fmla="*/ 63067 h 336550"/>
                  <a:gd name="connsiteX82" fmla="*/ 120467 w 325438"/>
                  <a:gd name="connsiteY82" fmla="*/ 74894 h 336550"/>
                  <a:gd name="connsiteX83" fmla="*/ 104623 w 325438"/>
                  <a:gd name="connsiteY83" fmla="*/ 90662 h 336550"/>
                  <a:gd name="connsiteX84" fmla="*/ 88778 w 325438"/>
                  <a:gd name="connsiteY84" fmla="*/ 74894 h 336550"/>
                  <a:gd name="connsiteX85" fmla="*/ 94060 w 325438"/>
                  <a:gd name="connsiteY85" fmla="*/ 63067 h 336550"/>
                  <a:gd name="connsiteX86" fmla="*/ 94060 w 325438"/>
                  <a:gd name="connsiteY86" fmla="*/ 38100 h 336550"/>
                  <a:gd name="connsiteX87" fmla="*/ 75574 w 325438"/>
                  <a:gd name="connsiteY87" fmla="*/ 38100 h 336550"/>
                  <a:gd name="connsiteX88" fmla="*/ 75574 w 325438"/>
                  <a:gd name="connsiteY88" fmla="*/ 63067 h 336550"/>
                  <a:gd name="connsiteX89" fmla="*/ 80856 w 325438"/>
                  <a:gd name="connsiteY89" fmla="*/ 74894 h 336550"/>
                  <a:gd name="connsiteX90" fmla="*/ 65011 w 325438"/>
                  <a:gd name="connsiteY90" fmla="*/ 90662 h 336550"/>
                  <a:gd name="connsiteX91" fmla="*/ 49167 w 325438"/>
                  <a:gd name="connsiteY91" fmla="*/ 74894 h 336550"/>
                  <a:gd name="connsiteX92" fmla="*/ 55769 w 325438"/>
                  <a:gd name="connsiteY92" fmla="*/ 63067 h 336550"/>
                  <a:gd name="connsiteX93" fmla="*/ 55769 w 325438"/>
                  <a:gd name="connsiteY93" fmla="*/ 38100 h 336550"/>
                  <a:gd name="connsiteX94" fmla="*/ 49167 w 325438"/>
                  <a:gd name="connsiteY94" fmla="*/ 38100 h 336550"/>
                  <a:gd name="connsiteX95" fmla="*/ 65315 w 325438"/>
                  <a:gd name="connsiteY95" fmla="*/ 4763 h 336550"/>
                  <a:gd name="connsiteX96" fmla="*/ 61913 w 325438"/>
                  <a:gd name="connsiteY96" fmla="*/ 10110 h 336550"/>
                  <a:gd name="connsiteX97" fmla="*/ 61913 w 325438"/>
                  <a:gd name="connsiteY97" fmla="*/ 75616 h 336550"/>
                  <a:gd name="connsiteX98" fmla="*/ 65315 w 325438"/>
                  <a:gd name="connsiteY98" fmla="*/ 80963 h 336550"/>
                  <a:gd name="connsiteX99" fmla="*/ 69851 w 325438"/>
                  <a:gd name="connsiteY99" fmla="*/ 75616 h 336550"/>
                  <a:gd name="connsiteX100" fmla="*/ 69851 w 325438"/>
                  <a:gd name="connsiteY100" fmla="*/ 10110 h 336550"/>
                  <a:gd name="connsiteX101" fmla="*/ 65315 w 325438"/>
                  <a:gd name="connsiteY101" fmla="*/ 4763 h 336550"/>
                  <a:gd name="connsiteX102" fmla="*/ 104776 w 325438"/>
                  <a:gd name="connsiteY102" fmla="*/ 4763 h 336550"/>
                  <a:gd name="connsiteX103" fmla="*/ 100013 w 325438"/>
                  <a:gd name="connsiteY103" fmla="*/ 10110 h 336550"/>
                  <a:gd name="connsiteX104" fmla="*/ 100013 w 325438"/>
                  <a:gd name="connsiteY104" fmla="*/ 75616 h 336550"/>
                  <a:gd name="connsiteX105" fmla="*/ 104776 w 325438"/>
                  <a:gd name="connsiteY105" fmla="*/ 80963 h 336550"/>
                  <a:gd name="connsiteX106" fmla="*/ 109538 w 325438"/>
                  <a:gd name="connsiteY106" fmla="*/ 75616 h 336550"/>
                  <a:gd name="connsiteX107" fmla="*/ 109538 w 325438"/>
                  <a:gd name="connsiteY107" fmla="*/ 10110 h 336550"/>
                  <a:gd name="connsiteX108" fmla="*/ 104776 w 325438"/>
                  <a:gd name="connsiteY108" fmla="*/ 4763 h 336550"/>
                  <a:gd name="connsiteX109" fmla="*/ 142876 w 325438"/>
                  <a:gd name="connsiteY109" fmla="*/ 4763 h 336550"/>
                  <a:gd name="connsiteX110" fmla="*/ 138113 w 325438"/>
                  <a:gd name="connsiteY110" fmla="*/ 10110 h 336550"/>
                  <a:gd name="connsiteX111" fmla="*/ 138113 w 325438"/>
                  <a:gd name="connsiteY111" fmla="*/ 75616 h 336550"/>
                  <a:gd name="connsiteX112" fmla="*/ 142876 w 325438"/>
                  <a:gd name="connsiteY112" fmla="*/ 80963 h 336550"/>
                  <a:gd name="connsiteX113" fmla="*/ 147638 w 325438"/>
                  <a:gd name="connsiteY113" fmla="*/ 75616 h 336550"/>
                  <a:gd name="connsiteX114" fmla="*/ 147638 w 325438"/>
                  <a:gd name="connsiteY114" fmla="*/ 10110 h 336550"/>
                  <a:gd name="connsiteX115" fmla="*/ 142876 w 325438"/>
                  <a:gd name="connsiteY115" fmla="*/ 4763 h 336550"/>
                  <a:gd name="connsiteX116" fmla="*/ 182563 w 325438"/>
                  <a:gd name="connsiteY116" fmla="*/ 4763 h 336550"/>
                  <a:gd name="connsiteX117" fmla="*/ 177800 w 325438"/>
                  <a:gd name="connsiteY117" fmla="*/ 10110 h 336550"/>
                  <a:gd name="connsiteX118" fmla="*/ 177800 w 325438"/>
                  <a:gd name="connsiteY118" fmla="*/ 75616 h 336550"/>
                  <a:gd name="connsiteX119" fmla="*/ 182563 w 325438"/>
                  <a:gd name="connsiteY119" fmla="*/ 80963 h 336550"/>
                  <a:gd name="connsiteX120" fmla="*/ 187325 w 325438"/>
                  <a:gd name="connsiteY120" fmla="*/ 75616 h 336550"/>
                  <a:gd name="connsiteX121" fmla="*/ 187325 w 325438"/>
                  <a:gd name="connsiteY121" fmla="*/ 10110 h 336550"/>
                  <a:gd name="connsiteX122" fmla="*/ 182563 w 325438"/>
                  <a:gd name="connsiteY122" fmla="*/ 4763 h 336550"/>
                  <a:gd name="connsiteX123" fmla="*/ 220663 w 325438"/>
                  <a:gd name="connsiteY123" fmla="*/ 4763 h 336550"/>
                  <a:gd name="connsiteX124" fmla="*/ 215900 w 325438"/>
                  <a:gd name="connsiteY124" fmla="*/ 10110 h 336550"/>
                  <a:gd name="connsiteX125" fmla="*/ 215900 w 325438"/>
                  <a:gd name="connsiteY125" fmla="*/ 75616 h 336550"/>
                  <a:gd name="connsiteX126" fmla="*/ 220663 w 325438"/>
                  <a:gd name="connsiteY126" fmla="*/ 80963 h 336550"/>
                  <a:gd name="connsiteX127" fmla="*/ 225425 w 325438"/>
                  <a:gd name="connsiteY127" fmla="*/ 75616 h 336550"/>
                  <a:gd name="connsiteX128" fmla="*/ 225425 w 325438"/>
                  <a:gd name="connsiteY128" fmla="*/ 10110 h 336550"/>
                  <a:gd name="connsiteX129" fmla="*/ 220663 w 325438"/>
                  <a:gd name="connsiteY129" fmla="*/ 4763 h 336550"/>
                  <a:gd name="connsiteX130" fmla="*/ 260124 w 325438"/>
                  <a:gd name="connsiteY130" fmla="*/ 4763 h 336550"/>
                  <a:gd name="connsiteX131" fmla="*/ 255588 w 325438"/>
                  <a:gd name="connsiteY131" fmla="*/ 10110 h 336550"/>
                  <a:gd name="connsiteX132" fmla="*/ 255588 w 325438"/>
                  <a:gd name="connsiteY132" fmla="*/ 75616 h 336550"/>
                  <a:gd name="connsiteX133" fmla="*/ 260124 w 325438"/>
                  <a:gd name="connsiteY133" fmla="*/ 80963 h 336550"/>
                  <a:gd name="connsiteX134" fmla="*/ 263526 w 325438"/>
                  <a:gd name="connsiteY134" fmla="*/ 75616 h 336550"/>
                  <a:gd name="connsiteX135" fmla="*/ 263526 w 325438"/>
                  <a:gd name="connsiteY135" fmla="*/ 10110 h 336550"/>
                  <a:gd name="connsiteX136" fmla="*/ 260124 w 325438"/>
                  <a:gd name="connsiteY136" fmla="*/ 4763 h 336550"/>
                  <a:gd name="connsiteX137" fmla="*/ 64823 w 325438"/>
                  <a:gd name="connsiteY137" fmla="*/ 0 h 336550"/>
                  <a:gd name="connsiteX138" fmla="*/ 75406 w 325438"/>
                  <a:gd name="connsiteY138" fmla="*/ 10517 h 336550"/>
                  <a:gd name="connsiteX139" fmla="*/ 75406 w 325438"/>
                  <a:gd name="connsiteY139" fmla="*/ 14461 h 336550"/>
                  <a:gd name="connsiteX140" fmla="*/ 93927 w 325438"/>
                  <a:gd name="connsiteY140" fmla="*/ 14461 h 336550"/>
                  <a:gd name="connsiteX141" fmla="*/ 93927 w 325438"/>
                  <a:gd name="connsiteY141" fmla="*/ 10517 h 336550"/>
                  <a:gd name="connsiteX142" fmla="*/ 104511 w 325438"/>
                  <a:gd name="connsiteY142" fmla="*/ 0 h 336550"/>
                  <a:gd name="connsiteX143" fmla="*/ 115094 w 325438"/>
                  <a:gd name="connsiteY143" fmla="*/ 10517 h 336550"/>
                  <a:gd name="connsiteX144" fmla="*/ 115094 w 325438"/>
                  <a:gd name="connsiteY144" fmla="*/ 14461 h 336550"/>
                  <a:gd name="connsiteX145" fmla="*/ 133615 w 325438"/>
                  <a:gd name="connsiteY145" fmla="*/ 14461 h 336550"/>
                  <a:gd name="connsiteX146" fmla="*/ 133615 w 325438"/>
                  <a:gd name="connsiteY146" fmla="*/ 10517 h 336550"/>
                  <a:gd name="connsiteX147" fmla="*/ 142875 w 325438"/>
                  <a:gd name="connsiteY147" fmla="*/ 0 h 336550"/>
                  <a:gd name="connsiteX148" fmla="*/ 153459 w 325438"/>
                  <a:gd name="connsiteY148" fmla="*/ 10517 h 336550"/>
                  <a:gd name="connsiteX149" fmla="*/ 153459 w 325438"/>
                  <a:gd name="connsiteY149" fmla="*/ 14461 h 336550"/>
                  <a:gd name="connsiteX150" fmla="*/ 171980 w 325438"/>
                  <a:gd name="connsiteY150" fmla="*/ 14461 h 336550"/>
                  <a:gd name="connsiteX151" fmla="*/ 171980 w 325438"/>
                  <a:gd name="connsiteY151" fmla="*/ 10517 h 336550"/>
                  <a:gd name="connsiteX152" fmla="*/ 182563 w 325438"/>
                  <a:gd name="connsiteY152" fmla="*/ 0 h 336550"/>
                  <a:gd name="connsiteX153" fmla="*/ 191823 w 325438"/>
                  <a:gd name="connsiteY153" fmla="*/ 10517 h 336550"/>
                  <a:gd name="connsiteX154" fmla="*/ 191823 w 325438"/>
                  <a:gd name="connsiteY154" fmla="*/ 14461 h 336550"/>
                  <a:gd name="connsiteX155" fmla="*/ 210344 w 325438"/>
                  <a:gd name="connsiteY155" fmla="*/ 14461 h 336550"/>
                  <a:gd name="connsiteX156" fmla="*/ 210344 w 325438"/>
                  <a:gd name="connsiteY156" fmla="*/ 10517 h 336550"/>
                  <a:gd name="connsiteX157" fmla="*/ 220927 w 325438"/>
                  <a:gd name="connsiteY157" fmla="*/ 0 h 336550"/>
                  <a:gd name="connsiteX158" fmla="*/ 231511 w 325438"/>
                  <a:gd name="connsiteY158" fmla="*/ 10517 h 336550"/>
                  <a:gd name="connsiteX159" fmla="*/ 231511 w 325438"/>
                  <a:gd name="connsiteY159" fmla="*/ 14461 h 336550"/>
                  <a:gd name="connsiteX160" fmla="*/ 250032 w 325438"/>
                  <a:gd name="connsiteY160" fmla="*/ 14461 h 336550"/>
                  <a:gd name="connsiteX161" fmla="*/ 250032 w 325438"/>
                  <a:gd name="connsiteY161" fmla="*/ 10517 h 336550"/>
                  <a:gd name="connsiteX162" fmla="*/ 260615 w 325438"/>
                  <a:gd name="connsiteY162" fmla="*/ 0 h 336550"/>
                  <a:gd name="connsiteX163" fmla="*/ 269875 w 325438"/>
                  <a:gd name="connsiteY163" fmla="*/ 10517 h 336550"/>
                  <a:gd name="connsiteX164" fmla="*/ 269875 w 325438"/>
                  <a:gd name="connsiteY164" fmla="*/ 14461 h 336550"/>
                  <a:gd name="connsiteX165" fmla="*/ 276490 w 325438"/>
                  <a:gd name="connsiteY165" fmla="*/ 14461 h 336550"/>
                  <a:gd name="connsiteX166" fmla="*/ 325438 w 325438"/>
                  <a:gd name="connsiteY166" fmla="*/ 61789 h 336550"/>
                  <a:gd name="connsiteX167" fmla="*/ 325438 w 325438"/>
                  <a:gd name="connsiteY167" fmla="*/ 289223 h 336550"/>
                  <a:gd name="connsiteX168" fmla="*/ 276490 w 325438"/>
                  <a:gd name="connsiteY168" fmla="*/ 336550 h 336550"/>
                  <a:gd name="connsiteX169" fmla="*/ 48948 w 325438"/>
                  <a:gd name="connsiteY169" fmla="*/ 336550 h 336550"/>
                  <a:gd name="connsiteX170" fmla="*/ 0 w 325438"/>
                  <a:gd name="connsiteY170" fmla="*/ 289223 h 336550"/>
                  <a:gd name="connsiteX171" fmla="*/ 0 w 325438"/>
                  <a:gd name="connsiteY171" fmla="*/ 61789 h 336550"/>
                  <a:gd name="connsiteX172" fmla="*/ 48948 w 325438"/>
                  <a:gd name="connsiteY172" fmla="*/ 14461 h 336550"/>
                  <a:gd name="connsiteX173" fmla="*/ 55563 w 325438"/>
                  <a:gd name="connsiteY173" fmla="*/ 14461 h 336550"/>
                  <a:gd name="connsiteX174" fmla="*/ 55563 w 325438"/>
                  <a:gd name="connsiteY174" fmla="*/ 10517 h 336550"/>
                  <a:gd name="connsiteX175" fmla="*/ 64823 w 325438"/>
                  <a:gd name="connsiteY175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</a:cxnLst>
                <a:rect l="l" t="t" r="r" b="b"/>
                <a:pathLst>
                  <a:path w="325438" h="336550">
                    <a:moveTo>
                      <a:pt x="233363" y="249238"/>
                    </a:moveTo>
                    <a:lnTo>
                      <a:pt x="279401" y="249238"/>
                    </a:lnTo>
                    <a:lnTo>
                      <a:pt x="279401" y="290513"/>
                    </a:lnTo>
                    <a:lnTo>
                      <a:pt x="233363" y="290513"/>
                    </a:lnTo>
                    <a:close/>
                    <a:moveTo>
                      <a:pt x="171450" y="249238"/>
                    </a:moveTo>
                    <a:lnTo>
                      <a:pt x="217488" y="249238"/>
                    </a:lnTo>
                    <a:lnTo>
                      <a:pt x="217488" y="290513"/>
                    </a:lnTo>
                    <a:lnTo>
                      <a:pt x="171450" y="290513"/>
                    </a:lnTo>
                    <a:close/>
                    <a:moveTo>
                      <a:pt x="107950" y="249238"/>
                    </a:moveTo>
                    <a:lnTo>
                      <a:pt x="155575" y="249238"/>
                    </a:lnTo>
                    <a:lnTo>
                      <a:pt x="155575" y="290513"/>
                    </a:lnTo>
                    <a:lnTo>
                      <a:pt x="107950" y="290513"/>
                    </a:lnTo>
                    <a:close/>
                    <a:moveTo>
                      <a:pt x="46038" y="249238"/>
                    </a:moveTo>
                    <a:lnTo>
                      <a:pt x="93663" y="249238"/>
                    </a:lnTo>
                    <a:lnTo>
                      <a:pt x="93663" y="290513"/>
                    </a:lnTo>
                    <a:lnTo>
                      <a:pt x="46038" y="290513"/>
                    </a:lnTo>
                    <a:close/>
                    <a:moveTo>
                      <a:pt x="233363" y="195263"/>
                    </a:moveTo>
                    <a:lnTo>
                      <a:pt x="279401" y="195263"/>
                    </a:lnTo>
                    <a:lnTo>
                      <a:pt x="279401" y="234951"/>
                    </a:lnTo>
                    <a:lnTo>
                      <a:pt x="233363" y="234951"/>
                    </a:lnTo>
                    <a:close/>
                    <a:moveTo>
                      <a:pt x="171450" y="195263"/>
                    </a:moveTo>
                    <a:lnTo>
                      <a:pt x="217488" y="195263"/>
                    </a:lnTo>
                    <a:lnTo>
                      <a:pt x="217488" y="234951"/>
                    </a:lnTo>
                    <a:lnTo>
                      <a:pt x="171450" y="234951"/>
                    </a:lnTo>
                    <a:close/>
                    <a:moveTo>
                      <a:pt x="107950" y="195263"/>
                    </a:moveTo>
                    <a:lnTo>
                      <a:pt x="155575" y="195263"/>
                    </a:lnTo>
                    <a:lnTo>
                      <a:pt x="155575" y="234951"/>
                    </a:lnTo>
                    <a:lnTo>
                      <a:pt x="107950" y="234951"/>
                    </a:lnTo>
                    <a:close/>
                    <a:moveTo>
                      <a:pt x="46038" y="195263"/>
                    </a:moveTo>
                    <a:lnTo>
                      <a:pt x="93663" y="195263"/>
                    </a:lnTo>
                    <a:lnTo>
                      <a:pt x="93663" y="234951"/>
                    </a:lnTo>
                    <a:lnTo>
                      <a:pt x="46038" y="234951"/>
                    </a:lnTo>
                    <a:close/>
                    <a:moveTo>
                      <a:pt x="233363" y="139700"/>
                    </a:moveTo>
                    <a:lnTo>
                      <a:pt x="279401" y="139700"/>
                    </a:lnTo>
                    <a:lnTo>
                      <a:pt x="279401" y="180975"/>
                    </a:lnTo>
                    <a:lnTo>
                      <a:pt x="233363" y="180975"/>
                    </a:lnTo>
                    <a:close/>
                    <a:moveTo>
                      <a:pt x="171450" y="139700"/>
                    </a:moveTo>
                    <a:lnTo>
                      <a:pt x="217488" y="139700"/>
                    </a:lnTo>
                    <a:lnTo>
                      <a:pt x="217488" y="180975"/>
                    </a:lnTo>
                    <a:lnTo>
                      <a:pt x="171450" y="180975"/>
                    </a:lnTo>
                    <a:close/>
                    <a:moveTo>
                      <a:pt x="107950" y="139700"/>
                    </a:moveTo>
                    <a:lnTo>
                      <a:pt x="155575" y="139700"/>
                    </a:lnTo>
                    <a:lnTo>
                      <a:pt x="155575" y="180975"/>
                    </a:lnTo>
                    <a:lnTo>
                      <a:pt x="107950" y="180975"/>
                    </a:lnTo>
                    <a:close/>
                    <a:moveTo>
                      <a:pt x="49167" y="38100"/>
                    </a:moveTo>
                    <a:cubicBezTo>
                      <a:pt x="35963" y="38100"/>
                      <a:pt x="25400" y="48613"/>
                      <a:pt x="25400" y="61753"/>
                    </a:cubicBezTo>
                    <a:cubicBezTo>
                      <a:pt x="25400" y="61753"/>
                      <a:pt x="25400" y="61753"/>
                      <a:pt x="25400" y="289085"/>
                    </a:cubicBezTo>
                    <a:cubicBezTo>
                      <a:pt x="25400" y="302226"/>
                      <a:pt x="35963" y="312738"/>
                      <a:pt x="49167" y="312738"/>
                    </a:cubicBezTo>
                    <a:cubicBezTo>
                      <a:pt x="49167" y="312738"/>
                      <a:pt x="49167" y="312738"/>
                      <a:pt x="276271" y="312738"/>
                    </a:cubicBezTo>
                    <a:cubicBezTo>
                      <a:pt x="289475" y="312738"/>
                      <a:pt x="300038" y="302226"/>
                      <a:pt x="300038" y="289085"/>
                    </a:cubicBezTo>
                    <a:cubicBezTo>
                      <a:pt x="300038" y="289085"/>
                      <a:pt x="300038" y="289085"/>
                      <a:pt x="300038" y="61753"/>
                    </a:cubicBezTo>
                    <a:cubicBezTo>
                      <a:pt x="300038" y="48613"/>
                      <a:pt x="289475" y="38100"/>
                      <a:pt x="276271" y="38100"/>
                    </a:cubicBezTo>
                    <a:cubicBezTo>
                      <a:pt x="276271" y="38100"/>
                      <a:pt x="276271" y="38100"/>
                      <a:pt x="269669" y="38100"/>
                    </a:cubicBezTo>
                    <a:cubicBezTo>
                      <a:pt x="269669" y="38100"/>
                      <a:pt x="269669" y="38100"/>
                      <a:pt x="269669" y="63067"/>
                    </a:cubicBezTo>
                    <a:cubicBezTo>
                      <a:pt x="273631" y="65695"/>
                      <a:pt x="276271" y="70951"/>
                      <a:pt x="276271" y="74894"/>
                    </a:cubicBezTo>
                    <a:cubicBezTo>
                      <a:pt x="276271" y="84092"/>
                      <a:pt x="268349" y="90662"/>
                      <a:pt x="260427" y="90662"/>
                    </a:cubicBezTo>
                    <a:cubicBezTo>
                      <a:pt x="251184" y="90662"/>
                      <a:pt x="244582" y="84092"/>
                      <a:pt x="244582" y="74894"/>
                    </a:cubicBezTo>
                    <a:cubicBezTo>
                      <a:pt x="244582" y="70951"/>
                      <a:pt x="245903" y="65695"/>
                      <a:pt x="249864" y="63067"/>
                    </a:cubicBezTo>
                    <a:cubicBezTo>
                      <a:pt x="249864" y="63067"/>
                      <a:pt x="249864" y="63067"/>
                      <a:pt x="249864" y="38100"/>
                    </a:cubicBezTo>
                    <a:cubicBezTo>
                      <a:pt x="249864" y="38100"/>
                      <a:pt x="249864" y="38100"/>
                      <a:pt x="231379" y="38100"/>
                    </a:cubicBezTo>
                    <a:cubicBezTo>
                      <a:pt x="231379" y="38100"/>
                      <a:pt x="231379" y="38100"/>
                      <a:pt x="231379" y="63067"/>
                    </a:cubicBezTo>
                    <a:cubicBezTo>
                      <a:pt x="234019" y="65695"/>
                      <a:pt x="236660" y="70951"/>
                      <a:pt x="236660" y="74894"/>
                    </a:cubicBezTo>
                    <a:cubicBezTo>
                      <a:pt x="236660" y="84092"/>
                      <a:pt x="230058" y="90662"/>
                      <a:pt x="220816" y="90662"/>
                    </a:cubicBezTo>
                    <a:cubicBezTo>
                      <a:pt x="212893" y="90662"/>
                      <a:pt x="204971" y="84092"/>
                      <a:pt x="204971" y="74894"/>
                    </a:cubicBezTo>
                    <a:cubicBezTo>
                      <a:pt x="204971" y="70951"/>
                      <a:pt x="207612" y="65695"/>
                      <a:pt x="210253" y="63067"/>
                    </a:cubicBezTo>
                    <a:cubicBezTo>
                      <a:pt x="210253" y="63067"/>
                      <a:pt x="210253" y="63067"/>
                      <a:pt x="210253" y="38100"/>
                    </a:cubicBezTo>
                    <a:cubicBezTo>
                      <a:pt x="210253" y="38100"/>
                      <a:pt x="210253" y="38100"/>
                      <a:pt x="191767" y="38100"/>
                    </a:cubicBezTo>
                    <a:cubicBezTo>
                      <a:pt x="191767" y="38100"/>
                      <a:pt x="191767" y="38100"/>
                      <a:pt x="191767" y="63067"/>
                    </a:cubicBezTo>
                    <a:cubicBezTo>
                      <a:pt x="195728" y="65695"/>
                      <a:pt x="198369" y="70951"/>
                      <a:pt x="198369" y="74894"/>
                    </a:cubicBezTo>
                    <a:cubicBezTo>
                      <a:pt x="198369" y="84092"/>
                      <a:pt x="190447" y="90662"/>
                      <a:pt x="182525" y="90662"/>
                    </a:cubicBezTo>
                    <a:cubicBezTo>
                      <a:pt x="173282" y="90662"/>
                      <a:pt x="166680" y="84092"/>
                      <a:pt x="166680" y="74894"/>
                    </a:cubicBezTo>
                    <a:cubicBezTo>
                      <a:pt x="166680" y="70951"/>
                      <a:pt x="168001" y="65695"/>
                      <a:pt x="171962" y="63067"/>
                    </a:cubicBezTo>
                    <a:cubicBezTo>
                      <a:pt x="171962" y="63067"/>
                      <a:pt x="171962" y="63067"/>
                      <a:pt x="171962" y="38100"/>
                    </a:cubicBezTo>
                    <a:cubicBezTo>
                      <a:pt x="171962" y="38100"/>
                      <a:pt x="171962" y="38100"/>
                      <a:pt x="153476" y="38100"/>
                    </a:cubicBezTo>
                    <a:cubicBezTo>
                      <a:pt x="153476" y="38100"/>
                      <a:pt x="153476" y="38100"/>
                      <a:pt x="153476" y="63067"/>
                    </a:cubicBezTo>
                    <a:cubicBezTo>
                      <a:pt x="157438" y="65695"/>
                      <a:pt x="158758" y="70951"/>
                      <a:pt x="158758" y="74894"/>
                    </a:cubicBezTo>
                    <a:cubicBezTo>
                      <a:pt x="158758" y="84092"/>
                      <a:pt x="152156" y="90662"/>
                      <a:pt x="142913" y="90662"/>
                    </a:cubicBezTo>
                    <a:cubicBezTo>
                      <a:pt x="134991" y="90662"/>
                      <a:pt x="127069" y="84092"/>
                      <a:pt x="127069" y="74894"/>
                    </a:cubicBezTo>
                    <a:cubicBezTo>
                      <a:pt x="127069" y="70951"/>
                      <a:pt x="129710" y="65695"/>
                      <a:pt x="133671" y="63067"/>
                    </a:cubicBezTo>
                    <a:cubicBezTo>
                      <a:pt x="133671" y="63067"/>
                      <a:pt x="133671" y="63067"/>
                      <a:pt x="133671" y="38100"/>
                    </a:cubicBezTo>
                    <a:cubicBezTo>
                      <a:pt x="133671" y="38100"/>
                      <a:pt x="133671" y="38100"/>
                      <a:pt x="115186" y="38100"/>
                    </a:cubicBezTo>
                    <a:cubicBezTo>
                      <a:pt x="115186" y="38100"/>
                      <a:pt x="115186" y="38100"/>
                      <a:pt x="115186" y="63067"/>
                    </a:cubicBezTo>
                    <a:cubicBezTo>
                      <a:pt x="117826" y="65695"/>
                      <a:pt x="120467" y="70951"/>
                      <a:pt x="120467" y="74894"/>
                    </a:cubicBezTo>
                    <a:cubicBezTo>
                      <a:pt x="120467" y="84092"/>
                      <a:pt x="112545" y="90662"/>
                      <a:pt x="104623" y="90662"/>
                    </a:cubicBezTo>
                    <a:cubicBezTo>
                      <a:pt x="95380" y="90662"/>
                      <a:pt x="88778" y="84092"/>
                      <a:pt x="88778" y="74894"/>
                    </a:cubicBezTo>
                    <a:cubicBezTo>
                      <a:pt x="88778" y="70951"/>
                      <a:pt x="91419" y="65695"/>
                      <a:pt x="94060" y="63067"/>
                    </a:cubicBezTo>
                    <a:cubicBezTo>
                      <a:pt x="94060" y="63067"/>
                      <a:pt x="94060" y="63067"/>
                      <a:pt x="94060" y="38100"/>
                    </a:cubicBezTo>
                    <a:cubicBezTo>
                      <a:pt x="94060" y="38100"/>
                      <a:pt x="94060" y="38100"/>
                      <a:pt x="75574" y="38100"/>
                    </a:cubicBezTo>
                    <a:cubicBezTo>
                      <a:pt x="75574" y="38100"/>
                      <a:pt x="75574" y="38100"/>
                      <a:pt x="75574" y="63067"/>
                    </a:cubicBezTo>
                    <a:cubicBezTo>
                      <a:pt x="79535" y="65695"/>
                      <a:pt x="80856" y="70951"/>
                      <a:pt x="80856" y="74894"/>
                    </a:cubicBezTo>
                    <a:cubicBezTo>
                      <a:pt x="80856" y="84092"/>
                      <a:pt x="74254" y="90662"/>
                      <a:pt x="65011" y="90662"/>
                    </a:cubicBezTo>
                    <a:cubicBezTo>
                      <a:pt x="57089" y="90662"/>
                      <a:pt x="49167" y="84092"/>
                      <a:pt x="49167" y="74894"/>
                    </a:cubicBezTo>
                    <a:cubicBezTo>
                      <a:pt x="49167" y="70951"/>
                      <a:pt x="51808" y="65695"/>
                      <a:pt x="55769" y="63067"/>
                    </a:cubicBezTo>
                    <a:cubicBezTo>
                      <a:pt x="55769" y="63067"/>
                      <a:pt x="55769" y="63067"/>
                      <a:pt x="55769" y="38100"/>
                    </a:cubicBezTo>
                    <a:cubicBezTo>
                      <a:pt x="55769" y="38100"/>
                      <a:pt x="55769" y="38100"/>
                      <a:pt x="49167" y="38100"/>
                    </a:cubicBezTo>
                    <a:close/>
                    <a:moveTo>
                      <a:pt x="65315" y="4763"/>
                    </a:moveTo>
                    <a:cubicBezTo>
                      <a:pt x="63047" y="4763"/>
                      <a:pt x="61913" y="7437"/>
                      <a:pt x="61913" y="10110"/>
                    </a:cubicBezTo>
                    <a:lnTo>
                      <a:pt x="61913" y="75616"/>
                    </a:lnTo>
                    <a:cubicBezTo>
                      <a:pt x="61913" y="79626"/>
                      <a:pt x="63047" y="80963"/>
                      <a:pt x="65315" y="80963"/>
                    </a:cubicBezTo>
                    <a:cubicBezTo>
                      <a:pt x="68717" y="80963"/>
                      <a:pt x="69851" y="79626"/>
                      <a:pt x="69851" y="75616"/>
                    </a:cubicBezTo>
                    <a:cubicBezTo>
                      <a:pt x="69851" y="75616"/>
                      <a:pt x="69851" y="75616"/>
                      <a:pt x="69851" y="10110"/>
                    </a:cubicBezTo>
                    <a:cubicBezTo>
                      <a:pt x="69851" y="7437"/>
                      <a:pt x="68717" y="4763"/>
                      <a:pt x="65315" y="4763"/>
                    </a:cubicBezTo>
                    <a:close/>
                    <a:moveTo>
                      <a:pt x="104776" y="4763"/>
                    </a:moveTo>
                    <a:cubicBezTo>
                      <a:pt x="102394" y="4763"/>
                      <a:pt x="100013" y="7437"/>
                      <a:pt x="100013" y="10110"/>
                    </a:cubicBezTo>
                    <a:lnTo>
                      <a:pt x="100013" y="75616"/>
                    </a:lnTo>
                    <a:cubicBezTo>
                      <a:pt x="100013" y="79626"/>
                      <a:pt x="102394" y="80963"/>
                      <a:pt x="104776" y="80963"/>
                    </a:cubicBezTo>
                    <a:cubicBezTo>
                      <a:pt x="107157" y="80963"/>
                      <a:pt x="109538" y="79626"/>
                      <a:pt x="109538" y="75616"/>
                    </a:cubicBezTo>
                    <a:cubicBezTo>
                      <a:pt x="109538" y="75616"/>
                      <a:pt x="109538" y="75616"/>
                      <a:pt x="109538" y="10110"/>
                    </a:cubicBezTo>
                    <a:cubicBezTo>
                      <a:pt x="109538" y="7437"/>
                      <a:pt x="107157" y="4763"/>
                      <a:pt x="104776" y="4763"/>
                    </a:cubicBezTo>
                    <a:close/>
                    <a:moveTo>
                      <a:pt x="142876" y="4763"/>
                    </a:moveTo>
                    <a:cubicBezTo>
                      <a:pt x="140494" y="4763"/>
                      <a:pt x="138113" y="7437"/>
                      <a:pt x="138113" y="10110"/>
                    </a:cubicBezTo>
                    <a:lnTo>
                      <a:pt x="138113" y="75616"/>
                    </a:lnTo>
                    <a:cubicBezTo>
                      <a:pt x="138113" y="79626"/>
                      <a:pt x="140494" y="80963"/>
                      <a:pt x="142876" y="80963"/>
                    </a:cubicBezTo>
                    <a:cubicBezTo>
                      <a:pt x="145257" y="80963"/>
                      <a:pt x="147638" y="79626"/>
                      <a:pt x="147638" y="75616"/>
                    </a:cubicBezTo>
                    <a:cubicBezTo>
                      <a:pt x="147638" y="75616"/>
                      <a:pt x="147638" y="75616"/>
                      <a:pt x="147638" y="10110"/>
                    </a:cubicBezTo>
                    <a:cubicBezTo>
                      <a:pt x="147638" y="7437"/>
                      <a:pt x="145257" y="4763"/>
                      <a:pt x="142876" y="4763"/>
                    </a:cubicBezTo>
                    <a:close/>
                    <a:moveTo>
                      <a:pt x="182563" y="4763"/>
                    </a:moveTo>
                    <a:cubicBezTo>
                      <a:pt x="180181" y="4763"/>
                      <a:pt x="177800" y="7437"/>
                      <a:pt x="177800" y="10110"/>
                    </a:cubicBezTo>
                    <a:lnTo>
                      <a:pt x="177800" y="75616"/>
                    </a:lnTo>
                    <a:cubicBezTo>
                      <a:pt x="177800" y="79626"/>
                      <a:pt x="180181" y="80963"/>
                      <a:pt x="182563" y="80963"/>
                    </a:cubicBezTo>
                    <a:cubicBezTo>
                      <a:pt x="184944" y="80963"/>
                      <a:pt x="187325" y="79626"/>
                      <a:pt x="187325" y="75616"/>
                    </a:cubicBezTo>
                    <a:cubicBezTo>
                      <a:pt x="187325" y="75616"/>
                      <a:pt x="187325" y="75616"/>
                      <a:pt x="187325" y="10110"/>
                    </a:cubicBezTo>
                    <a:cubicBezTo>
                      <a:pt x="187325" y="7437"/>
                      <a:pt x="184944" y="4763"/>
                      <a:pt x="182563" y="4763"/>
                    </a:cubicBezTo>
                    <a:close/>
                    <a:moveTo>
                      <a:pt x="220663" y="4763"/>
                    </a:moveTo>
                    <a:cubicBezTo>
                      <a:pt x="218281" y="4763"/>
                      <a:pt x="215900" y="7437"/>
                      <a:pt x="215900" y="10110"/>
                    </a:cubicBezTo>
                    <a:lnTo>
                      <a:pt x="215900" y="75616"/>
                    </a:lnTo>
                    <a:cubicBezTo>
                      <a:pt x="215900" y="79626"/>
                      <a:pt x="218281" y="80963"/>
                      <a:pt x="220663" y="80963"/>
                    </a:cubicBezTo>
                    <a:cubicBezTo>
                      <a:pt x="223044" y="80963"/>
                      <a:pt x="225425" y="79626"/>
                      <a:pt x="225425" y="75616"/>
                    </a:cubicBezTo>
                    <a:cubicBezTo>
                      <a:pt x="225425" y="75616"/>
                      <a:pt x="225425" y="75616"/>
                      <a:pt x="225425" y="10110"/>
                    </a:cubicBezTo>
                    <a:cubicBezTo>
                      <a:pt x="225425" y="7437"/>
                      <a:pt x="223044" y="4763"/>
                      <a:pt x="220663" y="4763"/>
                    </a:cubicBezTo>
                    <a:close/>
                    <a:moveTo>
                      <a:pt x="260124" y="4763"/>
                    </a:moveTo>
                    <a:cubicBezTo>
                      <a:pt x="256722" y="4763"/>
                      <a:pt x="255588" y="7437"/>
                      <a:pt x="255588" y="10110"/>
                    </a:cubicBezTo>
                    <a:lnTo>
                      <a:pt x="255588" y="75616"/>
                    </a:lnTo>
                    <a:cubicBezTo>
                      <a:pt x="255588" y="79626"/>
                      <a:pt x="256722" y="80963"/>
                      <a:pt x="260124" y="80963"/>
                    </a:cubicBezTo>
                    <a:cubicBezTo>
                      <a:pt x="262392" y="80963"/>
                      <a:pt x="263526" y="79626"/>
                      <a:pt x="263526" y="75616"/>
                    </a:cubicBezTo>
                    <a:cubicBezTo>
                      <a:pt x="263526" y="75616"/>
                      <a:pt x="263526" y="75616"/>
                      <a:pt x="263526" y="10110"/>
                    </a:cubicBezTo>
                    <a:cubicBezTo>
                      <a:pt x="263526" y="7437"/>
                      <a:pt x="262392" y="4763"/>
                      <a:pt x="260124" y="4763"/>
                    </a:cubicBezTo>
                    <a:close/>
                    <a:moveTo>
                      <a:pt x="64823" y="0"/>
                    </a:moveTo>
                    <a:cubicBezTo>
                      <a:pt x="71438" y="0"/>
                      <a:pt x="75406" y="3944"/>
                      <a:pt x="75406" y="10517"/>
                    </a:cubicBezTo>
                    <a:cubicBezTo>
                      <a:pt x="75406" y="10517"/>
                      <a:pt x="75406" y="10517"/>
                      <a:pt x="75406" y="14461"/>
                    </a:cubicBezTo>
                    <a:cubicBezTo>
                      <a:pt x="75406" y="14461"/>
                      <a:pt x="75406" y="14461"/>
                      <a:pt x="93927" y="14461"/>
                    </a:cubicBezTo>
                    <a:cubicBezTo>
                      <a:pt x="93927" y="14461"/>
                      <a:pt x="93927" y="14461"/>
                      <a:pt x="93927" y="10517"/>
                    </a:cubicBezTo>
                    <a:cubicBezTo>
                      <a:pt x="93927" y="3944"/>
                      <a:pt x="99219" y="0"/>
                      <a:pt x="104511" y="0"/>
                    </a:cubicBezTo>
                    <a:cubicBezTo>
                      <a:pt x="109802" y="0"/>
                      <a:pt x="115094" y="3944"/>
                      <a:pt x="115094" y="10517"/>
                    </a:cubicBezTo>
                    <a:cubicBezTo>
                      <a:pt x="115094" y="10517"/>
                      <a:pt x="115094" y="10517"/>
                      <a:pt x="115094" y="14461"/>
                    </a:cubicBezTo>
                    <a:cubicBezTo>
                      <a:pt x="115094" y="14461"/>
                      <a:pt x="115094" y="14461"/>
                      <a:pt x="133615" y="14461"/>
                    </a:cubicBezTo>
                    <a:cubicBezTo>
                      <a:pt x="133615" y="14461"/>
                      <a:pt x="133615" y="14461"/>
                      <a:pt x="133615" y="10517"/>
                    </a:cubicBezTo>
                    <a:cubicBezTo>
                      <a:pt x="133615" y="3944"/>
                      <a:pt x="137584" y="0"/>
                      <a:pt x="142875" y="0"/>
                    </a:cubicBezTo>
                    <a:cubicBezTo>
                      <a:pt x="149490" y="0"/>
                      <a:pt x="153459" y="3944"/>
                      <a:pt x="153459" y="10517"/>
                    </a:cubicBezTo>
                    <a:cubicBezTo>
                      <a:pt x="153459" y="10517"/>
                      <a:pt x="153459" y="10517"/>
                      <a:pt x="153459" y="14461"/>
                    </a:cubicBezTo>
                    <a:cubicBezTo>
                      <a:pt x="153459" y="14461"/>
                      <a:pt x="153459" y="14461"/>
                      <a:pt x="171980" y="14461"/>
                    </a:cubicBezTo>
                    <a:cubicBezTo>
                      <a:pt x="171980" y="14461"/>
                      <a:pt x="171980" y="14461"/>
                      <a:pt x="171980" y="10517"/>
                    </a:cubicBezTo>
                    <a:cubicBezTo>
                      <a:pt x="171980" y="3944"/>
                      <a:pt x="175948" y="0"/>
                      <a:pt x="182563" y="0"/>
                    </a:cubicBezTo>
                    <a:cubicBezTo>
                      <a:pt x="187855" y="0"/>
                      <a:pt x="191823" y="3944"/>
                      <a:pt x="191823" y="10517"/>
                    </a:cubicBezTo>
                    <a:cubicBezTo>
                      <a:pt x="191823" y="10517"/>
                      <a:pt x="191823" y="10517"/>
                      <a:pt x="191823" y="14461"/>
                    </a:cubicBezTo>
                    <a:cubicBezTo>
                      <a:pt x="191823" y="14461"/>
                      <a:pt x="191823" y="14461"/>
                      <a:pt x="210344" y="14461"/>
                    </a:cubicBezTo>
                    <a:cubicBezTo>
                      <a:pt x="210344" y="14461"/>
                      <a:pt x="210344" y="14461"/>
                      <a:pt x="210344" y="10517"/>
                    </a:cubicBezTo>
                    <a:cubicBezTo>
                      <a:pt x="210344" y="3944"/>
                      <a:pt x="215636" y="0"/>
                      <a:pt x="220927" y="0"/>
                    </a:cubicBezTo>
                    <a:cubicBezTo>
                      <a:pt x="226219" y="0"/>
                      <a:pt x="231511" y="3944"/>
                      <a:pt x="231511" y="10517"/>
                    </a:cubicBezTo>
                    <a:cubicBezTo>
                      <a:pt x="231511" y="10517"/>
                      <a:pt x="231511" y="10517"/>
                      <a:pt x="231511" y="14461"/>
                    </a:cubicBezTo>
                    <a:cubicBezTo>
                      <a:pt x="231511" y="14461"/>
                      <a:pt x="231511" y="14461"/>
                      <a:pt x="250032" y="14461"/>
                    </a:cubicBezTo>
                    <a:cubicBezTo>
                      <a:pt x="250032" y="14461"/>
                      <a:pt x="250032" y="14461"/>
                      <a:pt x="250032" y="10517"/>
                    </a:cubicBezTo>
                    <a:cubicBezTo>
                      <a:pt x="250032" y="3944"/>
                      <a:pt x="254000" y="0"/>
                      <a:pt x="260615" y="0"/>
                    </a:cubicBezTo>
                    <a:cubicBezTo>
                      <a:pt x="265907" y="0"/>
                      <a:pt x="269875" y="3944"/>
                      <a:pt x="269875" y="10517"/>
                    </a:cubicBezTo>
                    <a:cubicBezTo>
                      <a:pt x="269875" y="10517"/>
                      <a:pt x="269875" y="10517"/>
                      <a:pt x="269875" y="14461"/>
                    </a:cubicBezTo>
                    <a:cubicBezTo>
                      <a:pt x="269875" y="14461"/>
                      <a:pt x="269875" y="14461"/>
                      <a:pt x="276490" y="14461"/>
                    </a:cubicBezTo>
                    <a:cubicBezTo>
                      <a:pt x="302948" y="14461"/>
                      <a:pt x="325438" y="35496"/>
                      <a:pt x="325438" y="61789"/>
                    </a:cubicBezTo>
                    <a:cubicBezTo>
                      <a:pt x="325438" y="61789"/>
                      <a:pt x="325438" y="61789"/>
                      <a:pt x="325438" y="289223"/>
                    </a:cubicBezTo>
                    <a:cubicBezTo>
                      <a:pt x="325438" y="315516"/>
                      <a:pt x="302948" y="336550"/>
                      <a:pt x="276490" y="336550"/>
                    </a:cubicBezTo>
                    <a:cubicBezTo>
                      <a:pt x="276490" y="336550"/>
                      <a:pt x="276490" y="336550"/>
                      <a:pt x="48948" y="336550"/>
                    </a:cubicBezTo>
                    <a:cubicBezTo>
                      <a:pt x="22490" y="336550"/>
                      <a:pt x="0" y="315516"/>
                      <a:pt x="0" y="289223"/>
                    </a:cubicBezTo>
                    <a:cubicBezTo>
                      <a:pt x="0" y="289223"/>
                      <a:pt x="0" y="289223"/>
                      <a:pt x="0" y="61789"/>
                    </a:cubicBezTo>
                    <a:cubicBezTo>
                      <a:pt x="0" y="35496"/>
                      <a:pt x="22490" y="14461"/>
                      <a:pt x="48948" y="14461"/>
                    </a:cubicBezTo>
                    <a:cubicBezTo>
                      <a:pt x="48948" y="14461"/>
                      <a:pt x="48948" y="14461"/>
                      <a:pt x="55563" y="14461"/>
                    </a:cubicBezTo>
                    <a:cubicBezTo>
                      <a:pt x="55563" y="14461"/>
                      <a:pt x="55563" y="14461"/>
                      <a:pt x="55563" y="10517"/>
                    </a:cubicBezTo>
                    <a:cubicBezTo>
                      <a:pt x="55563" y="3944"/>
                      <a:pt x="59531" y="0"/>
                      <a:pt x="64823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4" name="文本框 27">
              <a:extLst>
                <a:ext uri="{FF2B5EF4-FFF2-40B4-BE49-F238E27FC236}">
                  <a16:creationId xmlns:a16="http://schemas.microsoft.com/office/drawing/2014/main" id="{9640620B-ADF6-846E-6118-AE74E42DB350}"/>
                </a:ext>
              </a:extLst>
            </p:cNvPr>
            <p:cNvSpPr txBox="1"/>
            <p:nvPr/>
          </p:nvSpPr>
          <p:spPr>
            <a:xfrm>
              <a:off x="6742728" y="4734527"/>
              <a:ext cx="1742936" cy="252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Arial" panose="020B0604020202020204"/>
                  <a:cs typeface="微软雅黑" panose="020B0503020204020204" pitchFamily="34" charset="-122"/>
                  <a:sym typeface="Arial" panose="020B0604020202020204" pitchFamily="34" charset="0"/>
                </a:rPr>
                <a:t>组员</a:t>
              </a: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：王雨情，石佳宇</a:t>
              </a:r>
              <a:endPara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9645155"/>
      </p:ext>
    </p:extLst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4805</Words>
  <Application>Microsoft Office PowerPoint</Application>
  <PresentationFormat>宽屏</PresentationFormat>
  <Paragraphs>318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Chelsea</vt:lpstr>
      <vt:lpstr>方正兰亭黑简体</vt:lpstr>
      <vt:lpstr>宋体</vt:lpstr>
      <vt:lpstr>微软雅黑</vt:lpstr>
      <vt:lpstr>Arial</vt:lpstr>
      <vt:lpstr>Calibri</vt:lpstr>
      <vt:lpstr>Impact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第一PPT，www.1ppt.com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蓝色简洁毕业答辩</dc:title>
  <dc:creator>第一PPT</dc:creator>
  <cp:keywords>www.1ppt.com</cp:keywords>
  <dc:description>www.1ppt.com</dc:description>
  <cp:lastModifiedBy>8618829495121</cp:lastModifiedBy>
  <cp:revision>22</cp:revision>
  <dcterms:created xsi:type="dcterms:W3CDTF">2019-03-12T12:26:15Z</dcterms:created>
  <dcterms:modified xsi:type="dcterms:W3CDTF">2024-12-26T05:05:51Z</dcterms:modified>
</cp:coreProperties>
</file>